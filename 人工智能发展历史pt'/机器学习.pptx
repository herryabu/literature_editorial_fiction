
<file path=[Content_Types].xml><?xml version="1.0" encoding="utf-8"?>
<Types xmlns="http://schemas.openxmlformats.org/package/2006/content-types">
  <Default Extension="cc0"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theme/themeOverride22.xml" ContentType="application/vnd.openxmlformats-officedocument.themeOverrid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Override23.xml" ContentType="application/vnd.openxmlformats-officedocument.themeOverride+xml"/>
  <Override PartName="/ppt/theme/themeOverride24.xml" ContentType="application/vnd.openxmlformats-officedocument.themeOverride+xml"/>
  <Override PartName="/ppt/theme/themeOverride25.xml" ContentType="application/vnd.openxmlformats-officedocument.themeOverride+xml"/>
  <Override PartName="/ppt/theme/themeOverride26.xml" ContentType="application/vnd.openxmlformats-officedocument.themeOverride+xml"/>
  <Override PartName="/ppt/theme/themeOverride27.xml" ContentType="application/vnd.openxmlformats-officedocument.themeOverride+xml"/>
  <Override PartName="/ppt/theme/themeOverride28.xml" ContentType="application/vnd.openxmlformats-officedocument.themeOverride+xml"/>
  <Override PartName="/ppt/theme/themeOverride29.xml" ContentType="application/vnd.openxmlformats-officedocument.themeOverride+xml"/>
  <Override PartName="/ppt/theme/themeOverride30.xml" ContentType="application/vnd.openxmlformats-officedocument.themeOverride+xml"/>
  <Override PartName="/ppt/theme/themeOverride31.xml" ContentType="application/vnd.openxmlformats-officedocument.themeOverride+xml"/>
  <Override PartName="/ppt/theme/themeOverride32.xml" ContentType="application/vnd.openxmlformats-officedocument.themeOverride+xml"/>
  <Override PartName="/ppt/theme/themeOverride33.xml" ContentType="application/vnd.openxmlformats-officedocument.themeOverrid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Override34.xml" ContentType="application/vnd.openxmlformats-officedocument.themeOverride+xml"/>
  <Override PartName="/ppt/theme/themeOverride35.xml" ContentType="application/vnd.openxmlformats-officedocument.themeOverride+xml"/>
  <Override PartName="/ppt/theme/themeOverride36.xml" ContentType="application/vnd.openxmlformats-officedocument.themeOverride+xml"/>
  <Override PartName="/ppt/theme/themeOverride37.xml" ContentType="application/vnd.openxmlformats-officedocument.themeOverride+xml"/>
  <Override PartName="/ppt/theme/themeOverride38.xml" ContentType="application/vnd.openxmlformats-officedocument.themeOverride+xml"/>
  <Override PartName="/ppt/theme/themeOverride39.xml" ContentType="application/vnd.openxmlformats-officedocument.themeOverride+xml"/>
  <Override PartName="/ppt/theme/themeOverride40.xml" ContentType="application/vnd.openxmlformats-officedocument.themeOverride+xml"/>
  <Override PartName="/ppt/theme/themeOverride41.xml" ContentType="application/vnd.openxmlformats-officedocument.themeOverride+xml"/>
  <Override PartName="/ppt/theme/themeOverride42.xml" ContentType="application/vnd.openxmlformats-officedocument.themeOverride+xml"/>
  <Override PartName="/ppt/theme/themeOverride43.xml" ContentType="application/vnd.openxmlformats-officedocument.themeOverride+xml"/>
  <Override PartName="/ppt/theme/themeOverride44.xml" ContentType="application/vnd.openxmlformats-officedocument.themeOverrid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Override45.xml" ContentType="application/vnd.openxmlformats-officedocument.themeOverride+xml"/>
  <Override PartName="/ppt/theme/themeOverride46.xml" ContentType="application/vnd.openxmlformats-officedocument.themeOverride+xml"/>
  <Override PartName="/ppt/theme/themeOverride47.xml" ContentType="application/vnd.openxmlformats-officedocument.themeOverride+xml"/>
  <Override PartName="/ppt/theme/themeOverride48.xml" ContentType="application/vnd.openxmlformats-officedocument.themeOverride+xml"/>
  <Override PartName="/ppt/theme/themeOverride49.xml" ContentType="application/vnd.openxmlformats-officedocument.themeOverride+xml"/>
  <Override PartName="/ppt/theme/themeOverride50.xml" ContentType="application/vnd.openxmlformats-officedocument.themeOverride+xml"/>
  <Override PartName="/ppt/theme/themeOverride51.xml" ContentType="application/vnd.openxmlformats-officedocument.themeOverride+xml"/>
  <Override PartName="/ppt/theme/themeOverride52.xml" ContentType="application/vnd.openxmlformats-officedocument.themeOverride+xml"/>
  <Override PartName="/ppt/theme/themeOverride53.xml" ContentType="application/vnd.openxmlformats-officedocument.themeOverride+xml"/>
  <Override PartName="/ppt/theme/themeOverride54.xml" ContentType="application/vnd.openxmlformats-officedocument.themeOverride+xml"/>
  <Override PartName="/ppt/theme/themeOverride55.xml" ContentType="application/vnd.openxmlformats-officedocument.themeOverride+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theme/theme6.xml" ContentType="application/vnd.openxmlformats-officedocument.theme+xml"/>
  <Override PartName="/ppt/theme/themeOverride56.xml" ContentType="application/vnd.openxmlformats-officedocument.themeOverride+xml"/>
  <Override PartName="/ppt/theme/themeOverride57.xml" ContentType="application/vnd.openxmlformats-officedocument.themeOverride+xml"/>
  <Override PartName="/ppt/theme/themeOverride58.xml" ContentType="application/vnd.openxmlformats-officedocument.themeOverride+xml"/>
  <Override PartName="/ppt/theme/themeOverride59.xml" ContentType="application/vnd.openxmlformats-officedocument.themeOverride+xml"/>
  <Override PartName="/ppt/theme/themeOverride60.xml" ContentType="application/vnd.openxmlformats-officedocument.themeOverride+xml"/>
  <Override PartName="/ppt/theme/themeOverride61.xml" ContentType="application/vnd.openxmlformats-officedocument.themeOverride+xml"/>
  <Override PartName="/ppt/theme/themeOverride62.xml" ContentType="application/vnd.openxmlformats-officedocument.themeOverride+xml"/>
  <Override PartName="/ppt/theme/themeOverride63.xml" ContentType="application/vnd.openxmlformats-officedocument.themeOverride+xml"/>
  <Override PartName="/ppt/theme/themeOverride64.xml" ContentType="application/vnd.openxmlformats-officedocument.themeOverride+xml"/>
  <Override PartName="/ppt/theme/themeOverride65.xml" ContentType="application/vnd.openxmlformats-officedocument.themeOverride+xml"/>
  <Override PartName="/ppt/theme/themeOverride66.xml" ContentType="application/vnd.openxmlformats-officedocument.themeOverride+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7.xml" ContentType="application/vnd.openxmlformats-officedocument.theme+xml"/>
  <Override PartName="/ppt/theme/themeOverride67.xml" ContentType="application/vnd.openxmlformats-officedocument.themeOverride+xml"/>
  <Override PartName="/ppt/theme/themeOverride68.xml" ContentType="application/vnd.openxmlformats-officedocument.themeOverride+xml"/>
  <Override PartName="/ppt/theme/themeOverride69.xml" ContentType="application/vnd.openxmlformats-officedocument.themeOverride+xml"/>
  <Override PartName="/ppt/theme/themeOverride70.xml" ContentType="application/vnd.openxmlformats-officedocument.themeOverride+xml"/>
  <Override PartName="/ppt/theme/themeOverride71.xml" ContentType="application/vnd.openxmlformats-officedocument.themeOverride+xml"/>
  <Override PartName="/ppt/theme/themeOverride72.xml" ContentType="application/vnd.openxmlformats-officedocument.themeOverride+xml"/>
  <Override PartName="/ppt/theme/themeOverride73.xml" ContentType="application/vnd.openxmlformats-officedocument.themeOverride+xml"/>
  <Override PartName="/ppt/theme/themeOverride74.xml" ContentType="application/vnd.openxmlformats-officedocument.themeOverride+xml"/>
  <Override PartName="/ppt/theme/themeOverride75.xml" ContentType="application/vnd.openxmlformats-officedocument.themeOverride+xml"/>
  <Override PartName="/ppt/theme/themeOverride76.xml" ContentType="application/vnd.openxmlformats-officedocument.themeOverride+xml"/>
  <Override PartName="/ppt/theme/themeOverride77.xml" ContentType="application/vnd.openxmlformats-officedocument.themeOverride+xml"/>
  <Override PartName="/ppt/theme/theme8.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1.xml" ContentType="application/vnd.openxmlformats-officedocument.presentationml.notesSlid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2.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3.xml" ContentType="application/vnd.openxmlformats-officedocument.presentationml.notesSlide+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4.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notesSlides/notesSlide5.xml" ContentType="application/vnd.openxmlformats-officedocument.presentationml.notesSlide+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notesSlides/notesSlide6.xml" ContentType="application/vnd.openxmlformats-officedocument.presentationml.notesSlide+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notesSlides/notesSlide7.xml" ContentType="application/vnd.openxmlformats-officedocument.presentationml.notesSlide+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notesSlides/notesSlide8.xml" ContentType="application/vnd.openxmlformats-officedocument.presentationml.notesSlide+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2"/>
    <p:sldMasterId id="2147483672" r:id="rId13"/>
    <p:sldMasterId id="2147483684" r:id="rId14"/>
    <p:sldMasterId id="2147483696" r:id="rId15"/>
    <p:sldMasterId id="2147483708" r:id="rId16"/>
    <p:sldMasterId id="2147483720" r:id="rId17"/>
    <p:sldMasterId id="2147483732" r:id="rId18"/>
  </p:sldMasterIdLst>
  <p:notesMasterIdLst>
    <p:notesMasterId r:id="rId28"/>
  </p:notesMasterIdLst>
  <p:sldIdLst>
    <p:sldId id="258" r:id="rId19"/>
    <p:sldId id="256" r:id="rId20"/>
    <p:sldId id="11091182" r:id="rId21"/>
    <p:sldId id="11092254" r:id="rId22"/>
    <p:sldId id="11090003" r:id="rId23"/>
    <p:sldId id="475" r:id="rId24"/>
    <p:sldId id="817" r:id="rId25"/>
    <p:sldId id="272" r:id="rId26"/>
    <p:sldId id="261"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9" d="100"/>
          <a:sy n="39" d="100"/>
        </p:scale>
        <p:origin x="67" y="4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2.xml"/><Relationship Id="rId18" Type="http://schemas.openxmlformats.org/officeDocument/2006/relationships/slideMaster" Target="slideMasters/slideMaster7.xml"/><Relationship Id="rId26" Type="http://schemas.openxmlformats.org/officeDocument/2006/relationships/slide" Target="slides/slide8.xml"/><Relationship Id="rId3" Type="http://schemas.openxmlformats.org/officeDocument/2006/relationships/customXml" Target="../customXml/item3.xml"/><Relationship Id="rId21" Type="http://schemas.openxmlformats.org/officeDocument/2006/relationships/slide" Target="slides/slide3.xml"/><Relationship Id="rId7" Type="http://schemas.openxmlformats.org/officeDocument/2006/relationships/customXml" Target="../customXml/item7.xml"/><Relationship Id="rId12" Type="http://schemas.openxmlformats.org/officeDocument/2006/relationships/slideMaster" Target="slideMasters/slideMaster1.xml"/><Relationship Id="rId17" Type="http://schemas.openxmlformats.org/officeDocument/2006/relationships/slideMaster" Target="slideMasters/slideMaster6.xml"/><Relationship Id="rId25" Type="http://schemas.openxmlformats.org/officeDocument/2006/relationships/slide" Target="slides/slide7.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Master" Target="slideMasters/slideMaster5.xml"/><Relationship Id="rId20" Type="http://schemas.openxmlformats.org/officeDocument/2006/relationships/slide" Target="slides/slide2.xml"/><Relationship Id="rId29"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customXml" Target="../customXml/item6.xml"/><Relationship Id="rId11" Type="http://schemas.openxmlformats.org/officeDocument/2006/relationships/customXml" Target="../customXml/item11.xml"/><Relationship Id="rId24" Type="http://schemas.openxmlformats.org/officeDocument/2006/relationships/slide" Target="slides/slide6.xml"/><Relationship Id="rId32" Type="http://schemas.openxmlformats.org/officeDocument/2006/relationships/theme" Target="theme/theme1.xml"/><Relationship Id="rId5" Type="http://schemas.openxmlformats.org/officeDocument/2006/relationships/customXml" Target="../customXml/item5.xml"/><Relationship Id="rId15" Type="http://schemas.openxmlformats.org/officeDocument/2006/relationships/slideMaster" Target="slideMasters/slideMaster4.xml"/><Relationship Id="rId23" Type="http://schemas.openxmlformats.org/officeDocument/2006/relationships/slide" Target="slides/slide5.xml"/><Relationship Id="rId28" Type="http://schemas.openxmlformats.org/officeDocument/2006/relationships/notesMaster" Target="notesMasters/notesMaster1.xml"/><Relationship Id="rId10" Type="http://schemas.openxmlformats.org/officeDocument/2006/relationships/customXml" Target="../customXml/item10.xml"/><Relationship Id="rId19" Type="http://schemas.openxmlformats.org/officeDocument/2006/relationships/slide" Target="slides/slide1.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slideMaster" Target="slideMasters/slideMaster3.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presProps" Target="presProps.xml"/><Relationship Id="rId8" Type="http://schemas.openxmlformats.org/officeDocument/2006/relationships/customXml" Target="../customXml/item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90E5ED7-CC5F-4557-B33D-A80438FE3ED8}" type="datetimeFigureOut">
              <a:rPr lang="zh-CN" altLang="en-US" smtClean="0"/>
              <a:t>2025/11/2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98F2C2-AE9D-40BA-8892-B9D9CCDE220D}" type="slidenum">
              <a:rPr lang="zh-CN" altLang="en-US" smtClean="0"/>
              <a:t>‹#›</a:t>
            </a:fld>
            <a:endParaRPr lang="zh-CN" altLang="en-US"/>
          </a:p>
        </p:txBody>
      </p:sp>
    </p:spTree>
    <p:extLst>
      <p:ext uri="{BB962C8B-B14F-4D97-AF65-F5344CB8AC3E}">
        <p14:creationId xmlns:p14="http://schemas.microsoft.com/office/powerpoint/2010/main" val="32877790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2EE1C6C6-0C9E-4F6C-8CC9-0C81D8F4E329}"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2EE1C6C6-0C9E-4F6C-8CC9-0C81D8F4E329}"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D8A74383-5C3A-46DA-B392-F2DF5C0028B9}" type="slidenum">
              <a:rPr lang="zh-CN" altLang="en-US" smtClean="0"/>
              <a:t>3</a:t>
            </a:fld>
            <a:endParaRPr lang="zh-CN" altLang="en-US"/>
          </a:p>
        </p:txBody>
      </p:sp>
    </p:spTree>
    <p:extLst>
      <p:ext uri="{BB962C8B-B14F-4D97-AF65-F5344CB8AC3E}">
        <p14:creationId xmlns:p14="http://schemas.microsoft.com/office/powerpoint/2010/main" val="350942537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D8A74383-5C3A-46DA-B392-F2DF5C0028B9}" type="slidenum">
              <a:rPr lang="zh-CN" altLang="en-US" smtClean="0"/>
              <a:t>4</a:t>
            </a:fld>
            <a:endParaRPr lang="zh-CN" altLang="en-US"/>
          </a:p>
        </p:txBody>
      </p:sp>
    </p:spTree>
    <p:extLst>
      <p:ext uri="{BB962C8B-B14F-4D97-AF65-F5344CB8AC3E}">
        <p14:creationId xmlns:p14="http://schemas.microsoft.com/office/powerpoint/2010/main" val="3379725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2F4188F3-69D3-4061-9271-EC28C4778B56}" type="slidenum">
              <a:rPr lang="zh-CN" altLang="en-US" smtClean="0"/>
              <a:t>5</a:t>
            </a:fld>
            <a:endParaRPr lang="zh-CN" altLang="en-US"/>
          </a:p>
        </p:txBody>
      </p:sp>
    </p:spTree>
    <p:extLst>
      <p:ext uri="{BB962C8B-B14F-4D97-AF65-F5344CB8AC3E}">
        <p14:creationId xmlns:p14="http://schemas.microsoft.com/office/powerpoint/2010/main" val="26872043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914E8DDB-6DA6-4A94-BAC1-E344D99C9F52}" type="slidenum">
              <a:rPr lang="zh-CN" altLang="en-US" smtClean="0"/>
              <a:t>6</a:t>
            </a:fld>
            <a:endParaRPr lang="zh-CN" altLang="en-US"/>
          </a:p>
        </p:txBody>
      </p:sp>
    </p:spTree>
    <p:extLst>
      <p:ext uri="{BB962C8B-B14F-4D97-AF65-F5344CB8AC3E}">
        <p14:creationId xmlns:p14="http://schemas.microsoft.com/office/powerpoint/2010/main" val="4280962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914E8DDB-6DA6-4A94-BAC1-E344D99C9F52}" type="slidenum">
              <a:rPr lang="zh-CN" altLang="en-US" smtClean="0"/>
              <a:t>7</a:t>
            </a:fld>
            <a:endParaRPr lang="zh-CN" altLang="en-US"/>
          </a:p>
        </p:txBody>
      </p:sp>
    </p:spTree>
    <p:extLst>
      <p:ext uri="{BB962C8B-B14F-4D97-AF65-F5344CB8AC3E}">
        <p14:creationId xmlns:p14="http://schemas.microsoft.com/office/powerpoint/2010/main" val="22520743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p:cNvSpPr>
            <a:spLocks noGrp="1"/>
          </p:cNvSpPr>
          <p:nvPr>
            <p:ph type="sldNum" sz="quarter" idx="5"/>
          </p:nvPr>
        </p:nvSpPr>
        <p:spPr/>
        <p:txBody>
          <a:bodyPr/>
          <a:lstStyle/>
          <a:p>
            <a:fld id="{2F4188F3-69D3-4061-9271-EC28C4778B56}" type="slidenum">
              <a:rPr lang="zh-CN" altLang="en-US" smtClean="0"/>
              <a:t>8</a:t>
            </a:fld>
            <a:endParaRPr lang="zh-CN" altLang="en-US"/>
          </a:p>
        </p:txBody>
      </p:sp>
    </p:spTree>
    <p:extLst>
      <p:ext uri="{BB962C8B-B14F-4D97-AF65-F5344CB8AC3E}">
        <p14:creationId xmlns:p14="http://schemas.microsoft.com/office/powerpoint/2010/main" val="26792377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76F8E-2A47-0075-FC73-EC933BBD72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D7E3F02-D4C1-6203-3433-F3314880DED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B80A7D7-4918-BC5E-C90F-376409503D8C}"/>
              </a:ext>
            </a:extLst>
          </p:cNvPr>
          <p:cNvSpPr>
            <a:spLocks noGrp="1"/>
          </p:cNvSpPr>
          <p:nvPr>
            <p:ph type="body" idx="1"/>
          </p:nvPr>
        </p:nvSpPr>
        <p:spPr/>
        <p:txBody>
          <a:bodyPr/>
          <a:lstStyle/>
          <a:p>
            <a:r>
              <a:rPr lang="en-US" altLang="zh-CN"/>
              <a:t>Generate By BIYOO ChatPPT.
HomePage</a:t>
            </a:r>
            <a:r>
              <a:rPr lang="zh-CN" altLang="en-US"/>
              <a:t>：</a:t>
            </a:r>
            <a:r>
              <a:rPr lang="en-US" altLang="zh-CN"/>
              <a:t>www.chat-ppt.com
AIGC 2025/11/2 21:26:14 [ID-908878]
[AI</a:t>
            </a:r>
            <a:r>
              <a:rPr lang="zh-CN" altLang="en-US"/>
              <a:t>生成内容仅供参考，请注意甄别准确性</a:t>
            </a:r>
            <a:r>
              <a:rPr lang="en-US" altLang="zh-CN"/>
              <a:t>]</a:t>
            </a:r>
            <a:endParaRPr lang="zh-CN" altLang="en-US"/>
          </a:p>
        </p:txBody>
      </p:sp>
      <p:sp>
        <p:nvSpPr>
          <p:cNvPr id="4" name="灯片编号占位符 3">
            <a:extLst>
              <a:ext uri="{FF2B5EF4-FFF2-40B4-BE49-F238E27FC236}">
                <a16:creationId xmlns:a16="http://schemas.microsoft.com/office/drawing/2014/main" id="{2B80FE1E-9C5A-D4D3-1916-2412FFF90455}"/>
              </a:ext>
            </a:extLst>
          </p:cNvPr>
          <p:cNvSpPr>
            <a:spLocks noGrp="1"/>
          </p:cNvSpPr>
          <p:nvPr>
            <p:ph type="sldNum" sz="quarter" idx="5"/>
          </p:nvPr>
        </p:nvSpPr>
        <p:spPr/>
        <p:txBody>
          <a:bodyPr/>
          <a:lstStyle/>
          <a:p>
            <a:fld id="{2EE1C6C6-0C9E-4F6C-8CC9-0C81D8F4E329}" type="slidenum">
              <a:rPr lang="zh-CN" altLang="en-US" smtClean="0"/>
              <a:t>9</a:t>
            </a:fld>
            <a:endParaRPr lang="zh-CN" altLang="en-US"/>
          </a:p>
        </p:txBody>
      </p:sp>
    </p:spTree>
    <p:extLst>
      <p:ext uri="{BB962C8B-B14F-4D97-AF65-F5344CB8AC3E}">
        <p14:creationId xmlns:p14="http://schemas.microsoft.com/office/powerpoint/2010/main" val="195890578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9.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0.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1.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2.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3.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4.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6.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7.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8.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9.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0.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1.xml"/></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2.xml"/></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3.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4.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5.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6.xml"/></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7.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8.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29.xml"/></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0.xml"/></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2.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hemeOverride" Target="../theme/themeOverride33.xml"/></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4.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5.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6.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7.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8.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39.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0.xml"/></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1.xml"/></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2.xml"/></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3.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hemeOverride" Target="../theme/themeOverride44.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5.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6.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7.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8.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49.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0.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1.xml"/></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2.xml"/></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3.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4.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hemeOverride" Target="../theme/themeOverride55.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6.xml"/></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5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0.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1.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2.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3.xml"/></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4.xml"/></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5.xml"/></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hemeOverride" Target="../theme/themeOverride66.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67.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68.xml"/></Relationships>
</file>

<file path=ppt/slideLayouts/_rels/slideLayout6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69.xml"/></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0.xml"/></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1.xml"/></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2.xml"/></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3.xml"/></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4.xml"/></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5.xml"/></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6.xml"/></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themeOverride" Target="../theme/themeOverride77.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D93789B-AD55-D0F4-7FEE-E11D12FD54B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2A831F43-AD9F-D51F-4008-F85C12714F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5AB17AF-8150-F804-8CB3-83675EDD44F5}"/>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AE4A0B91-C58B-ABA0-27B3-A516CAFA498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FB09F10-03E4-2375-6617-8AB06D23EEEE}"/>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16979454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36C8C3-9A0E-7C20-A077-12E813CD2E1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58B80777-E538-75C4-7DA4-FF6F95C1094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6A3330C-65C3-B899-565B-63756ABE41A0}"/>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746F5F6-3292-E99B-EEB5-813AD948BBC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D965B65-DFB5-5DE0-CDAF-D10EA5D3C8FE}"/>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439138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3023815-08F9-E872-BA16-CB824B28E12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BA5D3AD-6CC3-71D6-B1B5-E98CD1C98AF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926187D1-A5DB-5734-C288-C1800EC78528}"/>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1801860-9F0F-E0DF-CF57-0C1ACF80E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84F573-26EC-62E1-A20B-EAF3C68CC341}"/>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23352662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D3232D-9911-6096-4D3D-15EFE5B6826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858819D-D910-7CF5-A0D7-8321E4E9BFD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2B7B1B1-56A4-5DE6-290F-65D762EFFFB5}"/>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96D29B3-1464-9522-E86F-88793954F177}"/>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2FFE1B7A-DF03-2907-CAE3-017B966B4B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D817AC6-CE07-F8A6-64BF-6818B94FD75A}"/>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29887015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A0ABED-3A18-16C4-1106-F79ACE79F41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1924AC8-540C-1A12-DBA8-18B80BBFA1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CF407326-70BE-F895-BCB2-E663778CAFC9}"/>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D1F3CDE9-1F96-A8D0-C074-0DFDA3359C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84D1C4B-9EF0-65E0-50E5-6E28F82DB64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E71CB9B-D6AA-C627-BB65-983FF4BBDAB7}"/>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981B267B-ECF3-EDA7-4FA3-48BC75327D5E}"/>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AAEE3764-8170-7FB7-22F9-DFB343158AA7}"/>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393391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F09B3A-80DF-DB05-EFCB-27051BD796A5}"/>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6AE11BF-535B-5351-55AF-56BC7DFCB21F}"/>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A3DF9514-7A32-AF98-E627-3DF8F5A37D75}"/>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F5564F4-F87F-3A35-BDD6-CBED8C525179}"/>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367258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073A493-C14F-6D18-09F3-A0F8BE7C97DA}"/>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AD6FCD67-AEC1-0769-5450-98CA0BB9E37D}"/>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6B8C619-14C5-98CF-65DB-41AF329ED91F}"/>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328246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D35E8A-B1A6-3FAA-B226-5A807547128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60B336F-AB46-2D55-D60F-A8468F393E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1C07773B-E06A-F85E-2C7A-D77B0A723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C08899E-2A80-06BD-EED6-1C0D0C366696}"/>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D9EAA0BF-DB40-2829-AC72-854D04B1FF9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E13D581-C2DC-FA6F-224E-7E34CB35F36B}"/>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3004977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39ADBE-5835-5C1D-A7D7-5E58F02A610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0F5DFA7-5407-CBEF-5192-C4BB609896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p>
        </p:txBody>
      </p:sp>
      <p:sp>
        <p:nvSpPr>
          <p:cNvPr id="4" name="文本占位符 3">
            <a:extLst>
              <a:ext uri="{FF2B5EF4-FFF2-40B4-BE49-F238E27FC236}">
                <a16:creationId xmlns:a16="http://schemas.microsoft.com/office/drawing/2014/main" id="{AD95C1EC-ACC3-BC04-4ACE-F6514EB0E62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8659020-6CDD-A2A1-9F8C-25DE086D5E7D}"/>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84FEFAAE-2A4B-274C-55F2-952CFEE5AAEF}"/>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38B9287-F182-21AC-77E4-84C0B90634BE}"/>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2473839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999F98-8F11-C7BE-EAE9-294DDCE6D6B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6E9C528-B695-99D6-82E0-9C1D4DE0899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A5415C-B783-F2FB-FF5B-DC74FB4AEEF5}"/>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4A1C4CB-5E72-9F67-32C5-7941D96B9D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0E12DF7-CAE4-2EFD-C8A7-BC7609EA4297}"/>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3398288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464A0D7-0A62-91B6-7227-C2692E462C4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AFAB53A1-E312-D30B-865F-3950B029E61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5C1F67E-687D-9966-8069-BE95BBDBEFA4}"/>
              </a:ext>
            </a:extLst>
          </p:cNvPr>
          <p:cNvSpPr>
            <a:spLocks noGrp="1"/>
          </p:cNvSpPr>
          <p:nvPr>
            <p:ph type="dt" sz="half" idx="10"/>
          </p:nvPr>
        </p:nvSpPr>
        <p:spPr/>
        <p:txBody>
          <a:bodyPr/>
          <a:lstStyle/>
          <a:p>
            <a:fld id="{D1CABF87-32E7-4F79-AB90-E731F2CD8A2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C82DED9-0CA3-BC4B-3A35-5A627B65B73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D3FD40B-91D4-0BAC-B654-CD82367073F8}"/>
              </a:ext>
            </a:extLst>
          </p:cNvPr>
          <p:cNvSpPr>
            <a:spLocks noGrp="1"/>
          </p:cNvSpPr>
          <p:nvPr>
            <p:ph type="sldNum" sz="quarter" idx="12"/>
          </p:nvPr>
        </p:nvSpPr>
        <p:spPr/>
        <p:txBody>
          <a:body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760060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93A2DE-CE3A-706C-67C2-915142D6A85F}"/>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D7710363-D06D-3C11-5193-52353E9C4B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D450A3D-58C5-4BC8-9295-F4E2788878DF}"/>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39B1CB9C-E1C4-F429-0B0B-B84D38EAEF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CEC0995-EA65-4CF8-6F4E-4B745E9E9540}"/>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3564238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8F932-C30C-88D6-065E-E0C457A86D5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F7E9B87-BD48-7CAD-0D02-BCA7108E1DD9}"/>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35FE10-433F-B242-6367-F0371A708FE0}"/>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64C61A5B-7115-18F1-15C2-4526A316A6C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5FC2CC-5429-7D04-D149-3BA2627608A1}"/>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1001065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E5F649-B5B0-71DE-49B8-6F0BE373308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8757D1D-D09D-A0DA-479A-A28EE656DD7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EE11AB0-E405-F76C-00EC-AECFE6C8040F}"/>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D4123F3-4357-16F1-2268-5EFFD7C9579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ED4933-11F5-8A71-C9C9-1796ED862523}"/>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42440358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A9BACD-C5F3-5FE8-E1BA-588D4DFFA7F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05A0941-B968-AB3A-2746-F56931964C8E}"/>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9F314D3-C500-1C36-3251-BDE510C69F5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99D4020-2DB8-802F-4914-BB98EF177481}"/>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9C204DB7-F59A-2F31-D84E-4632ACCFDB3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1839C1-13C3-078C-4218-50CA6D33D1D3}"/>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32856887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B72DEA-9FE6-4682-6433-41E3F99652BF}"/>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6CFFEE1-14CB-4918-61A7-50A40F0344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604655E-3AF1-C51E-900A-80174F5A2F4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0AB0C14-626C-1370-3B96-DD1401D084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EA5277B-FF3B-DC5D-AF0E-BD6F0EEC085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9EA8E4F7-A380-BA0B-2B4E-529FDD2CE719}"/>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23C74F19-C2A4-E327-D0D1-237CF943057F}"/>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3D5DA7C-2BC6-9B06-9E98-15F8BDCF8167}"/>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37472642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A5824C-4144-2A43-AC5D-119AE9A05869}"/>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C408ED1-C955-CB67-7A1B-29B54EEED349}"/>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09057E14-9993-7CF8-40C0-9863B3877F41}"/>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C1B11D5-A601-B1CE-3A33-E3F995E8F227}"/>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1970505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8E7DD6D-5E86-50D2-BFFC-648D83497A7A}"/>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E102101E-FD4F-E911-FC4C-F7564A1860EF}"/>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B46E0038-EC59-AA72-D022-1F50165A8EFF}"/>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7625451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8C11B-7F5E-358A-453D-6C9908032EE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9CB40F08-B29A-DE5E-5630-6AB5F72A9D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74ED20A-AD68-CD41-C301-7258BA4E77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D223226-21FC-6E9E-1339-BC53BAEFC922}"/>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A937E1DE-59F2-E1C2-577E-73EC091738D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C88B963-77A1-249E-0CA8-32B8118D0A37}"/>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42143125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738998-10D9-E8A2-48DE-4256A541DAA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431C393-70B4-D204-CE5B-6A29C7C647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CD6F20F-254C-D349-B329-17A2F9CDF8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21A0222-37B4-5027-AE6A-762A7F93C8F2}"/>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4A8CDB6F-FD59-B5E6-4F6F-7883B4206D4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859DF2E-3B46-CEEC-EDE5-9F8BF61C002B}"/>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41448670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D81D4C2-1BF4-256F-22AC-30CE7945F42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2B1B0EC-DD6C-E1CA-12D1-68F51254F04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22CC71A-629D-E4D3-594F-2CC3E98B02F5}"/>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4CA80E2-284A-64C1-10BC-6E903036CBF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5C56C92-B487-499B-EBFA-3A918EAED671}"/>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383586426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BF55ED-7FF0-E75C-8D54-8F010046ECC8}"/>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C8DECB7-4F2E-70E5-9164-19DE6ED6ECC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F5CCCB1-C2E8-42A6-C20C-E948F7208E70}"/>
              </a:ext>
            </a:extLst>
          </p:cNvPr>
          <p:cNvSpPr>
            <a:spLocks noGrp="1"/>
          </p:cNvSpPr>
          <p:nvPr>
            <p:ph type="dt" sz="half" idx="10"/>
          </p:nvPr>
        </p:nvSpPr>
        <p:spPr/>
        <p:txBody>
          <a:bodyPr/>
          <a:lstStyle/>
          <a:p>
            <a:fld id="{0B7F36E6-A1DA-40BC-BAC9-F5DBE9C9CA12}"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BF482EC2-BBDF-CE60-8B66-4E7E83F3AE5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B64A54-7C2C-708E-6415-1E9E960DBDBF}"/>
              </a:ext>
            </a:extLst>
          </p:cNvPr>
          <p:cNvSpPr>
            <a:spLocks noGrp="1"/>
          </p:cNvSpPr>
          <p:nvPr>
            <p:ph type="sldNum" sz="quarter" idx="12"/>
          </p:nvPr>
        </p:nvSpPr>
        <p:spPr/>
        <p:txBody>
          <a:body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12767123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728B68-E852-1D5D-679A-9C434F7C560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43F60BE-31DF-8260-9F34-07EE3E663B5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6ACD4EE-FC84-EC31-E3A2-68647E8DB1F6}"/>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A133649-EDF6-607A-FF78-08332190F82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FA50D9-D460-6D64-DF5E-F7E1C2774941}"/>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061525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453783-998F-51A6-66D0-1B6292046BE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699DE74-DBF7-8058-0C6E-47F02981749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2EE5C73-E9AE-3302-D234-419CE3E185FF}"/>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D439ACA1-2A3D-C27E-660F-C49A40C0DBC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D2CA193-05EB-EF04-35EC-EC6560A747CC}"/>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351790860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C7708-F1D3-A44C-6447-91BFDEB2ECB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A13248C-96F7-9EA3-C6EA-084B8616885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2AD5D48-CB8A-F39D-2CBF-C33CA50AE22F}"/>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055961C-46A4-7D7E-4702-FEF1D81D018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95AE88-4643-6410-F36E-821B86D9045B}"/>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3140130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EB9D38-5A0C-915E-AF4D-7C25E189E80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943F104-E57A-9C5C-C78B-5186C8919C4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3A0465A-B9B7-9E0B-C42B-BAC42F1A1B68}"/>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162FC87B-EAA5-4DD7-9062-154F74270959}"/>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11E3388C-2B91-2FBA-5978-9F72C5837D6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909F0A3-BBA4-3E1E-5D02-7BBCA05A4DC2}"/>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5474333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4010DA-A0AD-65D2-E5B4-6F3E01456015}"/>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E557218-1287-53AA-A77C-F74FB254AC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0A7899-2443-302D-FF23-5D1F0AB3107A}"/>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BF4FC17-F3D6-40B6-2B9A-EE5F543D1B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7A039E5-D317-453E-EC7F-A5716FAF5E5F}"/>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1F2B53E-29A5-09A4-6C69-AF8A4E715928}"/>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CDA12740-0D7C-0916-5C16-A8F0C7A02E6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1A572FDB-D22D-6A12-1220-410BF1E2343D}"/>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09496037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948230-C994-E9CF-339A-C4D724E3526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F4F9FAF-A68E-AD06-3805-EA72C022BF4D}"/>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8F269D37-E961-3194-CB0C-0B38331649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D84D3F7-1F8E-801E-246D-489DB73B4A49}"/>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4791490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1A51C4A-3901-961D-58D4-9D57DA5223FF}"/>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790FA24D-A573-D239-67FE-6FD04A1E30A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3B4AFF8E-DDE8-C972-F717-5F2CE700BF11}"/>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324352962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2C8615-4422-10A9-D2C0-E1BEDE54C2B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86FBCD1-246D-5B98-284A-6D2B074553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096D00E2-3D30-7241-AE62-391BB7EAF2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18BE5FC-0F42-C3AE-93FB-5760D4F17C0C}"/>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EF8F4ACE-1B6E-6E6F-340C-2A632747F9B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3CCCDA1-E63C-5F16-33A6-E6A7CCBDB98A}"/>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18671367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AB665C-1D90-3436-E452-F4FB157A2C9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1AC532F2-A187-A138-E219-D3EBE8A4B3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15A9786D-BBC9-8983-C752-E085229462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24E5359B-7EA2-A8A9-5F11-A8709B0AA523}"/>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94B069DC-56DF-6198-AA6B-0782AFC848B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E53BE62-C324-501D-B49D-0BDD8C209B3D}"/>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902963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C6B868-1E36-69C8-6A21-95327337D36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7636A446-6567-B243-389B-01569F855DB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39F8937-40B6-FF4E-D6E3-5179ED3D47E9}"/>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2C8B3CD-96C6-4EDD-2F6B-D8EBDB40D4C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33A734A-7765-6EB4-20F3-DE03930955DA}"/>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20274396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5384218-BE50-07F2-D9F2-F37F61DFD16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E6AFD7D7-2457-F80E-77E3-86831CE66E76}"/>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13C1A25-0678-705B-06A2-AA2ECCF6E056}"/>
              </a:ext>
            </a:extLst>
          </p:cNvPr>
          <p:cNvSpPr>
            <a:spLocks noGrp="1"/>
          </p:cNvSpPr>
          <p:nvPr>
            <p:ph type="dt" sz="half" idx="10"/>
          </p:nvPr>
        </p:nvSpPr>
        <p:spPr/>
        <p:txBody>
          <a:bodyPr/>
          <a:lstStyle/>
          <a:p>
            <a:fld id="{F049D376-A6BC-4588-AE6D-566402F8117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B346C4B4-E94B-78D9-9C1A-113B8848C3E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20FDF4F-DB8D-6CB6-D8D1-99F449C05D7D}"/>
              </a:ext>
            </a:extLst>
          </p:cNvPr>
          <p:cNvSpPr>
            <a:spLocks noGrp="1"/>
          </p:cNvSpPr>
          <p:nvPr>
            <p:ph type="sldNum" sz="quarter" idx="12"/>
          </p:nvPr>
        </p:nvSpPr>
        <p:spPr/>
        <p:txBody>
          <a:body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318231107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1E0143-F91F-57DB-29F3-3F1611ADEE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AACF5E2-E662-EB69-C752-18C5C73818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1122214-D1A1-B3F2-1066-CCB562C32156}"/>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B5CBEA2-7CB9-EB4C-5BA0-7213777111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E09BD23-EE5C-DC35-2BBC-F0C42D604C8A}"/>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24576442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43E8B8-4C2F-A7F0-9865-8B1EF299676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444CC34-567D-50FF-D9CC-CCB4006F7D26}"/>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E115160-0651-0FB8-A892-C4BAFF8D1351}"/>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536E4B40-F258-6767-FCCB-D01E162461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948899C-B7B1-167C-C194-073AD3CCD1F3}"/>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25321677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3031D5-E885-B37B-C3E5-6DFF3779B80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BEAEBD12-3FC2-B41F-BD4C-2598B4FCB6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151454C5-610A-5F62-4187-4A859A92C34B}"/>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E4214F8A-DD6E-191E-1C9D-161C3A9CE39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E87BE0-0383-63A2-C857-3072567F79C8}"/>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161573902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0E7F2D3-FDC9-8277-18BF-74B735FB405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409A019-4F8F-4B77-1AC4-C9C47B56702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D443DA8-0EE0-F10F-5179-5797FCBA8A2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478BE7D-B639-D333-598B-FE3AFCB9DCD1}"/>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F8E74F5A-6454-D66A-BBE4-A49E2787368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0BEA66-EFD0-B8E1-BBAF-CDF4CC7B56E4}"/>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179227654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7EBB04-6250-7B9A-A370-B12EF2CA784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5E813BAE-E2DD-6AA3-1108-3AC899438D4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E5B3964-E3DD-30F2-122E-2738FB10DA4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575D056-6520-CE8E-6262-4BF2FA9C2C1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231D01E-ECE3-FC8D-D13C-CDD575CAE42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6926545-2006-757C-0E0E-168D59C7A068}"/>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7DC1BC0F-4682-742C-4232-E9681D5703B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6B179AA-8F78-F0F2-37D5-2AE469818D9B}"/>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303869398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C0AD0-2810-DB6E-4B1D-72C022E4222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B1223CDB-7310-EF35-4E06-B80A26D72782}"/>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B4DBF9A8-B838-A6C2-F460-AF5F210673FD}"/>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1DD31466-3769-FE8E-6B00-AA83BE2119B2}"/>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28370783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055C96B-19B9-35E8-9EC4-4B604A95ACB3}"/>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5DDFE47F-07CF-F2B3-2207-BA13D316554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5A3EF83D-C80C-DA99-E714-F62463409832}"/>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36371561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D409E0-375F-3ADC-76E3-7238696012E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7008A8A-7418-1100-8A6E-582467E719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E500BD6D-98FC-B4B8-99C3-3383E06C642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AFC336B-9D1E-2D9F-48D3-5EC0FA63E569}"/>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6A7AE090-ABCF-8B9A-BBC4-24CB3540EAA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32A1CC5-D133-A6F0-B563-7EAD68B623A3}"/>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371359873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3B8A4D-DDB3-8032-5844-AA7161C11EC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84D4690-2849-9DD7-A809-1094D22DF6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E0D0DEF8-86FE-CF65-7E99-72288A09F6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2EA9CC4-4D09-394A-4801-D5B499BDBB77}"/>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84BAA07C-8379-B2FB-69CA-1A25C13E4A1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37E26A2-9E1B-2FDD-679F-1C504743C9A0}"/>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422670806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F47145-5349-8242-7791-DC57657583A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FC7459BA-247B-E8F2-84C1-E4B114B5743F}"/>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F724F2D-5937-644B-4E7B-53834ACCEDFE}"/>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761F8C85-73E4-0FCA-B09B-B6BC11D57FF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F03BC14-6A2C-BB0F-6436-6877543B82ED}"/>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244614248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AF4F536-7E0C-C605-BCC6-49246FEBC3E6}"/>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297739BF-B3CD-1A51-F868-6BBE36835307}"/>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E67D66-BAAF-AED8-49E7-8C4094E59DB0}"/>
              </a:ext>
            </a:extLst>
          </p:cNvPr>
          <p:cNvSpPr>
            <a:spLocks noGrp="1"/>
          </p:cNvSpPr>
          <p:nvPr>
            <p:ph type="dt" sz="half" idx="10"/>
          </p:nvPr>
        </p:nvSpPr>
        <p:spPr/>
        <p:txBody>
          <a:bodyPr/>
          <a:lstStyle/>
          <a:p>
            <a:fld id="{5BCA1AFA-EB81-437F-80FB-D1384ED8B1E6}"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175E67FE-E761-5CA5-9842-28F824C708D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9418C3-CA40-B625-33A8-5A7F12141F12}"/>
              </a:ext>
            </a:extLst>
          </p:cNvPr>
          <p:cNvSpPr>
            <a:spLocks noGrp="1"/>
          </p:cNvSpPr>
          <p:nvPr>
            <p:ph type="sldNum" sz="quarter" idx="12"/>
          </p:nvPr>
        </p:nvSpPr>
        <p:spPr/>
        <p:txBody>
          <a:body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36627748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B40A8C-54FC-C8F2-C383-B1D251F58F7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F117F71-C35D-1ABE-7DB1-E46066DBDB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BC3F4E5-1E8F-1114-74A4-D37DB8848A59}"/>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D262E26F-8929-32B5-A5C4-E860F0E9474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B99032-10D5-F42F-A02D-7866B5DF8C68}"/>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23529655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E2BEB5-1AFB-C84A-8179-1575FCC7BB7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1C252C1-3B8A-FAA4-F5D5-3FC483E42D9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E05BAF7-BEE2-F906-F702-D64323C25945}"/>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73DCE5CD-7521-3CF3-8849-836D5C2FA30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3599E15-2845-72AE-F10A-235C3A3568E5}"/>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338120740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810AEA-C8F4-1693-1230-D88CB7E375EE}"/>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1F0B2D7-220B-B023-C1BF-AC6F4E4EADF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6569E9D-8717-7F4A-F78C-68FA45D90E07}"/>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6E56851-CB7E-A2A9-FACD-624D35BFEF0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FCDD1C5-EB82-83C6-1969-466E0212342E}"/>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25371307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0650D-A0DB-5AD0-080C-09EA4B0C9F4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7C48E78-0B1F-CAB8-572B-F1D855DE8DF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887F072C-07ED-A2A4-C891-1ED4671781D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A8EE2691-60F9-50DB-7547-9A98FEF7C16B}"/>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802E3AC5-FB28-2CE1-E832-11A6BF22FF1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F990BA7-FC3E-5A8B-2BBD-9CE1EBB37B61}"/>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79436694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C4229-6933-38E4-FFFA-9ED0816D9D67}"/>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48D6B3E-0985-1002-FAE8-B59304BBF0C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A6B38D0-C4EE-408B-3F50-B300A662F7E3}"/>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874E30DB-EC1C-622F-422B-85100FAB25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43D682D4-2C97-CC99-32E9-F6B1A6AB50E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DF421076-F3A8-6D1E-A0FF-2740466503B4}"/>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1C737E01-E88E-513A-12CC-D0E29AF62F94}"/>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86F8703-9784-C9B0-F950-BEFAFFB8C256}"/>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5248803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DCFD2A5-FCEA-28D8-048D-7E3B78A59A1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E74ACE70-1F93-B412-47EB-58E461412066}"/>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B802EBB1-314B-C980-5A19-3B965A921A7A}"/>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6A2C7D5-E578-534B-FF9B-B1695D4085C3}"/>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30491557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E721B671-1C25-E714-3303-561E3EEF5EE7}"/>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C0A3B57B-1505-243A-FBD0-AD5CCCC6D3E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4930AB0-4E64-6491-B83F-CABE136922B2}"/>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79849617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AB56AE-DA52-1EEE-00CC-09F0781E956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A728264C-A8BC-24B9-F93C-8517D91108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10B3C5B-07BB-CFC7-5EBF-5B23A8B098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C61FCAEA-4913-E8DF-7186-5834AA364BE8}"/>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3E85C33E-06A3-EDF2-969D-693038B69FA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64A55F4-2891-71FE-4D8B-DA08A0B5DC90}"/>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145229423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86B32B7-64F1-0481-8FEF-8AC8F54BA6E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84011AF-C610-076A-9746-9E7412A4EC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001FE62-FA29-444A-1373-90F867815B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7C8AFF8-BF62-8B84-7B97-8A2B0D77BEEE}"/>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6FC68631-F085-C59F-4E8B-106B0B57EAE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4733297-F929-1273-3C55-6B4DF9A89D21}"/>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22105831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273B1F8-7971-9C38-66EB-F4FE5056CB0B}"/>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0821F05-CD6D-E737-B43C-251C7A98F59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3886F77-14C9-7EE9-C742-2919F9D10BC9}"/>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B13B2504-A32C-A3AC-C384-676C0C5B9B9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01AB08-E016-6495-69A0-BA96FB17B6EF}"/>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1955937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104813A-D863-60FE-DB30-6523A263085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6213029-D51B-A53F-F6B5-05CC9E6B0144}"/>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B778B55-3456-E809-A52E-99B76E3D85D0}"/>
              </a:ext>
            </a:extLst>
          </p:cNvPr>
          <p:cNvSpPr>
            <a:spLocks noGrp="1"/>
          </p:cNvSpPr>
          <p:nvPr>
            <p:ph type="dt" sz="half" idx="10"/>
          </p:nvPr>
        </p:nvSpPr>
        <p:spPr/>
        <p:txBody>
          <a:bodyPr/>
          <a:lstStyle/>
          <a:p>
            <a:fld id="{A11ED698-9644-40B5-98E3-44A2F6A43A1B}"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2351B354-4CBD-89CF-D377-F202F14AEAC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620D3EF-A7C3-D111-5E96-15613FEBF5BE}"/>
              </a:ext>
            </a:extLst>
          </p:cNvPr>
          <p:cNvSpPr>
            <a:spLocks noGrp="1"/>
          </p:cNvSpPr>
          <p:nvPr>
            <p:ph type="sldNum" sz="quarter" idx="12"/>
          </p:nvPr>
        </p:nvSpPr>
        <p:spPr/>
        <p:txBody>
          <a:body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41223180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3B4777-9D5A-775E-CBD0-1E1A66DF819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07A92864-B1B5-37FD-7B9D-13ADD9028F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B40BDF0-6D21-8E05-2281-A93B2586239E}"/>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F5C24310-7D4C-D9BE-EB35-FCB0EA71759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EC9BC1E-92A8-C1C6-24E7-38D724183ABF}"/>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242673548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8C575D-F910-3A91-69BD-05BCC4A59C82}"/>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61CF516-9E49-D872-553D-A9F78FF08CF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17BC87B-EDAE-6231-E268-A686C1A7EC07}"/>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84D3259-47D9-E7DE-60EE-C411CAE0780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4ECD60C-4C85-4BC3-7E04-7F12219FA440}"/>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7697770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FFA312-9D69-D800-056D-87E12E6625D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23E2233-CDCB-2E17-9629-78D19FEAFBF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277DEE6-6E15-CBE4-C73F-48686F59D838}"/>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5CF4580A-9ADF-83CE-ECA4-4E77438369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2E3065-1E60-C5E6-217D-C3D37ACD18B7}"/>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268070204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74F2CA-532A-D6F6-0E81-A2C83E7FEA05}"/>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84C736D-C4B4-CCAB-4827-12C274B41BEC}"/>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19256BD-45EB-9139-3628-50ECBD80074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D6893AB9-6727-2DBD-52DF-11EC1EA27A4C}"/>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1F115D1A-48E2-4F4E-59EC-F4918C602C1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312D6F6-F9D8-CA91-AB25-24C612385494}"/>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185342062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4EFE43-61A4-3E04-DDCC-94F66DF760BD}"/>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107B3D3-D439-5A15-22F9-BAB4D58F34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91765FB-9974-3848-E7AD-533CB0D762CF}"/>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123DBDC6-3908-76C8-4243-598E0EBC79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F0348C4D-A16D-62C5-0B16-AFDA4C39735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5C1E4EAB-0408-C898-C2ED-51EB5E6F9A93}"/>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5583E147-FA05-74D2-9628-F38A33C96C2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C834F2AF-04C7-8E5F-C40A-7B00A35792A1}"/>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294961837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19688D-396F-9376-BBAB-B75E54E31F3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BCD9F30-CA6F-BCB2-E045-F781AAB83B20}"/>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0F19FC2B-7D4D-BBB7-36CF-29793683C76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4AA343-7D86-B279-00D8-3D8A4AB122EE}"/>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208353438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975AD6E-054A-6493-BF34-493700AC8EDC}"/>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6A7016B4-48C1-5610-5DE4-856E9458F27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318817C-239D-3E11-DC48-5334F2D734BF}"/>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313941578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5D8A47-4F5A-9695-3AE9-11CAD601D50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B3207074-AB05-CDC4-D6C0-E61DB1545E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50FC6B5-BBE9-A9D8-57A0-ECC436A0EB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6FB81E2-0F03-C56B-23EA-FD056D27A6D8}"/>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9A682CE8-A24D-B828-C9D5-9E0EDBF10E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19F6A06-1B4A-EB79-CBA8-AE052DC03F62}"/>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167793350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F4199B-2F7B-CB1C-0AA9-3C2DDCFEC893}"/>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9C4922C-7B7C-C427-BA42-9DB7FBCC7B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266DF436-3945-3C0F-9084-2B50582D37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5FDF76B-6157-4D9C-8A17-FAEADB79086D}"/>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30C4AD6E-8FBE-755F-ECC9-B84828E1B22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D769CA2-C996-845A-7EE0-416957992BC1}"/>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266776169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AF767F-2DB6-6979-8648-587130B1BDD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5B06E28-5D36-D696-A8E1-0DF120AB65AA}"/>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2CBB1D8-A996-B33B-A765-06D0063D8ED0}"/>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ECC76AF3-DB76-8268-7714-BCAC69F90B4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00DE56-5038-1AA1-DAB1-F3FCF03DE7BB}"/>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40932287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381F794-37D3-30DA-AB9F-C92354B1480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D246937-79CF-B5CF-1641-231190A9DC5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DB0FEA6-B2C6-DBF4-9FC9-31E500487ABE}"/>
              </a:ext>
            </a:extLst>
          </p:cNvPr>
          <p:cNvSpPr>
            <a:spLocks noGrp="1"/>
          </p:cNvSpPr>
          <p:nvPr>
            <p:ph type="dt" sz="half" idx="10"/>
          </p:nvPr>
        </p:nvSpPr>
        <p:spPr/>
        <p:txBody>
          <a:bodyPr/>
          <a:lstStyle/>
          <a:p>
            <a:fld id="{9CDC1974-B564-49FC-99C3-206A0383AC24}"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D900DEC-4477-D4D1-2895-2401A90902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CBD9CAF-879E-3D73-C64C-4179CEB3FA02}"/>
              </a:ext>
            </a:extLst>
          </p:cNvPr>
          <p:cNvSpPr>
            <a:spLocks noGrp="1"/>
          </p:cNvSpPr>
          <p:nvPr>
            <p:ph type="sldNum" sz="quarter" idx="12"/>
          </p:nvPr>
        </p:nvSpPr>
        <p:spPr/>
        <p:txBody>
          <a:body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121879421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47DCE4-31FF-7D77-7859-1E85CEA32CED}"/>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F955503D-02F0-DF22-7497-2BDBFE9707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ACE8549B-555B-146B-CD4C-270747B7DC0F}"/>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C2417E6-50E2-AA46-C4DD-BE5C74E3333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BD0DAB1-A449-A463-5EBD-311EEBBFCCB1}"/>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35811050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D218705-E3E6-A1DC-8A97-E3DA893995FA}"/>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D77D21B-7CE8-9D0E-ECE6-4EE9DB39521D}"/>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80468A9-C0A5-ECF7-E10D-9D95083A1519}"/>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1D82C411-7FE4-F8A3-E1A9-D7BCF0CE04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5C13101-6A06-DDFD-5532-FBD47C513D83}"/>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7357636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5A86E2-2F82-3222-805B-02AF9AFD8314}"/>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8080DA-11DC-03E8-EDB1-967D269EA31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AE798816-0F3D-99F1-CD01-BBC148D76414}"/>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B23D69D0-20F1-3FEA-6EE9-C6076D2F180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5C27225-E96F-9C14-8126-A951ACB2DEBB}"/>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259745023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9C0D83-AE14-7901-934B-45F57D2B8F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BFD37CC-D127-3DAA-E37D-797D9E2FE520}"/>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73046C-567A-2DC5-BB8C-0EFFCA4749DC}"/>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B260738C-16D7-5B8B-ED2E-A46DCFB5F0C3}"/>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A980433A-D510-E92A-A70F-E2169985DB0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DF5EBA0-5D8E-1561-6A67-887C5BEC5B6F}"/>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77345759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B6E840-718F-1A62-E852-CE75C0F5A3A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ED7BF4C3-0D8C-B526-804F-5872B359AF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A492484-7B1C-AD8F-787C-9A52832B0542}"/>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2A7CD5C6-AFCF-C854-DB2A-D33AF7A5EA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5DD4DB-7EF8-D478-DC87-12A6FFDA871C}"/>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5BD4A26-3CD1-3B89-657D-7B23C560266B}"/>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8" name="页脚占位符 7">
            <a:extLst>
              <a:ext uri="{FF2B5EF4-FFF2-40B4-BE49-F238E27FC236}">
                <a16:creationId xmlns:a16="http://schemas.microsoft.com/office/drawing/2014/main" id="{1887F749-3883-0EEE-34DD-C32B38ABA78A}"/>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344EEFD1-291B-1AE9-AC17-9D1AB7D07811}"/>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230795289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D05AF8-5EF5-B4CC-D8ED-16912C5DDC5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4A5B71D-1969-0AA3-B148-D78FCDF84502}"/>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4" name="页脚占位符 3">
            <a:extLst>
              <a:ext uri="{FF2B5EF4-FFF2-40B4-BE49-F238E27FC236}">
                <a16:creationId xmlns:a16="http://schemas.microsoft.com/office/drawing/2014/main" id="{6DF43A36-98FF-CA4A-2DCB-AA6AB20E959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A390D91-67FF-FDD9-39EA-A7749BEEF9CD}"/>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2041094837"/>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9032D9-D69A-9E62-DBE3-6400092D93D1}"/>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3" name="页脚占位符 2">
            <a:extLst>
              <a:ext uri="{FF2B5EF4-FFF2-40B4-BE49-F238E27FC236}">
                <a16:creationId xmlns:a16="http://schemas.microsoft.com/office/drawing/2014/main" id="{84A6E174-12B5-76FB-B4BF-738F4820884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9DD92CD-95D2-2BEC-D643-DE76E10AF8E9}"/>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137720814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DC01A4-C5B8-A918-A481-66C22D65A11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5B2C747-AA34-170F-A9A2-DB7CC6C3A2B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CD6304B-DBA7-D54F-6120-C760C7C8975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DFFFB83D-F6E4-DA14-9676-71D55F211605}"/>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7A008CDF-38AA-5333-99B0-3E410819F16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83FE74C-B79F-2F98-2ACF-73C4D6913CB6}"/>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14092277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1A681BF-E416-68C7-0D4D-6E3C69D932A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212D01-D3CD-0751-7398-CBE52B98D4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49732D19-D95B-5994-8C24-957F7A5FAF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828DC24-85BA-72FB-25FD-00BCC91AE5B1}"/>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6" name="页脚占位符 5">
            <a:extLst>
              <a:ext uri="{FF2B5EF4-FFF2-40B4-BE49-F238E27FC236}">
                <a16:creationId xmlns:a16="http://schemas.microsoft.com/office/drawing/2014/main" id="{4D986DA9-6F21-0AE2-98ED-558E48A2AD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39A5DC-1758-A096-16C2-41115525F030}"/>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343250607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BC085F-FE7B-6CEA-8519-ED713F6E689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CAF3802-E273-2F95-E34C-427FEB45692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D5FCE0D-A273-7C75-428D-00D1B0254D6F}"/>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D112AD3F-0831-B42F-FD65-5437B14026D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B0ACFF-1E03-2DE9-B8E4-9B08743240A3}"/>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81424467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C05BD8C-F00D-202A-4154-1FDA48F337F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F376CCCB-A281-D570-7353-F7ABA8B198CB}"/>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2860901-59F6-65B9-4398-A95BC8DA119C}"/>
              </a:ext>
            </a:extLst>
          </p:cNvPr>
          <p:cNvSpPr>
            <a:spLocks noGrp="1"/>
          </p:cNvSpPr>
          <p:nvPr>
            <p:ph type="dt" sz="half" idx="10"/>
          </p:nvPr>
        </p:nvSpPr>
        <p:spPr/>
        <p:txBody>
          <a:bodyPr/>
          <a:lstStyle/>
          <a:p>
            <a:fld id="{3AC5E6A4-58D0-4668-8214-52AE265EBC2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C9FEA55C-AA4E-3310-42A9-007C54E061A7}"/>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705175D-C722-01F3-36B6-EFC5AD690739}"/>
              </a:ext>
            </a:extLst>
          </p:cNvPr>
          <p:cNvSpPr>
            <a:spLocks noGrp="1"/>
          </p:cNvSpPr>
          <p:nvPr>
            <p:ph type="sldNum" sz="quarter" idx="12"/>
          </p:nvPr>
        </p:nvSpPr>
        <p:spPr/>
        <p:txBody>
          <a:body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33786093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A97A9E6-4893-FF7C-5EFB-BE35325FA6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67A8AF5C-E2B0-8FDF-F97C-6FE20D1621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7B08C25-F3BF-EA2A-1213-0D38B12499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1CABF87-32E7-4F79-AB90-E731F2CD8A23}"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F123CA4A-1503-4C93-7C49-3D43813318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533CFAD4-07A2-5D22-784C-915DF6764F1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CCB6AB-0A3B-403C-96E7-4AA19F029B52}" type="slidenum">
              <a:rPr lang="zh-CN" altLang="en-US" smtClean="0"/>
              <a:t>‹#›</a:t>
            </a:fld>
            <a:endParaRPr lang="zh-CN" altLang="en-US"/>
          </a:p>
        </p:txBody>
      </p:sp>
    </p:spTree>
    <p:extLst>
      <p:ext uri="{BB962C8B-B14F-4D97-AF65-F5344CB8AC3E}">
        <p14:creationId xmlns:p14="http://schemas.microsoft.com/office/powerpoint/2010/main" val="38349272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301E8BB-EE06-84A5-668F-9450C0EDE0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91D7491-2D6B-8416-C719-CBB358104C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6A93C53-F827-7671-8195-5B8FA05070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7F36E6-A1DA-40BC-BAC9-F5DBE9C9CA12}"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FC37A05-EB37-1B58-EB73-EC4807ED5F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00DD689B-C574-7ACF-1D17-8E89A8DAD3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FE78ED-4B16-4779-BF56-50F85AAF677F}" type="slidenum">
              <a:rPr lang="zh-CN" altLang="en-US" smtClean="0"/>
              <a:t>‹#›</a:t>
            </a:fld>
            <a:endParaRPr lang="zh-CN" altLang="en-US"/>
          </a:p>
        </p:txBody>
      </p:sp>
    </p:spTree>
    <p:extLst>
      <p:ext uri="{BB962C8B-B14F-4D97-AF65-F5344CB8AC3E}">
        <p14:creationId xmlns:p14="http://schemas.microsoft.com/office/powerpoint/2010/main" val="23418222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4CEE7A9-4380-8F6D-C590-E703EFB1F30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651107-8353-369A-A767-988E95E17AF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6ADA36-0044-1E8B-3410-13973671370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49D376-A6BC-4588-AE6D-566402F81170}"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960EABFE-3715-4968-CA00-342E467808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2F1ED535-04CF-33E8-539F-D84FC5D2AB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F31599-4D21-4135-AC37-8230134D23D9}" type="slidenum">
              <a:rPr lang="zh-CN" altLang="en-US" smtClean="0"/>
              <a:t>‹#›</a:t>
            </a:fld>
            <a:endParaRPr lang="zh-CN" altLang="en-US"/>
          </a:p>
        </p:txBody>
      </p:sp>
    </p:spTree>
    <p:extLst>
      <p:ext uri="{BB962C8B-B14F-4D97-AF65-F5344CB8AC3E}">
        <p14:creationId xmlns:p14="http://schemas.microsoft.com/office/powerpoint/2010/main" val="42331481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98EA481-491E-67F8-32C4-699AFA4AAA2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FD45F25-B2CE-D714-5757-7F11DD289C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DEA272B-53AF-030D-3532-B9C9C21DFD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1AFA-EB81-437F-80FB-D1384ED8B1E6}"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5C009793-ED07-5259-140A-68FA2FF5B6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AE1D33D-DBB2-5F3E-E629-8D0A9AF7CA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EC0C2D-BF5A-4D92-8988-7F6F4F582120}" type="slidenum">
              <a:rPr lang="zh-CN" altLang="en-US" smtClean="0"/>
              <a:t>‹#›</a:t>
            </a:fld>
            <a:endParaRPr lang="zh-CN" altLang="en-US"/>
          </a:p>
        </p:txBody>
      </p:sp>
    </p:spTree>
    <p:extLst>
      <p:ext uri="{BB962C8B-B14F-4D97-AF65-F5344CB8AC3E}">
        <p14:creationId xmlns:p14="http://schemas.microsoft.com/office/powerpoint/2010/main" val="346337696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A37F3320-2B13-A6D1-A720-368EA2DFEF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4018183-BFB8-5FEE-AF72-F450DCD228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44014CB-BC56-6205-4BED-5209B18638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1ED698-9644-40B5-98E3-44A2F6A43A1B}"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8E7474AF-8155-727B-53CF-09C3E0936F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4B53D639-248E-E572-491B-8C69095838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F70F27-DF9B-4A7A-8D0C-270BD6EFCAFD}" type="slidenum">
              <a:rPr lang="zh-CN" altLang="en-US" smtClean="0"/>
              <a:t>‹#›</a:t>
            </a:fld>
            <a:endParaRPr lang="zh-CN" altLang="en-US"/>
          </a:p>
        </p:txBody>
      </p:sp>
    </p:spTree>
    <p:extLst>
      <p:ext uri="{BB962C8B-B14F-4D97-AF65-F5344CB8AC3E}">
        <p14:creationId xmlns:p14="http://schemas.microsoft.com/office/powerpoint/2010/main" val="344328097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97D8A72-165A-2612-CBFE-1562E12C50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1ADAE84-C011-A9AA-9CDE-0518ECBCD94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12ACEDB-2753-D17A-B105-4BA13F454A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DC1974-B564-49FC-99C3-206A0383AC24}"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AED6DC0B-67A5-F0BA-984B-329956BB6B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809C974-397B-1668-4E6C-5A5D637A95A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23AF1CE-1B6B-4471-8AA0-21548936DFB3}" type="slidenum">
              <a:rPr lang="zh-CN" altLang="en-US" smtClean="0"/>
              <a:t>‹#›</a:t>
            </a:fld>
            <a:endParaRPr lang="zh-CN" altLang="en-US"/>
          </a:p>
        </p:txBody>
      </p:sp>
    </p:spTree>
    <p:extLst>
      <p:ext uri="{BB962C8B-B14F-4D97-AF65-F5344CB8AC3E}">
        <p14:creationId xmlns:p14="http://schemas.microsoft.com/office/powerpoint/2010/main" val="112550699"/>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7896C19-0F99-B2B9-296D-A8393E0945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D7D83CA6-B560-A54C-C326-704A95588A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C19DD7F-485C-7732-A020-EC508D2A49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C5E6A4-58D0-4668-8214-52AE265EBC27}" type="datetimeFigureOut">
              <a:rPr lang="zh-CN" altLang="en-US" smtClean="0"/>
              <a:t>2025/11/2</a:t>
            </a:fld>
            <a:endParaRPr lang="zh-CN" altLang="en-US"/>
          </a:p>
        </p:txBody>
      </p:sp>
      <p:sp>
        <p:nvSpPr>
          <p:cNvPr id="5" name="页脚占位符 4">
            <a:extLst>
              <a:ext uri="{FF2B5EF4-FFF2-40B4-BE49-F238E27FC236}">
                <a16:creationId xmlns:a16="http://schemas.microsoft.com/office/drawing/2014/main" id="{45A6BD08-9E6E-D329-7102-1E1022CDDF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E7518D7D-ADCC-5945-9648-36CC434E734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2BED232-C093-4C34-A65B-88C8ED77E70A}" type="slidenum">
              <a:rPr lang="zh-CN" altLang="en-US" smtClean="0"/>
              <a:t>‹#›</a:t>
            </a:fld>
            <a:endParaRPr lang="zh-CN" altLang="en-US"/>
          </a:p>
        </p:txBody>
      </p:sp>
    </p:spTree>
    <p:extLst>
      <p:ext uri="{BB962C8B-B14F-4D97-AF65-F5344CB8AC3E}">
        <p14:creationId xmlns:p14="http://schemas.microsoft.com/office/powerpoint/2010/main" val="3749250461"/>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tags" Target="../tags/tag21.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5" Type="http://schemas.openxmlformats.org/officeDocument/2006/relationships/image" Target="../media/image1.jp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customXml" Target="../../customXml/item3.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notesSlide" Target="../notesSlides/notesSlide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slideLayout" Target="../slideLayouts/slideLayout7.xml"/><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tags" Target="../tags/tag22.xml"/></Relationships>
</file>

<file path=ppt/slides/_rels/slide2.xml.rels><?xml version="1.0" encoding="UTF-8" standalone="yes"?>
<Relationships xmlns="http://schemas.openxmlformats.org/package/2006/relationships"><Relationship Id="rId13" Type="http://schemas.openxmlformats.org/officeDocument/2006/relationships/tags" Target="../tags/tag34.xml"/><Relationship Id="rId18" Type="http://schemas.openxmlformats.org/officeDocument/2006/relationships/tags" Target="../tags/tag39.xml"/><Relationship Id="rId26" Type="http://schemas.openxmlformats.org/officeDocument/2006/relationships/tags" Target="../tags/tag47.xml"/><Relationship Id="rId3" Type="http://schemas.openxmlformats.org/officeDocument/2006/relationships/tags" Target="../tags/tag24.xml"/><Relationship Id="rId21" Type="http://schemas.openxmlformats.org/officeDocument/2006/relationships/tags" Target="../tags/tag42.xml"/><Relationship Id="rId34" Type="http://schemas.openxmlformats.org/officeDocument/2006/relationships/tags" Target="../tags/tag55.xml"/><Relationship Id="rId7" Type="http://schemas.openxmlformats.org/officeDocument/2006/relationships/tags" Target="../tags/tag28.xml"/><Relationship Id="rId12" Type="http://schemas.openxmlformats.org/officeDocument/2006/relationships/tags" Target="../tags/tag33.xml"/><Relationship Id="rId17" Type="http://schemas.openxmlformats.org/officeDocument/2006/relationships/tags" Target="../tags/tag38.xml"/><Relationship Id="rId25" Type="http://schemas.openxmlformats.org/officeDocument/2006/relationships/tags" Target="../tags/tag46.xml"/><Relationship Id="rId33" Type="http://schemas.openxmlformats.org/officeDocument/2006/relationships/tags" Target="../tags/tag54.xml"/><Relationship Id="rId2" Type="http://schemas.openxmlformats.org/officeDocument/2006/relationships/tags" Target="../tags/tag23.xml"/><Relationship Id="rId16" Type="http://schemas.openxmlformats.org/officeDocument/2006/relationships/tags" Target="../tags/tag37.xml"/><Relationship Id="rId20" Type="http://schemas.openxmlformats.org/officeDocument/2006/relationships/tags" Target="../tags/tag41.xml"/><Relationship Id="rId29" Type="http://schemas.openxmlformats.org/officeDocument/2006/relationships/tags" Target="../tags/tag50.xml"/><Relationship Id="rId1" Type="http://schemas.openxmlformats.org/officeDocument/2006/relationships/customXml" Target="../../customXml/item4.xml"/><Relationship Id="rId6" Type="http://schemas.openxmlformats.org/officeDocument/2006/relationships/tags" Target="../tags/tag27.xml"/><Relationship Id="rId11" Type="http://schemas.openxmlformats.org/officeDocument/2006/relationships/tags" Target="../tags/tag32.xml"/><Relationship Id="rId24" Type="http://schemas.openxmlformats.org/officeDocument/2006/relationships/tags" Target="../tags/tag45.xml"/><Relationship Id="rId32" Type="http://schemas.openxmlformats.org/officeDocument/2006/relationships/tags" Target="../tags/tag53.xml"/><Relationship Id="rId5" Type="http://schemas.openxmlformats.org/officeDocument/2006/relationships/tags" Target="../tags/tag26.xml"/><Relationship Id="rId15" Type="http://schemas.openxmlformats.org/officeDocument/2006/relationships/tags" Target="../tags/tag36.xml"/><Relationship Id="rId23" Type="http://schemas.openxmlformats.org/officeDocument/2006/relationships/tags" Target="../tags/tag44.xml"/><Relationship Id="rId28" Type="http://schemas.openxmlformats.org/officeDocument/2006/relationships/tags" Target="../tags/tag49.xml"/><Relationship Id="rId36" Type="http://schemas.openxmlformats.org/officeDocument/2006/relationships/notesSlide" Target="../notesSlides/notesSlide2.xml"/><Relationship Id="rId10" Type="http://schemas.openxmlformats.org/officeDocument/2006/relationships/tags" Target="../tags/tag31.xml"/><Relationship Id="rId19" Type="http://schemas.openxmlformats.org/officeDocument/2006/relationships/tags" Target="../tags/tag40.xml"/><Relationship Id="rId31" Type="http://schemas.openxmlformats.org/officeDocument/2006/relationships/tags" Target="../tags/tag52.xml"/><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tags" Target="../tags/tag35.xml"/><Relationship Id="rId22" Type="http://schemas.openxmlformats.org/officeDocument/2006/relationships/tags" Target="../tags/tag43.xml"/><Relationship Id="rId27" Type="http://schemas.openxmlformats.org/officeDocument/2006/relationships/tags" Target="../tags/tag48.xml"/><Relationship Id="rId30" Type="http://schemas.openxmlformats.org/officeDocument/2006/relationships/tags" Target="../tags/tag51.xml"/><Relationship Id="rId35" Type="http://schemas.openxmlformats.org/officeDocument/2006/relationships/slideLayout" Target="../slideLayouts/slideLayout7.xml"/><Relationship Id="rId8" Type="http://schemas.openxmlformats.org/officeDocument/2006/relationships/tags" Target="../tags/tag29.xml"/></Relationships>
</file>

<file path=ppt/slides/_rels/slide3.xml.rels><?xml version="1.0" encoding="UTF-8" standalone="yes"?>
<Relationships xmlns="http://schemas.openxmlformats.org/package/2006/relationships"><Relationship Id="rId13" Type="http://schemas.openxmlformats.org/officeDocument/2006/relationships/tags" Target="../tags/tag67.xml"/><Relationship Id="rId18" Type="http://schemas.openxmlformats.org/officeDocument/2006/relationships/tags" Target="../tags/tag72.xml"/><Relationship Id="rId26" Type="http://schemas.openxmlformats.org/officeDocument/2006/relationships/tags" Target="../tags/tag80.xml"/><Relationship Id="rId39" Type="http://schemas.openxmlformats.org/officeDocument/2006/relationships/tags" Target="../tags/tag93.xml"/><Relationship Id="rId21" Type="http://schemas.openxmlformats.org/officeDocument/2006/relationships/tags" Target="../tags/tag75.xml"/><Relationship Id="rId34" Type="http://schemas.openxmlformats.org/officeDocument/2006/relationships/tags" Target="../tags/tag88.xml"/><Relationship Id="rId42" Type="http://schemas.openxmlformats.org/officeDocument/2006/relationships/tags" Target="../tags/tag96.xml"/><Relationship Id="rId47" Type="http://schemas.openxmlformats.org/officeDocument/2006/relationships/tags" Target="../tags/tag101.xml"/><Relationship Id="rId50" Type="http://schemas.openxmlformats.org/officeDocument/2006/relationships/image" Target="../media/image2.png"/><Relationship Id="rId55" Type="http://schemas.openxmlformats.org/officeDocument/2006/relationships/image" Target="../media/image7.svg"/><Relationship Id="rId7" Type="http://schemas.openxmlformats.org/officeDocument/2006/relationships/tags" Target="../tags/tag61.xml"/><Relationship Id="rId2" Type="http://schemas.openxmlformats.org/officeDocument/2006/relationships/tags" Target="../tags/tag56.xml"/><Relationship Id="rId16" Type="http://schemas.openxmlformats.org/officeDocument/2006/relationships/tags" Target="../tags/tag70.xml"/><Relationship Id="rId29" Type="http://schemas.openxmlformats.org/officeDocument/2006/relationships/tags" Target="../tags/tag83.xml"/><Relationship Id="rId11" Type="http://schemas.openxmlformats.org/officeDocument/2006/relationships/tags" Target="../tags/tag65.xml"/><Relationship Id="rId24" Type="http://schemas.openxmlformats.org/officeDocument/2006/relationships/tags" Target="../tags/tag78.xml"/><Relationship Id="rId32" Type="http://schemas.openxmlformats.org/officeDocument/2006/relationships/tags" Target="../tags/tag86.xml"/><Relationship Id="rId37" Type="http://schemas.openxmlformats.org/officeDocument/2006/relationships/tags" Target="../tags/tag91.xml"/><Relationship Id="rId40" Type="http://schemas.openxmlformats.org/officeDocument/2006/relationships/tags" Target="../tags/tag94.xml"/><Relationship Id="rId45" Type="http://schemas.openxmlformats.org/officeDocument/2006/relationships/tags" Target="../tags/tag99.xml"/><Relationship Id="rId53" Type="http://schemas.openxmlformats.org/officeDocument/2006/relationships/image" Target="../media/image5.svg"/><Relationship Id="rId58" Type="http://schemas.openxmlformats.org/officeDocument/2006/relationships/image" Target="../media/image10.png"/><Relationship Id="rId5" Type="http://schemas.openxmlformats.org/officeDocument/2006/relationships/tags" Target="../tags/tag59.xml"/><Relationship Id="rId19" Type="http://schemas.openxmlformats.org/officeDocument/2006/relationships/tags" Target="../tags/tag73.xml"/><Relationship Id="rId4" Type="http://schemas.openxmlformats.org/officeDocument/2006/relationships/tags" Target="../tags/tag58.xml"/><Relationship Id="rId9" Type="http://schemas.openxmlformats.org/officeDocument/2006/relationships/tags" Target="../tags/tag63.xml"/><Relationship Id="rId14" Type="http://schemas.openxmlformats.org/officeDocument/2006/relationships/tags" Target="../tags/tag68.xml"/><Relationship Id="rId22" Type="http://schemas.openxmlformats.org/officeDocument/2006/relationships/tags" Target="../tags/tag76.xml"/><Relationship Id="rId27" Type="http://schemas.openxmlformats.org/officeDocument/2006/relationships/tags" Target="../tags/tag81.xml"/><Relationship Id="rId30" Type="http://schemas.openxmlformats.org/officeDocument/2006/relationships/tags" Target="../tags/tag84.xml"/><Relationship Id="rId35" Type="http://schemas.openxmlformats.org/officeDocument/2006/relationships/tags" Target="../tags/tag89.xml"/><Relationship Id="rId43" Type="http://schemas.openxmlformats.org/officeDocument/2006/relationships/tags" Target="../tags/tag97.xml"/><Relationship Id="rId48" Type="http://schemas.openxmlformats.org/officeDocument/2006/relationships/slideLayout" Target="../slideLayouts/slideLayout18.xml"/><Relationship Id="rId56" Type="http://schemas.openxmlformats.org/officeDocument/2006/relationships/image" Target="../media/image8.png"/><Relationship Id="rId8" Type="http://schemas.openxmlformats.org/officeDocument/2006/relationships/tags" Target="../tags/tag62.xml"/><Relationship Id="rId51" Type="http://schemas.openxmlformats.org/officeDocument/2006/relationships/image" Target="../media/image3.svg"/><Relationship Id="rId3" Type="http://schemas.openxmlformats.org/officeDocument/2006/relationships/tags" Target="../tags/tag57.xml"/><Relationship Id="rId12" Type="http://schemas.openxmlformats.org/officeDocument/2006/relationships/tags" Target="../tags/tag66.xml"/><Relationship Id="rId17" Type="http://schemas.openxmlformats.org/officeDocument/2006/relationships/tags" Target="../tags/tag71.xml"/><Relationship Id="rId25" Type="http://schemas.openxmlformats.org/officeDocument/2006/relationships/tags" Target="../tags/tag79.xml"/><Relationship Id="rId33" Type="http://schemas.openxmlformats.org/officeDocument/2006/relationships/tags" Target="../tags/tag87.xml"/><Relationship Id="rId38" Type="http://schemas.openxmlformats.org/officeDocument/2006/relationships/tags" Target="../tags/tag92.xml"/><Relationship Id="rId46" Type="http://schemas.openxmlformats.org/officeDocument/2006/relationships/tags" Target="../tags/tag100.xml"/><Relationship Id="rId59" Type="http://schemas.openxmlformats.org/officeDocument/2006/relationships/image" Target="../media/image11.svg"/><Relationship Id="rId20" Type="http://schemas.openxmlformats.org/officeDocument/2006/relationships/tags" Target="../tags/tag74.xml"/><Relationship Id="rId41" Type="http://schemas.openxmlformats.org/officeDocument/2006/relationships/tags" Target="../tags/tag95.xml"/><Relationship Id="rId54" Type="http://schemas.openxmlformats.org/officeDocument/2006/relationships/image" Target="../media/image6.png"/><Relationship Id="rId1" Type="http://schemas.openxmlformats.org/officeDocument/2006/relationships/customXml" Target="../../customXml/item5.xml"/><Relationship Id="rId6" Type="http://schemas.openxmlformats.org/officeDocument/2006/relationships/tags" Target="../tags/tag60.xml"/><Relationship Id="rId15" Type="http://schemas.openxmlformats.org/officeDocument/2006/relationships/tags" Target="../tags/tag69.xml"/><Relationship Id="rId23" Type="http://schemas.openxmlformats.org/officeDocument/2006/relationships/tags" Target="../tags/tag77.xml"/><Relationship Id="rId28" Type="http://schemas.openxmlformats.org/officeDocument/2006/relationships/tags" Target="../tags/tag82.xml"/><Relationship Id="rId36" Type="http://schemas.openxmlformats.org/officeDocument/2006/relationships/tags" Target="../tags/tag90.xml"/><Relationship Id="rId49" Type="http://schemas.openxmlformats.org/officeDocument/2006/relationships/notesSlide" Target="../notesSlides/notesSlide3.xml"/><Relationship Id="rId57" Type="http://schemas.openxmlformats.org/officeDocument/2006/relationships/image" Target="../media/image9.svg"/><Relationship Id="rId10" Type="http://schemas.openxmlformats.org/officeDocument/2006/relationships/tags" Target="../tags/tag64.xml"/><Relationship Id="rId31" Type="http://schemas.openxmlformats.org/officeDocument/2006/relationships/tags" Target="../tags/tag85.xml"/><Relationship Id="rId44" Type="http://schemas.openxmlformats.org/officeDocument/2006/relationships/tags" Target="../tags/tag98.xml"/><Relationship Id="rId52" Type="http://schemas.openxmlformats.org/officeDocument/2006/relationships/image" Target="../media/image4.png"/></Relationships>
</file>

<file path=ppt/slides/_rels/slide4.xml.rels><?xml version="1.0" encoding="UTF-8" standalone="yes"?>
<Relationships xmlns="http://schemas.openxmlformats.org/package/2006/relationships"><Relationship Id="rId26" Type="http://schemas.openxmlformats.org/officeDocument/2006/relationships/tags" Target="../tags/tag126.xml"/><Relationship Id="rId21" Type="http://schemas.openxmlformats.org/officeDocument/2006/relationships/tags" Target="../tags/tag121.xml"/><Relationship Id="rId42" Type="http://schemas.openxmlformats.org/officeDocument/2006/relationships/tags" Target="../tags/tag142.xml"/><Relationship Id="rId47" Type="http://schemas.openxmlformats.org/officeDocument/2006/relationships/tags" Target="../tags/tag147.xml"/><Relationship Id="rId63" Type="http://schemas.openxmlformats.org/officeDocument/2006/relationships/notesSlide" Target="../notesSlides/notesSlide4.xml"/><Relationship Id="rId68" Type="http://schemas.openxmlformats.org/officeDocument/2006/relationships/image" Target="../media/image16.png"/><Relationship Id="rId2" Type="http://schemas.openxmlformats.org/officeDocument/2006/relationships/tags" Target="../tags/tag102.xml"/><Relationship Id="rId16" Type="http://schemas.openxmlformats.org/officeDocument/2006/relationships/tags" Target="../tags/tag116.xml"/><Relationship Id="rId29" Type="http://schemas.openxmlformats.org/officeDocument/2006/relationships/tags" Target="../tags/tag129.xml"/><Relationship Id="rId11" Type="http://schemas.openxmlformats.org/officeDocument/2006/relationships/tags" Target="../tags/tag111.xml"/><Relationship Id="rId24" Type="http://schemas.openxmlformats.org/officeDocument/2006/relationships/tags" Target="../tags/tag124.xml"/><Relationship Id="rId32" Type="http://schemas.openxmlformats.org/officeDocument/2006/relationships/tags" Target="../tags/tag132.xml"/><Relationship Id="rId37" Type="http://schemas.openxmlformats.org/officeDocument/2006/relationships/tags" Target="../tags/tag137.xml"/><Relationship Id="rId40" Type="http://schemas.openxmlformats.org/officeDocument/2006/relationships/tags" Target="../tags/tag140.xml"/><Relationship Id="rId45" Type="http://schemas.openxmlformats.org/officeDocument/2006/relationships/tags" Target="../tags/tag145.xml"/><Relationship Id="rId53" Type="http://schemas.openxmlformats.org/officeDocument/2006/relationships/tags" Target="../tags/tag153.xml"/><Relationship Id="rId58" Type="http://schemas.openxmlformats.org/officeDocument/2006/relationships/tags" Target="../tags/tag158.xml"/><Relationship Id="rId66" Type="http://schemas.openxmlformats.org/officeDocument/2006/relationships/image" Target="../media/image14.png"/><Relationship Id="rId5" Type="http://schemas.openxmlformats.org/officeDocument/2006/relationships/tags" Target="../tags/tag105.xml"/><Relationship Id="rId61" Type="http://schemas.openxmlformats.org/officeDocument/2006/relationships/tags" Target="../tags/tag161.xml"/><Relationship Id="rId19" Type="http://schemas.openxmlformats.org/officeDocument/2006/relationships/tags" Target="../tags/tag119.xml"/><Relationship Id="rId14" Type="http://schemas.openxmlformats.org/officeDocument/2006/relationships/tags" Target="../tags/tag114.xml"/><Relationship Id="rId22" Type="http://schemas.openxmlformats.org/officeDocument/2006/relationships/tags" Target="../tags/tag122.xml"/><Relationship Id="rId27" Type="http://schemas.openxmlformats.org/officeDocument/2006/relationships/tags" Target="../tags/tag127.xml"/><Relationship Id="rId30" Type="http://schemas.openxmlformats.org/officeDocument/2006/relationships/tags" Target="../tags/tag130.xml"/><Relationship Id="rId35" Type="http://schemas.openxmlformats.org/officeDocument/2006/relationships/tags" Target="../tags/tag135.xml"/><Relationship Id="rId43" Type="http://schemas.openxmlformats.org/officeDocument/2006/relationships/tags" Target="../tags/tag143.xml"/><Relationship Id="rId48" Type="http://schemas.openxmlformats.org/officeDocument/2006/relationships/tags" Target="../tags/tag148.xml"/><Relationship Id="rId56" Type="http://schemas.openxmlformats.org/officeDocument/2006/relationships/tags" Target="../tags/tag156.xml"/><Relationship Id="rId64" Type="http://schemas.openxmlformats.org/officeDocument/2006/relationships/image" Target="../media/image12.png"/><Relationship Id="rId69" Type="http://schemas.openxmlformats.org/officeDocument/2006/relationships/image" Target="../media/image17.svg"/><Relationship Id="rId8" Type="http://schemas.openxmlformats.org/officeDocument/2006/relationships/tags" Target="../tags/tag108.xml"/><Relationship Id="rId51" Type="http://schemas.openxmlformats.org/officeDocument/2006/relationships/tags" Target="../tags/tag151.xml"/><Relationship Id="rId72" Type="http://schemas.openxmlformats.org/officeDocument/2006/relationships/image" Target="../media/image10.png"/><Relationship Id="rId3" Type="http://schemas.openxmlformats.org/officeDocument/2006/relationships/tags" Target="../tags/tag103.xml"/><Relationship Id="rId12" Type="http://schemas.openxmlformats.org/officeDocument/2006/relationships/tags" Target="../tags/tag112.xml"/><Relationship Id="rId17" Type="http://schemas.openxmlformats.org/officeDocument/2006/relationships/tags" Target="../tags/tag117.xml"/><Relationship Id="rId25" Type="http://schemas.openxmlformats.org/officeDocument/2006/relationships/tags" Target="../tags/tag125.xml"/><Relationship Id="rId33" Type="http://schemas.openxmlformats.org/officeDocument/2006/relationships/tags" Target="../tags/tag133.xml"/><Relationship Id="rId38" Type="http://schemas.openxmlformats.org/officeDocument/2006/relationships/tags" Target="../tags/tag138.xml"/><Relationship Id="rId46" Type="http://schemas.openxmlformats.org/officeDocument/2006/relationships/tags" Target="../tags/tag146.xml"/><Relationship Id="rId59" Type="http://schemas.openxmlformats.org/officeDocument/2006/relationships/tags" Target="../tags/tag159.xml"/><Relationship Id="rId67" Type="http://schemas.openxmlformats.org/officeDocument/2006/relationships/image" Target="../media/image15.svg"/><Relationship Id="rId20" Type="http://schemas.openxmlformats.org/officeDocument/2006/relationships/tags" Target="../tags/tag120.xml"/><Relationship Id="rId41" Type="http://schemas.openxmlformats.org/officeDocument/2006/relationships/tags" Target="../tags/tag141.xml"/><Relationship Id="rId54" Type="http://schemas.openxmlformats.org/officeDocument/2006/relationships/tags" Target="../tags/tag154.xml"/><Relationship Id="rId62" Type="http://schemas.openxmlformats.org/officeDocument/2006/relationships/slideLayout" Target="../slideLayouts/slideLayout29.xml"/><Relationship Id="rId70" Type="http://schemas.openxmlformats.org/officeDocument/2006/relationships/image" Target="../media/image18.png"/><Relationship Id="rId1" Type="http://schemas.openxmlformats.org/officeDocument/2006/relationships/customXml" Target="../../customXml/item6.xml"/><Relationship Id="rId6" Type="http://schemas.openxmlformats.org/officeDocument/2006/relationships/tags" Target="../tags/tag106.xml"/><Relationship Id="rId15" Type="http://schemas.openxmlformats.org/officeDocument/2006/relationships/tags" Target="../tags/tag115.xml"/><Relationship Id="rId23" Type="http://schemas.openxmlformats.org/officeDocument/2006/relationships/tags" Target="../tags/tag123.xml"/><Relationship Id="rId28" Type="http://schemas.openxmlformats.org/officeDocument/2006/relationships/tags" Target="../tags/tag128.xml"/><Relationship Id="rId36" Type="http://schemas.openxmlformats.org/officeDocument/2006/relationships/tags" Target="../tags/tag136.xml"/><Relationship Id="rId49" Type="http://schemas.openxmlformats.org/officeDocument/2006/relationships/tags" Target="../tags/tag149.xml"/><Relationship Id="rId57" Type="http://schemas.openxmlformats.org/officeDocument/2006/relationships/tags" Target="../tags/tag157.xml"/><Relationship Id="rId10" Type="http://schemas.openxmlformats.org/officeDocument/2006/relationships/tags" Target="../tags/tag110.xml"/><Relationship Id="rId31" Type="http://schemas.openxmlformats.org/officeDocument/2006/relationships/tags" Target="../tags/tag131.xml"/><Relationship Id="rId44" Type="http://schemas.openxmlformats.org/officeDocument/2006/relationships/tags" Target="../tags/tag144.xml"/><Relationship Id="rId52" Type="http://schemas.openxmlformats.org/officeDocument/2006/relationships/tags" Target="../tags/tag152.xml"/><Relationship Id="rId60" Type="http://schemas.openxmlformats.org/officeDocument/2006/relationships/tags" Target="../tags/tag160.xml"/><Relationship Id="rId65" Type="http://schemas.openxmlformats.org/officeDocument/2006/relationships/image" Target="../media/image13.svg"/><Relationship Id="rId73" Type="http://schemas.openxmlformats.org/officeDocument/2006/relationships/image" Target="../media/image11.svg"/><Relationship Id="rId4" Type="http://schemas.openxmlformats.org/officeDocument/2006/relationships/tags" Target="../tags/tag104.xml"/><Relationship Id="rId9" Type="http://schemas.openxmlformats.org/officeDocument/2006/relationships/tags" Target="../tags/tag109.xml"/><Relationship Id="rId13" Type="http://schemas.openxmlformats.org/officeDocument/2006/relationships/tags" Target="../tags/tag113.xml"/><Relationship Id="rId18" Type="http://schemas.openxmlformats.org/officeDocument/2006/relationships/tags" Target="../tags/tag118.xml"/><Relationship Id="rId39" Type="http://schemas.openxmlformats.org/officeDocument/2006/relationships/tags" Target="../tags/tag139.xml"/><Relationship Id="rId34" Type="http://schemas.openxmlformats.org/officeDocument/2006/relationships/tags" Target="../tags/tag134.xml"/><Relationship Id="rId50" Type="http://schemas.openxmlformats.org/officeDocument/2006/relationships/tags" Target="../tags/tag150.xml"/><Relationship Id="rId55" Type="http://schemas.openxmlformats.org/officeDocument/2006/relationships/tags" Target="../tags/tag155.xml"/><Relationship Id="rId7" Type="http://schemas.openxmlformats.org/officeDocument/2006/relationships/tags" Target="../tags/tag107.xml"/><Relationship Id="rId71" Type="http://schemas.openxmlformats.org/officeDocument/2006/relationships/image" Target="../media/image19.svg"/></Relationships>
</file>

<file path=ppt/slides/_rels/slide5.xml.rels><?xml version="1.0" encoding="UTF-8" standalone="yes"?>
<Relationships xmlns="http://schemas.openxmlformats.org/package/2006/relationships"><Relationship Id="rId8" Type="http://schemas.openxmlformats.org/officeDocument/2006/relationships/tags" Target="../tags/tag168.xml"/><Relationship Id="rId13" Type="http://schemas.openxmlformats.org/officeDocument/2006/relationships/tags" Target="../tags/tag173.xml"/><Relationship Id="rId18" Type="http://schemas.openxmlformats.org/officeDocument/2006/relationships/notesSlide" Target="../notesSlides/notesSlide5.xml"/><Relationship Id="rId3" Type="http://schemas.openxmlformats.org/officeDocument/2006/relationships/tags" Target="../tags/tag163.xml"/><Relationship Id="rId21" Type="http://schemas.openxmlformats.org/officeDocument/2006/relationships/image" Target="../media/image10.png"/><Relationship Id="rId7" Type="http://schemas.openxmlformats.org/officeDocument/2006/relationships/tags" Target="../tags/tag167.xml"/><Relationship Id="rId12" Type="http://schemas.openxmlformats.org/officeDocument/2006/relationships/tags" Target="../tags/tag172.xml"/><Relationship Id="rId17" Type="http://schemas.openxmlformats.org/officeDocument/2006/relationships/slideLayout" Target="../slideLayouts/slideLayout40.xml"/><Relationship Id="rId2" Type="http://schemas.openxmlformats.org/officeDocument/2006/relationships/tags" Target="../tags/tag162.xml"/><Relationship Id="rId16" Type="http://schemas.openxmlformats.org/officeDocument/2006/relationships/tags" Target="../tags/tag176.xml"/><Relationship Id="rId20" Type="http://schemas.openxmlformats.org/officeDocument/2006/relationships/image" Target="../media/image21.cc0"/><Relationship Id="rId1" Type="http://schemas.openxmlformats.org/officeDocument/2006/relationships/customXml" Target="../../customXml/item7.xml"/><Relationship Id="rId6" Type="http://schemas.openxmlformats.org/officeDocument/2006/relationships/tags" Target="../tags/tag166.xml"/><Relationship Id="rId11" Type="http://schemas.openxmlformats.org/officeDocument/2006/relationships/tags" Target="../tags/tag171.xml"/><Relationship Id="rId5" Type="http://schemas.openxmlformats.org/officeDocument/2006/relationships/tags" Target="../tags/tag165.xml"/><Relationship Id="rId15" Type="http://schemas.openxmlformats.org/officeDocument/2006/relationships/tags" Target="../tags/tag175.xml"/><Relationship Id="rId10" Type="http://schemas.openxmlformats.org/officeDocument/2006/relationships/tags" Target="../tags/tag170.xml"/><Relationship Id="rId19" Type="http://schemas.openxmlformats.org/officeDocument/2006/relationships/image" Target="../media/image20.cc0"/><Relationship Id="rId4" Type="http://schemas.openxmlformats.org/officeDocument/2006/relationships/tags" Target="../tags/tag164.xml"/><Relationship Id="rId9" Type="http://schemas.openxmlformats.org/officeDocument/2006/relationships/tags" Target="../tags/tag169.xml"/><Relationship Id="rId14" Type="http://schemas.openxmlformats.org/officeDocument/2006/relationships/tags" Target="../tags/tag174.xml"/><Relationship Id="rId22"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tags" Target="../tags/tag183.xml"/><Relationship Id="rId13" Type="http://schemas.openxmlformats.org/officeDocument/2006/relationships/tags" Target="../tags/tag188.xml"/><Relationship Id="rId18" Type="http://schemas.openxmlformats.org/officeDocument/2006/relationships/tags" Target="../tags/tag193.xml"/><Relationship Id="rId26" Type="http://schemas.openxmlformats.org/officeDocument/2006/relationships/tags" Target="../tags/tag201.xml"/><Relationship Id="rId3" Type="http://schemas.openxmlformats.org/officeDocument/2006/relationships/tags" Target="../tags/tag178.xml"/><Relationship Id="rId21" Type="http://schemas.openxmlformats.org/officeDocument/2006/relationships/tags" Target="../tags/tag196.xml"/><Relationship Id="rId7" Type="http://schemas.openxmlformats.org/officeDocument/2006/relationships/tags" Target="../tags/tag182.xml"/><Relationship Id="rId12" Type="http://schemas.openxmlformats.org/officeDocument/2006/relationships/tags" Target="../tags/tag187.xml"/><Relationship Id="rId17" Type="http://schemas.openxmlformats.org/officeDocument/2006/relationships/tags" Target="../tags/tag192.xml"/><Relationship Id="rId25" Type="http://schemas.openxmlformats.org/officeDocument/2006/relationships/tags" Target="../tags/tag200.xml"/><Relationship Id="rId2" Type="http://schemas.openxmlformats.org/officeDocument/2006/relationships/tags" Target="../tags/tag177.xml"/><Relationship Id="rId16" Type="http://schemas.openxmlformats.org/officeDocument/2006/relationships/tags" Target="../tags/tag191.xml"/><Relationship Id="rId20" Type="http://schemas.openxmlformats.org/officeDocument/2006/relationships/tags" Target="../tags/tag195.xml"/><Relationship Id="rId29" Type="http://schemas.openxmlformats.org/officeDocument/2006/relationships/image" Target="../media/image10.png"/><Relationship Id="rId1" Type="http://schemas.openxmlformats.org/officeDocument/2006/relationships/customXml" Target="../../customXml/item8.xml"/><Relationship Id="rId6" Type="http://schemas.openxmlformats.org/officeDocument/2006/relationships/tags" Target="../tags/tag181.xml"/><Relationship Id="rId11" Type="http://schemas.openxmlformats.org/officeDocument/2006/relationships/tags" Target="../tags/tag186.xml"/><Relationship Id="rId24" Type="http://schemas.openxmlformats.org/officeDocument/2006/relationships/tags" Target="../tags/tag199.xml"/><Relationship Id="rId5" Type="http://schemas.openxmlformats.org/officeDocument/2006/relationships/tags" Target="../tags/tag180.xml"/><Relationship Id="rId15" Type="http://schemas.openxmlformats.org/officeDocument/2006/relationships/tags" Target="../tags/tag190.xml"/><Relationship Id="rId23" Type="http://schemas.openxmlformats.org/officeDocument/2006/relationships/tags" Target="../tags/tag198.xml"/><Relationship Id="rId28" Type="http://schemas.openxmlformats.org/officeDocument/2006/relationships/notesSlide" Target="../notesSlides/notesSlide6.xml"/><Relationship Id="rId10" Type="http://schemas.openxmlformats.org/officeDocument/2006/relationships/tags" Target="../tags/tag185.xml"/><Relationship Id="rId19" Type="http://schemas.openxmlformats.org/officeDocument/2006/relationships/tags" Target="../tags/tag194.xml"/><Relationship Id="rId4" Type="http://schemas.openxmlformats.org/officeDocument/2006/relationships/tags" Target="../tags/tag179.xml"/><Relationship Id="rId9" Type="http://schemas.openxmlformats.org/officeDocument/2006/relationships/tags" Target="../tags/tag184.xml"/><Relationship Id="rId14" Type="http://schemas.openxmlformats.org/officeDocument/2006/relationships/tags" Target="../tags/tag189.xml"/><Relationship Id="rId22" Type="http://schemas.openxmlformats.org/officeDocument/2006/relationships/tags" Target="../tags/tag197.xml"/><Relationship Id="rId27" Type="http://schemas.openxmlformats.org/officeDocument/2006/relationships/slideLayout" Target="../slideLayouts/slideLayout51.xml"/><Relationship Id="rId30" Type="http://schemas.openxmlformats.org/officeDocument/2006/relationships/image" Target="../media/image11.svg"/></Relationships>
</file>

<file path=ppt/slides/_rels/slide7.xml.rels><?xml version="1.0" encoding="UTF-8" standalone="yes"?>
<Relationships xmlns="http://schemas.openxmlformats.org/package/2006/relationships"><Relationship Id="rId8" Type="http://schemas.openxmlformats.org/officeDocument/2006/relationships/tags" Target="../tags/tag208.xml"/><Relationship Id="rId13" Type="http://schemas.openxmlformats.org/officeDocument/2006/relationships/tags" Target="../tags/tag213.xml"/><Relationship Id="rId18" Type="http://schemas.openxmlformats.org/officeDocument/2006/relationships/tags" Target="../tags/tag218.xml"/><Relationship Id="rId26" Type="http://schemas.openxmlformats.org/officeDocument/2006/relationships/image" Target="../media/image22.png"/><Relationship Id="rId3" Type="http://schemas.openxmlformats.org/officeDocument/2006/relationships/tags" Target="../tags/tag203.xml"/><Relationship Id="rId21" Type="http://schemas.openxmlformats.org/officeDocument/2006/relationships/tags" Target="../tags/tag221.xml"/><Relationship Id="rId7" Type="http://schemas.openxmlformats.org/officeDocument/2006/relationships/tags" Target="../tags/tag207.xml"/><Relationship Id="rId12" Type="http://schemas.openxmlformats.org/officeDocument/2006/relationships/tags" Target="../tags/tag212.xml"/><Relationship Id="rId17" Type="http://schemas.openxmlformats.org/officeDocument/2006/relationships/tags" Target="../tags/tag217.xml"/><Relationship Id="rId25" Type="http://schemas.openxmlformats.org/officeDocument/2006/relationships/notesSlide" Target="../notesSlides/notesSlide7.xml"/><Relationship Id="rId2" Type="http://schemas.openxmlformats.org/officeDocument/2006/relationships/tags" Target="../tags/tag202.xml"/><Relationship Id="rId16" Type="http://schemas.openxmlformats.org/officeDocument/2006/relationships/tags" Target="../tags/tag216.xml"/><Relationship Id="rId20" Type="http://schemas.openxmlformats.org/officeDocument/2006/relationships/tags" Target="../tags/tag220.xml"/><Relationship Id="rId29" Type="http://schemas.openxmlformats.org/officeDocument/2006/relationships/image" Target="../media/image11.svg"/><Relationship Id="rId1" Type="http://schemas.openxmlformats.org/officeDocument/2006/relationships/customXml" Target="../../customXml/item9.xml"/><Relationship Id="rId6" Type="http://schemas.openxmlformats.org/officeDocument/2006/relationships/tags" Target="../tags/tag206.xml"/><Relationship Id="rId11" Type="http://schemas.openxmlformats.org/officeDocument/2006/relationships/tags" Target="../tags/tag211.xml"/><Relationship Id="rId24" Type="http://schemas.openxmlformats.org/officeDocument/2006/relationships/slideLayout" Target="../slideLayouts/slideLayout62.xml"/><Relationship Id="rId5" Type="http://schemas.openxmlformats.org/officeDocument/2006/relationships/tags" Target="../tags/tag205.xml"/><Relationship Id="rId15" Type="http://schemas.openxmlformats.org/officeDocument/2006/relationships/tags" Target="../tags/tag215.xml"/><Relationship Id="rId23" Type="http://schemas.openxmlformats.org/officeDocument/2006/relationships/tags" Target="../tags/tag223.xml"/><Relationship Id="rId28" Type="http://schemas.openxmlformats.org/officeDocument/2006/relationships/image" Target="../media/image10.png"/><Relationship Id="rId10" Type="http://schemas.openxmlformats.org/officeDocument/2006/relationships/tags" Target="../tags/tag210.xml"/><Relationship Id="rId19" Type="http://schemas.openxmlformats.org/officeDocument/2006/relationships/tags" Target="../tags/tag219.xml"/><Relationship Id="rId4" Type="http://schemas.openxmlformats.org/officeDocument/2006/relationships/tags" Target="../tags/tag204.xml"/><Relationship Id="rId9" Type="http://schemas.openxmlformats.org/officeDocument/2006/relationships/tags" Target="../tags/tag209.xml"/><Relationship Id="rId14" Type="http://schemas.openxmlformats.org/officeDocument/2006/relationships/tags" Target="../tags/tag214.xml"/><Relationship Id="rId22" Type="http://schemas.openxmlformats.org/officeDocument/2006/relationships/tags" Target="../tags/tag222.xml"/><Relationship Id="rId27" Type="http://schemas.openxmlformats.org/officeDocument/2006/relationships/image" Target="../media/image23.svg"/></Relationships>
</file>

<file path=ppt/slides/_rels/slide8.xml.rels><?xml version="1.0" encoding="UTF-8" standalone="yes"?>
<Relationships xmlns="http://schemas.openxmlformats.org/package/2006/relationships"><Relationship Id="rId8" Type="http://schemas.openxmlformats.org/officeDocument/2006/relationships/tags" Target="../tags/tag230.xml"/><Relationship Id="rId13" Type="http://schemas.openxmlformats.org/officeDocument/2006/relationships/tags" Target="../tags/tag235.xml"/><Relationship Id="rId18" Type="http://schemas.openxmlformats.org/officeDocument/2006/relationships/tags" Target="../tags/tag240.xml"/><Relationship Id="rId3" Type="http://schemas.openxmlformats.org/officeDocument/2006/relationships/tags" Target="../tags/tag225.xml"/><Relationship Id="rId21" Type="http://schemas.openxmlformats.org/officeDocument/2006/relationships/image" Target="../media/image24.cc0"/><Relationship Id="rId7" Type="http://schemas.openxmlformats.org/officeDocument/2006/relationships/tags" Target="../tags/tag229.xml"/><Relationship Id="rId12" Type="http://schemas.openxmlformats.org/officeDocument/2006/relationships/tags" Target="../tags/tag234.xml"/><Relationship Id="rId17" Type="http://schemas.openxmlformats.org/officeDocument/2006/relationships/tags" Target="../tags/tag239.xml"/><Relationship Id="rId2" Type="http://schemas.openxmlformats.org/officeDocument/2006/relationships/tags" Target="../tags/tag224.xml"/><Relationship Id="rId16" Type="http://schemas.openxmlformats.org/officeDocument/2006/relationships/tags" Target="../tags/tag238.xml"/><Relationship Id="rId20" Type="http://schemas.openxmlformats.org/officeDocument/2006/relationships/notesSlide" Target="../notesSlides/notesSlide8.xml"/><Relationship Id="rId1" Type="http://schemas.openxmlformats.org/officeDocument/2006/relationships/customXml" Target="../../customXml/item10.xml"/><Relationship Id="rId6" Type="http://schemas.openxmlformats.org/officeDocument/2006/relationships/tags" Target="../tags/tag228.xml"/><Relationship Id="rId11" Type="http://schemas.openxmlformats.org/officeDocument/2006/relationships/tags" Target="../tags/tag233.xml"/><Relationship Id="rId24" Type="http://schemas.openxmlformats.org/officeDocument/2006/relationships/image" Target="../media/image11.svg"/><Relationship Id="rId5" Type="http://schemas.openxmlformats.org/officeDocument/2006/relationships/tags" Target="../tags/tag227.xml"/><Relationship Id="rId15" Type="http://schemas.openxmlformats.org/officeDocument/2006/relationships/tags" Target="../tags/tag237.xml"/><Relationship Id="rId23" Type="http://schemas.openxmlformats.org/officeDocument/2006/relationships/image" Target="../media/image10.png"/><Relationship Id="rId10" Type="http://schemas.openxmlformats.org/officeDocument/2006/relationships/tags" Target="../tags/tag232.xml"/><Relationship Id="rId19" Type="http://schemas.openxmlformats.org/officeDocument/2006/relationships/slideLayout" Target="../slideLayouts/slideLayout73.xml"/><Relationship Id="rId4" Type="http://schemas.openxmlformats.org/officeDocument/2006/relationships/tags" Target="../tags/tag226.xml"/><Relationship Id="rId9" Type="http://schemas.openxmlformats.org/officeDocument/2006/relationships/tags" Target="../tags/tag231.xml"/><Relationship Id="rId14" Type="http://schemas.openxmlformats.org/officeDocument/2006/relationships/tags" Target="../tags/tag236.xml"/><Relationship Id="rId22" Type="http://schemas.openxmlformats.org/officeDocument/2006/relationships/image" Target="../media/image25.cc0"/></Relationships>
</file>

<file path=ppt/slides/_rels/slide9.xml.rels><?xml version="1.0" encoding="UTF-8" standalone="yes"?>
<Relationships xmlns="http://schemas.openxmlformats.org/package/2006/relationships"><Relationship Id="rId8" Type="http://schemas.openxmlformats.org/officeDocument/2006/relationships/tags" Target="../tags/tag247.xml"/><Relationship Id="rId13" Type="http://schemas.openxmlformats.org/officeDocument/2006/relationships/tags" Target="../tags/tag252.xml"/><Relationship Id="rId18" Type="http://schemas.openxmlformats.org/officeDocument/2006/relationships/tags" Target="../tags/tag257.xml"/><Relationship Id="rId3" Type="http://schemas.openxmlformats.org/officeDocument/2006/relationships/tags" Target="../tags/tag242.xml"/><Relationship Id="rId21" Type="http://schemas.openxmlformats.org/officeDocument/2006/relationships/notesSlide" Target="../notesSlides/notesSlide9.xml"/><Relationship Id="rId7" Type="http://schemas.openxmlformats.org/officeDocument/2006/relationships/tags" Target="../tags/tag246.xml"/><Relationship Id="rId12" Type="http://schemas.openxmlformats.org/officeDocument/2006/relationships/tags" Target="../tags/tag251.xml"/><Relationship Id="rId17" Type="http://schemas.openxmlformats.org/officeDocument/2006/relationships/tags" Target="../tags/tag256.xml"/><Relationship Id="rId2" Type="http://schemas.openxmlformats.org/officeDocument/2006/relationships/tags" Target="../tags/tag241.xml"/><Relationship Id="rId16" Type="http://schemas.openxmlformats.org/officeDocument/2006/relationships/tags" Target="../tags/tag255.xml"/><Relationship Id="rId20" Type="http://schemas.openxmlformats.org/officeDocument/2006/relationships/slideLayout" Target="../slideLayouts/slideLayout7.xml"/><Relationship Id="rId1" Type="http://schemas.openxmlformats.org/officeDocument/2006/relationships/customXml" Target="../../customXml/item11.xml"/><Relationship Id="rId6" Type="http://schemas.openxmlformats.org/officeDocument/2006/relationships/tags" Target="../tags/tag245.xml"/><Relationship Id="rId11" Type="http://schemas.openxmlformats.org/officeDocument/2006/relationships/tags" Target="../tags/tag250.xml"/><Relationship Id="rId5" Type="http://schemas.openxmlformats.org/officeDocument/2006/relationships/tags" Target="../tags/tag244.xml"/><Relationship Id="rId15" Type="http://schemas.openxmlformats.org/officeDocument/2006/relationships/tags" Target="../tags/tag254.xml"/><Relationship Id="rId10" Type="http://schemas.openxmlformats.org/officeDocument/2006/relationships/tags" Target="../tags/tag249.xml"/><Relationship Id="rId19" Type="http://schemas.openxmlformats.org/officeDocument/2006/relationships/tags" Target="../tags/tag258.xml"/><Relationship Id="rId4" Type="http://schemas.openxmlformats.org/officeDocument/2006/relationships/tags" Target="../tags/tag243.xml"/><Relationship Id="rId9" Type="http://schemas.openxmlformats.org/officeDocument/2006/relationships/tags" Target="../tags/tag248.xml"/><Relationship Id="rId14" Type="http://schemas.openxmlformats.org/officeDocument/2006/relationships/tags" Target="../tags/tag253.xml"/><Relationship Id="rId22"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100000"/>
          </a:schemeClr>
        </a:solidFill>
        <a:effectLst/>
      </p:bgPr>
    </p:bg>
    <p:spTree>
      <p:nvGrpSpPr>
        <p:cNvPr id="1" name=""/>
        <p:cNvGrpSpPr/>
        <p:nvPr/>
      </p:nvGrpSpPr>
      <p:grpSpPr>
        <a:xfrm>
          <a:off x="0" y="0"/>
          <a:ext cx="0" cy="0"/>
          <a:chOff x="0" y="0"/>
          <a:chExt cx="0" cy="0"/>
        </a:xfrm>
      </p:grpSpPr>
      <p:pic>
        <p:nvPicPr>
          <p:cNvPr id="4" name="shape 3">
            <a:extLst>
              <a:ext uri="{FF2B5EF4-FFF2-40B4-BE49-F238E27FC236}">
                <a16:creationId xmlns:a16="http://schemas.microsoft.com/office/drawing/2014/main" id="{021FCA81-DD53-7127-F512-3DB248011409}"/>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矩形 6">
            <a:extLst>
              <a:ext uri="{FF2B5EF4-FFF2-40B4-BE49-F238E27FC236}">
                <a16:creationId xmlns:a16="http://schemas.microsoft.com/office/drawing/2014/main" id="{CEF49FA1-D09D-C241-868A-0F8740513F3E}"/>
              </a:ext>
            </a:extLst>
          </p:cNvPr>
          <p:cNvSpPr/>
          <p:nvPr>
            <p:custDataLst>
              <p:tags r:id="rId3"/>
            </p:custDataLst>
          </p:nvPr>
        </p:nvSpPr>
        <p:spPr>
          <a:xfrm>
            <a:off x="0" y="-13591"/>
            <a:ext cx="12192000" cy="6858000"/>
          </a:xfrm>
          <a:prstGeom prst="rect">
            <a:avLst/>
          </a:prstGeom>
          <a:gradFill>
            <a:gsLst>
              <a:gs pos="0">
                <a:srgbClr val="000000"/>
              </a:gs>
              <a:gs pos="54000">
                <a:srgbClr val="000000">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Text1"/>
          <p:cNvSpPr txBox="1"/>
          <p:nvPr>
            <p:custDataLst>
              <p:tags r:id="rId4"/>
            </p:custDataLst>
          </p:nvPr>
        </p:nvSpPr>
        <p:spPr>
          <a:xfrm>
            <a:off x="777382" y="1247754"/>
            <a:ext cx="6630009" cy="2142680"/>
          </a:xfrm>
          <a:prstGeom prst="rect">
            <a:avLst/>
          </a:prstGeom>
          <a:noFill/>
        </p:spPr>
        <p:txBody>
          <a:bodyPr wrap="square" lIns="0" tIns="0" rIns="0" bIns="0" rtlCol="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7100" b="1">
                <a:solidFill>
                  <a:srgbClr val="FFFFFF"/>
                </a:solidFill>
                <a:latin typeface="微软雅黑" panose="020B0503020204020204" charset="-122"/>
                <a:ea typeface="微软雅黑" panose="020B0503020204020204" charset="-122"/>
              </a:rPr>
              <a:t>深度剖析</a:t>
            </a:r>
            <a:r>
              <a:rPr lang="en-US" altLang="zh-CN" sz="7100" b="1">
                <a:solidFill>
                  <a:srgbClr val="FFFFFF"/>
                </a:solidFill>
                <a:latin typeface="微软雅黑" panose="020B0503020204020204" charset="-122"/>
                <a:ea typeface="微软雅黑" panose="020B0503020204020204" charset="-122"/>
              </a:rPr>
              <a:t>——</a:t>
            </a:r>
            <a:r>
              <a:rPr lang="zh-CN" altLang="en-US" sz="7100" b="1">
                <a:solidFill>
                  <a:srgbClr val="FFFFFF"/>
                </a:solidFill>
                <a:latin typeface="微软雅黑" panose="020B0503020204020204" charset="-122"/>
                <a:ea typeface="微软雅黑" panose="020B0503020204020204" charset="-122"/>
              </a:rPr>
              <a:t>机器学习的核心</a:t>
            </a:r>
            <a:endParaRPr lang="zh-CN" altLang="en-US" sz="7100" b="1" dirty="0">
              <a:solidFill>
                <a:srgbClr val="FFFFFF"/>
              </a:solidFill>
              <a:latin typeface="微软雅黑" panose="020B0503020204020204" charset="-122"/>
              <a:ea typeface="微软雅黑" panose="020B0503020204020204" charset="-122"/>
            </a:endParaRPr>
          </a:p>
        </p:txBody>
      </p:sp>
      <p:sp>
        <p:nvSpPr>
          <p:cNvPr id="19" name="Text2"/>
          <p:cNvSpPr txBox="1"/>
          <p:nvPr>
            <p:custDataLst>
              <p:tags r:id="rId5"/>
            </p:custDataLst>
          </p:nvPr>
        </p:nvSpPr>
        <p:spPr>
          <a:xfrm>
            <a:off x="838711" y="3568769"/>
            <a:ext cx="6314680" cy="54025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1600">
                <a:solidFill>
                  <a:srgbClr val="FFFFFF"/>
                </a:solidFill>
                <a:latin typeface="微软雅黑" panose="020B0503020204020204" charset="-122"/>
                <a:ea typeface="微软雅黑" panose="020B0503020204020204" charset="-122"/>
              </a:rPr>
              <a:t>Deep Analysis - The Core of Machine Learning</a:t>
            </a:r>
            <a:endParaRPr lang="en-US" altLang="zh-CN" sz="1600" dirty="0">
              <a:solidFill>
                <a:srgbClr val="FFFFFF"/>
              </a:solidFill>
              <a:latin typeface="微软雅黑" panose="020B0503020204020204" charset="-122"/>
              <a:ea typeface="微软雅黑" panose="020B0503020204020204" charset="-122"/>
            </a:endParaRPr>
          </a:p>
        </p:txBody>
      </p:sp>
      <p:sp>
        <p:nvSpPr>
          <p:cNvPr id="26" name="矩形 25"/>
          <p:cNvSpPr/>
          <p:nvPr>
            <p:custDataLst>
              <p:tags r:id="rId6"/>
            </p:custDataLst>
          </p:nvPr>
        </p:nvSpPr>
        <p:spPr>
          <a:xfrm>
            <a:off x="1" y="5700504"/>
            <a:ext cx="12191999" cy="1171087"/>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custDataLst>
              <p:tags r:id="rId7"/>
            </p:custDataLst>
          </p:nvPr>
        </p:nvSpPr>
        <p:spPr>
          <a:xfrm>
            <a:off x="691640" y="4515874"/>
            <a:ext cx="2139480" cy="622300"/>
          </a:xfrm>
          <a:prstGeom prst="rect">
            <a:avLst/>
          </a:prstGeom>
          <a:solidFill>
            <a:schemeClr val="accent1"/>
          </a:solidFill>
          <a:ln>
            <a:solidFill>
              <a:schemeClr val="accent1"/>
            </a:solidFill>
          </a:ln>
          <a:effectLst>
            <a:outerShdw blurRad="76200" dist="635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28" name="Text3"/>
          <p:cNvSpPr txBox="1"/>
          <p:nvPr>
            <p:custDataLst>
              <p:tags r:id="rId8"/>
            </p:custDataLst>
          </p:nvPr>
        </p:nvSpPr>
        <p:spPr>
          <a:xfrm>
            <a:off x="838711" y="4623476"/>
            <a:ext cx="1851660" cy="387985"/>
          </a:xfrm>
          <a:prstGeom prst="rect">
            <a:avLst/>
          </a:prstGeom>
          <a:noFill/>
        </p:spPr>
        <p:txBody>
          <a:bodyPr wrap="square" lIns="0" tIns="0" rIns="0" bIns="0" rtlCol="0" anchor="ctr">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b="1">
                <a:solidFill>
                  <a:schemeClr val="tx2"/>
                </a:solidFill>
                <a:latin typeface="微软雅黑" panose="020B0503020204020204" charset="-122"/>
                <a:ea typeface="微软雅黑" panose="020B0503020204020204" charset="-122"/>
              </a:rPr>
              <a:t>REPORT-DaringGryp..</a:t>
            </a:r>
            <a:endParaRPr lang="zh-CN" altLang="en-US" sz="1400" b="1" dirty="0">
              <a:solidFill>
                <a:schemeClr val="tx2"/>
              </a:solidFill>
              <a:uFillTx/>
              <a:latin typeface="微软雅黑" panose="020B0503020204020204" charset="-122"/>
              <a:ea typeface="微软雅黑" panose="020B0503020204020204" charset="-122"/>
            </a:endParaRPr>
          </a:p>
        </p:txBody>
      </p:sp>
      <p:sp>
        <p:nvSpPr>
          <p:cNvPr id="29" name="矩形 28"/>
          <p:cNvSpPr/>
          <p:nvPr>
            <p:custDataLst>
              <p:tags r:id="rId9"/>
            </p:custDataLst>
          </p:nvPr>
        </p:nvSpPr>
        <p:spPr>
          <a:xfrm>
            <a:off x="2831118" y="4515575"/>
            <a:ext cx="2139480" cy="622300"/>
          </a:xfrm>
          <a:prstGeom prst="rect">
            <a:avLst/>
          </a:prstGeom>
          <a:solidFill>
            <a:schemeClr val="tx2"/>
          </a:solidFill>
          <a:ln>
            <a:solidFill>
              <a:schemeClr val="accent1"/>
            </a:solidFill>
          </a:ln>
          <a:effectLst>
            <a:outerShdw blurRad="76200" dist="635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0" name="Text4"/>
          <p:cNvSpPr txBox="1"/>
          <p:nvPr>
            <p:custDataLst>
              <p:tags r:id="rId10"/>
            </p:custDataLst>
          </p:nvPr>
        </p:nvSpPr>
        <p:spPr>
          <a:xfrm>
            <a:off x="2960881" y="4618396"/>
            <a:ext cx="1859280"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a:solidFill>
                  <a:schemeClr val="accent1"/>
                </a:solidFill>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rPr>
              <a:t>2025/11/2</a:t>
            </a:r>
            <a:endParaRPr lang="en-US" altLang="zh-CN" sz="1400" spc="300" dirty="0">
              <a:solidFill>
                <a:schemeClr val="accent1"/>
              </a:solidFill>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endParaRPr>
          </a:p>
        </p:txBody>
      </p:sp>
      <p:sp>
        <p:nvSpPr>
          <p:cNvPr id="31" name="图形 8"/>
          <p:cNvSpPr/>
          <p:nvPr>
            <p:custDataLst>
              <p:tags r:id="rId11"/>
            </p:custDataLst>
          </p:nvPr>
        </p:nvSpPr>
        <p:spPr>
          <a:xfrm>
            <a:off x="619604" y="313958"/>
            <a:ext cx="1879378" cy="490663"/>
          </a:xfrm>
          <a:custGeom>
            <a:avLst/>
            <a:gdLst>
              <a:gd name="connsiteX0" fmla="*/ 284321 w 2520219"/>
              <a:gd name="connsiteY0" fmla="*/ 0 h 777716"/>
              <a:gd name="connsiteX1" fmla="*/ 2520220 w 2520219"/>
              <a:gd name="connsiteY1" fmla="*/ 0 h 777716"/>
              <a:gd name="connsiteX2" fmla="*/ 2520220 w 2520219"/>
              <a:gd name="connsiteY2" fmla="*/ 0 h 777716"/>
              <a:gd name="connsiteX3" fmla="*/ 2520220 w 2520219"/>
              <a:gd name="connsiteY3" fmla="*/ 493395 h 777716"/>
              <a:gd name="connsiteX4" fmla="*/ 2235899 w 2520219"/>
              <a:gd name="connsiteY4" fmla="*/ 777716 h 777716"/>
              <a:gd name="connsiteX5" fmla="*/ 0 w 2520219"/>
              <a:gd name="connsiteY5" fmla="*/ 777716 h 777716"/>
              <a:gd name="connsiteX6" fmla="*/ 0 w 2520219"/>
              <a:gd name="connsiteY6" fmla="*/ 777716 h 777716"/>
              <a:gd name="connsiteX7" fmla="*/ 0 w 2520219"/>
              <a:gd name="connsiteY7" fmla="*/ 284321 h 777716"/>
              <a:gd name="connsiteX8" fmla="*/ 284321 w 2520219"/>
              <a:gd name="connsiteY8" fmla="*/ 0 h 77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0219" h="777716">
                <a:moveTo>
                  <a:pt x="284321" y="0"/>
                </a:moveTo>
                <a:lnTo>
                  <a:pt x="2520220" y="0"/>
                </a:lnTo>
                <a:lnTo>
                  <a:pt x="2520220" y="0"/>
                </a:lnTo>
                <a:lnTo>
                  <a:pt x="2520220" y="493395"/>
                </a:lnTo>
                <a:cubicBezTo>
                  <a:pt x="2520220" y="650421"/>
                  <a:pt x="2392928" y="777716"/>
                  <a:pt x="2235899" y="777716"/>
                </a:cubicBezTo>
                <a:lnTo>
                  <a:pt x="0" y="777716"/>
                </a:lnTo>
                <a:lnTo>
                  <a:pt x="0" y="777716"/>
                </a:lnTo>
                <a:lnTo>
                  <a:pt x="0" y="284321"/>
                </a:lnTo>
                <a:cubicBezTo>
                  <a:pt x="0" y="127295"/>
                  <a:pt x="127295" y="0"/>
                  <a:pt x="284321" y="0"/>
                </a:cubicBez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矩形 41"/>
          <p:cNvSpPr/>
          <p:nvPr>
            <p:custDataLst>
              <p:tags r:id="rId12"/>
            </p:custDataLst>
          </p:nvPr>
        </p:nvSpPr>
        <p:spPr>
          <a:xfrm>
            <a:off x="371406" y="1433868"/>
            <a:ext cx="113665" cy="19951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ACB38"/>
              </a:solidFill>
            </a:endParaRPr>
          </a:p>
        </p:txBody>
      </p:sp>
      <p:sp>
        <p:nvSpPr>
          <p:cNvPr id="43" name="矩形 42"/>
          <p:cNvSpPr/>
          <p:nvPr>
            <p:custDataLst>
              <p:tags r:id="rId13"/>
            </p:custDataLst>
          </p:nvPr>
        </p:nvSpPr>
        <p:spPr>
          <a:xfrm>
            <a:off x="371406" y="4489526"/>
            <a:ext cx="113665" cy="655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rgbClr val="9ACB38"/>
              </a:solidFill>
            </a:endParaRPr>
          </a:p>
        </p:txBody>
      </p:sp>
      <p:grpSp>
        <p:nvGrpSpPr>
          <p:cNvPr id="56" name="组合 55"/>
          <p:cNvGrpSpPr/>
          <p:nvPr>
            <p:custDataLst>
              <p:tags r:id="rId14"/>
            </p:custDataLst>
          </p:nvPr>
        </p:nvGrpSpPr>
        <p:grpSpPr>
          <a:xfrm>
            <a:off x="10775693" y="409164"/>
            <a:ext cx="796703" cy="150125"/>
            <a:chOff x="6786801" y="-463403"/>
            <a:chExt cx="796703" cy="150125"/>
          </a:xfrm>
        </p:grpSpPr>
        <p:sp>
          <p:nvSpPr>
            <p:cNvPr id="57" name="椭圆 56"/>
            <p:cNvSpPr/>
            <p:nvPr>
              <p:custDataLst>
                <p:tags r:id="rId19"/>
              </p:custDataLst>
            </p:nvPr>
          </p:nvSpPr>
          <p:spPr>
            <a:xfrm rot="18900000">
              <a:off x="6786801" y="-463403"/>
              <a:ext cx="150125" cy="1501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8" name="椭圆 57"/>
            <p:cNvSpPr/>
            <p:nvPr>
              <p:custDataLst>
                <p:tags r:id="rId20"/>
              </p:custDataLst>
            </p:nvPr>
          </p:nvSpPr>
          <p:spPr>
            <a:xfrm rot="18900000">
              <a:off x="7002327"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9" name="椭圆 58"/>
            <p:cNvSpPr/>
            <p:nvPr>
              <p:custDataLst>
                <p:tags r:id="rId21"/>
              </p:custDataLst>
            </p:nvPr>
          </p:nvSpPr>
          <p:spPr>
            <a:xfrm rot="18900000">
              <a:off x="7217853"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0" name="椭圆 59"/>
            <p:cNvSpPr/>
            <p:nvPr>
              <p:custDataLst>
                <p:tags r:id="rId22"/>
              </p:custDataLst>
            </p:nvPr>
          </p:nvSpPr>
          <p:spPr>
            <a:xfrm rot="18900000">
              <a:off x="7433379"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61" name="Rectangle 43"/>
          <p:cNvSpPr/>
          <p:nvPr>
            <p:custDataLst>
              <p:tags r:id="rId15"/>
            </p:custDataLst>
          </p:nvPr>
        </p:nvSpPr>
        <p:spPr>
          <a:xfrm>
            <a:off x="358682" y="6286047"/>
            <a:ext cx="2805396" cy="38266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1400" dirty="0">
                <a:solidFill>
                  <a:schemeClr val="tx2">
                    <a:alpha val="70000"/>
                  </a:schemeClr>
                </a:solidFill>
                <a:cs typeface="Poppins" panose="02000000000000000000" pitchFamily="2" charset="0"/>
              </a:rPr>
              <a:t>The content is generated by AI</a:t>
            </a:r>
          </a:p>
        </p:txBody>
      </p:sp>
      <p:sp>
        <p:nvSpPr>
          <p:cNvPr id="2" name="Text1">
            <a:extLst>
              <a:ext uri="{FF2B5EF4-FFF2-40B4-BE49-F238E27FC236}">
                <a16:creationId xmlns:a16="http://schemas.microsoft.com/office/drawing/2014/main" id="{0984679D-D10C-401D-FD7F-1D8B2217DDDB}"/>
              </a:ext>
            </a:extLst>
          </p:cNvPr>
          <p:cNvSpPr txBox="1"/>
          <p:nvPr>
            <p:custDataLst>
              <p:tags r:id="rId16"/>
            </p:custDataLst>
          </p:nvPr>
        </p:nvSpPr>
        <p:spPr>
          <a:xfrm>
            <a:off x="777382" y="1247754"/>
            <a:ext cx="6630009" cy="2142680"/>
          </a:xfrm>
          <a:prstGeom prst="rect">
            <a:avLst/>
          </a:prstGeom>
          <a:noFill/>
        </p:spPr>
        <p:txBody>
          <a:bodyPr wrap="square" lIns="0" tIns="0" rIns="0" bIns="0" rtlCol="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7100" b="1">
                <a:solidFill>
                  <a:srgbClr val="FFFFFF"/>
                </a:solidFill>
                <a:latin typeface="微软雅黑" panose="020B0503020204020204" charset="-122"/>
                <a:ea typeface="微软雅黑" panose="020B0503020204020204" charset="-122"/>
              </a:rPr>
              <a:t>深度剖析</a:t>
            </a:r>
            <a:r>
              <a:rPr lang="en-US" altLang="zh-CN" sz="7100" b="1">
                <a:solidFill>
                  <a:srgbClr val="FFFFFF"/>
                </a:solidFill>
                <a:latin typeface="微软雅黑" panose="020B0503020204020204" charset="-122"/>
                <a:ea typeface="微软雅黑" panose="020B0503020204020204" charset="-122"/>
              </a:rPr>
              <a:t>——</a:t>
            </a:r>
            <a:r>
              <a:rPr lang="zh-CN" altLang="en-US" sz="7100" b="1">
                <a:solidFill>
                  <a:srgbClr val="FFFFFF"/>
                </a:solidFill>
                <a:latin typeface="微软雅黑" panose="020B0503020204020204" charset="-122"/>
                <a:ea typeface="微软雅黑" panose="020B0503020204020204" charset="-122"/>
              </a:rPr>
              <a:t>机器学习的核心</a:t>
            </a:r>
            <a:endParaRPr lang="zh-CN" altLang="en-US" sz="7100" b="1" dirty="0">
              <a:solidFill>
                <a:srgbClr val="FFFFFF"/>
              </a:solidFill>
              <a:latin typeface="微软雅黑" panose="020B0503020204020204" charset="-122"/>
              <a:ea typeface="微软雅黑" panose="020B0503020204020204" charset="-122"/>
            </a:endParaRPr>
          </a:p>
        </p:txBody>
      </p:sp>
      <p:sp>
        <p:nvSpPr>
          <p:cNvPr id="3" name="Text1">
            <a:extLst>
              <a:ext uri="{FF2B5EF4-FFF2-40B4-BE49-F238E27FC236}">
                <a16:creationId xmlns:a16="http://schemas.microsoft.com/office/drawing/2014/main" id="{A5F8BC83-0318-CF4D-C8F8-AAC6C8010A4E}"/>
              </a:ext>
            </a:extLst>
          </p:cNvPr>
          <p:cNvSpPr txBox="1"/>
          <p:nvPr>
            <p:custDataLst>
              <p:tags r:id="rId17"/>
            </p:custDataLst>
          </p:nvPr>
        </p:nvSpPr>
        <p:spPr>
          <a:xfrm>
            <a:off x="777382" y="1247754"/>
            <a:ext cx="6630009" cy="2142680"/>
          </a:xfrm>
          <a:prstGeom prst="rect">
            <a:avLst/>
          </a:prstGeom>
          <a:noFill/>
        </p:spPr>
        <p:txBody>
          <a:bodyPr wrap="square" lIns="0" tIns="0" rIns="0" bIns="0" rtlCol="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7100" b="1">
                <a:solidFill>
                  <a:srgbClr val="FFFFFF"/>
                </a:solidFill>
                <a:latin typeface="微软雅黑" panose="020B0503020204020204" charset="-122"/>
                <a:ea typeface="微软雅黑" panose="020B0503020204020204" charset="-122"/>
              </a:rPr>
              <a:t>深度剖析</a:t>
            </a:r>
            <a:r>
              <a:rPr lang="en-US" altLang="zh-CN" sz="7100" b="1">
                <a:solidFill>
                  <a:srgbClr val="FFFFFF"/>
                </a:solidFill>
                <a:latin typeface="微软雅黑" panose="020B0503020204020204" charset="-122"/>
                <a:ea typeface="微软雅黑" panose="020B0503020204020204" charset="-122"/>
              </a:rPr>
              <a:t>——</a:t>
            </a:r>
            <a:r>
              <a:rPr lang="zh-CN" altLang="en-US" sz="7100" b="1">
                <a:solidFill>
                  <a:srgbClr val="FFFFFF"/>
                </a:solidFill>
                <a:latin typeface="微软雅黑" panose="020B0503020204020204" charset="-122"/>
                <a:ea typeface="微软雅黑" panose="020B0503020204020204" charset="-122"/>
              </a:rPr>
              <a:t>机器学习的核心</a:t>
            </a:r>
            <a:endParaRPr lang="zh-CN" altLang="en-US" sz="7100" b="1" dirty="0">
              <a:solidFill>
                <a:srgbClr val="FFFFFF"/>
              </a:solidFill>
              <a:latin typeface="微软雅黑" panose="020B0503020204020204" charset="-122"/>
              <a:ea typeface="微软雅黑" panose="020B0503020204020204" charset="-122"/>
            </a:endParaRPr>
          </a:p>
        </p:txBody>
      </p:sp>
      <p:sp>
        <p:nvSpPr>
          <p:cNvPr id="5" name="Text1">
            <a:extLst>
              <a:ext uri="{FF2B5EF4-FFF2-40B4-BE49-F238E27FC236}">
                <a16:creationId xmlns:a16="http://schemas.microsoft.com/office/drawing/2014/main" id="{B7C2C5D8-528F-4FAD-3898-C0B30C83C611}"/>
              </a:ext>
            </a:extLst>
          </p:cNvPr>
          <p:cNvSpPr txBox="1"/>
          <p:nvPr>
            <p:custDataLst>
              <p:tags r:id="rId18"/>
            </p:custDataLst>
          </p:nvPr>
        </p:nvSpPr>
        <p:spPr>
          <a:xfrm>
            <a:off x="777382" y="1247754"/>
            <a:ext cx="6630009" cy="2142680"/>
          </a:xfrm>
          <a:prstGeom prst="rect">
            <a:avLst/>
          </a:prstGeom>
          <a:noFill/>
        </p:spPr>
        <p:txBody>
          <a:bodyPr wrap="square" lIns="0" tIns="0" rIns="0" bIns="0" rtlCol="0" anchor="b" anchorCtr="0">
            <a:normAutofit lnSpcReduction="10000"/>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7100" b="1">
                <a:solidFill>
                  <a:srgbClr val="FFFFFF"/>
                </a:solidFill>
                <a:latin typeface="微软雅黑" panose="020B0503020204020204" charset="-122"/>
                <a:ea typeface="微软雅黑" panose="020B0503020204020204" charset="-122"/>
              </a:rPr>
              <a:t>深度剖析</a:t>
            </a:r>
            <a:r>
              <a:rPr lang="en-US" altLang="zh-CN" sz="7100" b="1">
                <a:solidFill>
                  <a:srgbClr val="FFFFFF"/>
                </a:solidFill>
                <a:latin typeface="微软雅黑" panose="020B0503020204020204" charset="-122"/>
                <a:ea typeface="微软雅黑" panose="020B0503020204020204" charset="-122"/>
              </a:rPr>
              <a:t>——</a:t>
            </a:r>
            <a:r>
              <a:rPr lang="zh-CN" altLang="en-US" sz="7100" b="1">
                <a:solidFill>
                  <a:srgbClr val="FFFFFF"/>
                </a:solidFill>
                <a:latin typeface="微软雅黑" panose="020B0503020204020204" charset="-122"/>
                <a:ea typeface="微软雅黑" panose="020B0503020204020204" charset="-122"/>
              </a:rPr>
              <a:t>机器学习的核心</a:t>
            </a:r>
            <a:endParaRPr lang="zh-CN" altLang="en-US" sz="7100" b="1" dirty="0">
              <a:solidFill>
                <a:srgbClr val="FFFFFF"/>
              </a:solidFill>
              <a:latin typeface="微软雅黑" panose="020B0503020204020204" charset="-122"/>
              <a:ea typeface="微软雅黑" panose="020B0503020204020204" charset="-122"/>
            </a:endParaRPr>
          </a:p>
        </p:txBody>
      </p:sp>
    </p:spTree>
    <p:custDataLst>
      <p:custData r:id="rId1"/>
      <p:tags r:id="rId2"/>
    </p:custData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grpId="0"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500" fill="hold"/>
                                        <p:tgtEl>
                                          <p:spTgt spid="18"/>
                                        </p:tgtEl>
                                        <p:attrNameLst>
                                          <p:attrName>ppt_w</p:attrName>
                                        </p:attrNameLst>
                                      </p:cBhvr>
                                      <p:tavLst>
                                        <p:tav tm="0">
                                          <p:val>
                                            <p:strVal val="(6*min(max(#ppt_w*#ppt_h,.3),1)-7.4)/-.7*#ppt_w"/>
                                          </p:val>
                                        </p:tav>
                                        <p:tav tm="100000">
                                          <p:val>
                                            <p:strVal val="#ppt_w"/>
                                          </p:val>
                                        </p:tav>
                                      </p:tavLst>
                                    </p:anim>
                                    <p:anim calcmode="lin" valueType="num">
                                      <p:cBhvr>
                                        <p:cTn id="8" dur="500" fill="hold"/>
                                        <p:tgtEl>
                                          <p:spTgt spid="18"/>
                                        </p:tgtEl>
                                        <p:attrNameLst>
                                          <p:attrName>ppt_h</p:attrName>
                                        </p:attrNameLst>
                                      </p:cBhvr>
                                      <p:tavLst>
                                        <p:tav tm="0">
                                          <p:val>
                                            <p:strVal val="(6*min(max(#ppt_w*#ppt_h,.3),1)-7.4)/-.7*#ppt_h"/>
                                          </p:val>
                                        </p:tav>
                                        <p:tav tm="100000">
                                          <p:val>
                                            <p:strVal val="#ppt_h"/>
                                          </p:val>
                                        </p:tav>
                                      </p:tavLst>
                                    </p:anim>
                                    <p:anim calcmode="lin" valueType="num">
                                      <p:cBhvr>
                                        <p:cTn id="9" dur="500" fill="hold"/>
                                        <p:tgtEl>
                                          <p:spTgt spid="18"/>
                                        </p:tgtEl>
                                        <p:attrNameLst>
                                          <p:attrName>ppt_x</p:attrName>
                                        </p:attrNameLst>
                                      </p:cBhvr>
                                      <p:tavLst>
                                        <p:tav tm="0">
                                          <p:val>
                                            <p:fltVal val="0.5"/>
                                          </p:val>
                                        </p:tav>
                                        <p:tav tm="100000">
                                          <p:val>
                                            <p:strVal val="#ppt_x"/>
                                          </p:val>
                                        </p:tav>
                                      </p:tavLst>
                                    </p:anim>
                                    <p:anim calcmode="lin" valueType="num">
                                      <p:cBhvr>
                                        <p:cTn id="10" dur="500" fill="hold"/>
                                        <p:tgtEl>
                                          <p:spTgt spid="18"/>
                                        </p:tgtEl>
                                        <p:attrNameLst>
                                          <p:attrName>ppt_y</p:attrName>
                                        </p:attrNameLst>
                                      </p:cBhvr>
                                      <p:tavLst>
                                        <p:tav tm="0">
                                          <p:val>
                                            <p:strVal val="1+(6*min(max(#ppt_w*#ppt_h,.3),1)-7.4)/-.7*#ppt_h/2"/>
                                          </p:val>
                                        </p:tav>
                                        <p:tav tm="100000">
                                          <p:val>
                                            <p:strVal val="#ppt_y"/>
                                          </p:val>
                                        </p:tav>
                                      </p:tavLst>
                                    </p:anim>
                                  </p:childTnLst>
                                </p:cTn>
                              </p:par>
                              <p:par>
                                <p:cTn id="11" presetID="0" presetClass="entr" presetSubtype="0" fill="hold" grpId="0" nodeType="withEffect">
                                  <p:stCondLst>
                                    <p:cond delay="500"/>
                                  </p:stCondLst>
                                  <p:childTnLst>
                                    <p:set>
                                      <p:cBhvr>
                                        <p:cTn id="12" dur="1" fill="hold">
                                          <p:stCondLst>
                                            <p:cond delay="0"/>
                                          </p:stCondLst>
                                        </p:cTn>
                                        <p:tgtEl>
                                          <p:spTgt spid="2"/>
                                        </p:tgtEl>
                                        <p:attrNameLst>
                                          <p:attrName>style.visibility</p:attrName>
                                        </p:attrNameLst>
                                      </p:cBhvr>
                                      <p:to>
                                        <p:strVal val="visible"/>
                                      </p:to>
                                    </p:set>
                                    <p:animScale>
                                      <p:cBhvr>
                                        <p:cTn id="13" dur="750" fill="hold">
                                          <p:stCondLst>
                                            <p:cond delay="0"/>
                                          </p:stCondLst>
                                        </p:cTn>
                                        <p:tgtEl>
                                          <p:spTgt spid="2"/>
                                        </p:tgtEl>
                                      </p:cBhvr>
                                      <p:from x="100000" y="100000"/>
                                      <p:to x="150000" y="150000"/>
                                    </p:animScale>
                                    <p:animEffect transition="out" filter="fade">
                                      <p:cBhvr>
                                        <p:cTn id="14" dur="750">
                                          <p:stCondLst>
                                            <p:cond delay="0"/>
                                          </p:stCondLst>
                                        </p:cTn>
                                        <p:tgtEl>
                                          <p:spTgt spid="2"/>
                                        </p:tgtEl>
                                      </p:cBhvr>
                                    </p:animEffect>
                                    <p:set>
                                      <p:cBhvr>
                                        <p:cTn id="15" dur="1" fill="hold">
                                          <p:stCondLst>
                                            <p:cond delay="749"/>
                                          </p:stCondLst>
                                        </p:cTn>
                                        <p:tgtEl>
                                          <p:spTgt spid="2"/>
                                        </p:tgtEl>
                                        <p:attrNameLst>
                                          <p:attrName>style.visibility</p:attrName>
                                        </p:attrNameLst>
                                      </p:cBhvr>
                                      <p:to>
                                        <p:strVal val=""/>
                                      </p:to>
                                    </p:set>
                                  </p:childTnLst>
                                </p:cTn>
                              </p:par>
                              <p:par>
                                <p:cTn id="16" presetID="0" presetClass="entr" presetSubtype="0" fill="hold" grpId="0" nodeType="withEffect">
                                  <p:stCondLst>
                                    <p:cond delay="600"/>
                                  </p:stCondLst>
                                  <p:childTnLst>
                                    <p:set>
                                      <p:cBhvr>
                                        <p:cTn id="17" dur="1" fill="hold">
                                          <p:stCondLst>
                                            <p:cond delay="0"/>
                                          </p:stCondLst>
                                        </p:cTn>
                                        <p:tgtEl>
                                          <p:spTgt spid="3"/>
                                        </p:tgtEl>
                                        <p:attrNameLst>
                                          <p:attrName>style.visibility</p:attrName>
                                        </p:attrNameLst>
                                      </p:cBhvr>
                                      <p:to>
                                        <p:strVal val="visible"/>
                                      </p:to>
                                    </p:set>
                                    <p:animScale>
                                      <p:cBhvr>
                                        <p:cTn id="18" dur="750" fill="hold">
                                          <p:stCondLst>
                                            <p:cond delay="0"/>
                                          </p:stCondLst>
                                        </p:cTn>
                                        <p:tgtEl>
                                          <p:spTgt spid="3"/>
                                        </p:tgtEl>
                                      </p:cBhvr>
                                      <p:from x="100000" y="100000"/>
                                      <p:to x="150000" y="150000"/>
                                    </p:animScale>
                                    <p:animEffect transition="out" filter="fade">
                                      <p:cBhvr>
                                        <p:cTn id="19" dur="750">
                                          <p:stCondLst>
                                            <p:cond delay="0"/>
                                          </p:stCondLst>
                                        </p:cTn>
                                        <p:tgtEl>
                                          <p:spTgt spid="3"/>
                                        </p:tgtEl>
                                      </p:cBhvr>
                                    </p:animEffect>
                                    <p:set>
                                      <p:cBhvr>
                                        <p:cTn id="20" dur="1" fill="hold">
                                          <p:stCondLst>
                                            <p:cond delay="749"/>
                                          </p:stCondLst>
                                        </p:cTn>
                                        <p:tgtEl>
                                          <p:spTgt spid="3"/>
                                        </p:tgtEl>
                                        <p:attrNameLst>
                                          <p:attrName>style.visibility</p:attrName>
                                        </p:attrNameLst>
                                      </p:cBhvr>
                                      <p:to>
                                        <p:strVal val=""/>
                                      </p:to>
                                    </p:set>
                                  </p:childTnLst>
                                </p:cTn>
                              </p:par>
                              <p:par>
                                <p:cTn id="21" presetID="0" presetClass="entr" presetSubtype="0" fill="hold" grpId="0" nodeType="withEffect">
                                  <p:stCondLst>
                                    <p:cond delay="700"/>
                                  </p:stCondLst>
                                  <p:childTnLst>
                                    <p:set>
                                      <p:cBhvr>
                                        <p:cTn id="22" dur="1" fill="hold">
                                          <p:stCondLst>
                                            <p:cond delay="0"/>
                                          </p:stCondLst>
                                        </p:cTn>
                                        <p:tgtEl>
                                          <p:spTgt spid="5"/>
                                        </p:tgtEl>
                                        <p:attrNameLst>
                                          <p:attrName>style.visibility</p:attrName>
                                        </p:attrNameLst>
                                      </p:cBhvr>
                                      <p:to>
                                        <p:strVal val="visible"/>
                                      </p:to>
                                    </p:set>
                                    <p:animScale>
                                      <p:cBhvr>
                                        <p:cTn id="23" dur="750" fill="hold">
                                          <p:stCondLst>
                                            <p:cond delay="0"/>
                                          </p:stCondLst>
                                        </p:cTn>
                                        <p:tgtEl>
                                          <p:spTgt spid="5"/>
                                        </p:tgtEl>
                                      </p:cBhvr>
                                      <p:from x="100000" y="100000"/>
                                      <p:to x="150000" y="150000"/>
                                    </p:animScale>
                                    <p:animEffect transition="out" filter="fade">
                                      <p:cBhvr>
                                        <p:cTn id="24" dur="750">
                                          <p:stCondLst>
                                            <p:cond delay="0"/>
                                          </p:stCondLst>
                                        </p:cTn>
                                        <p:tgtEl>
                                          <p:spTgt spid="5"/>
                                        </p:tgtEl>
                                      </p:cBhvr>
                                    </p:animEffect>
                                    <p:set>
                                      <p:cBhvr>
                                        <p:cTn id="25" dur="1" fill="hold">
                                          <p:stCondLst>
                                            <p:cond delay="749"/>
                                          </p:stCondLst>
                                        </p:cTn>
                                        <p:tgtEl>
                                          <p:spTgt spid="5"/>
                                        </p:tgtEl>
                                        <p:attrNameLst>
                                          <p:attrName>style.visibility</p:attrName>
                                        </p:attrNameLst>
                                      </p:cBhvr>
                                      <p:to>
                                        <p:strVal val=""/>
                                      </p:to>
                                    </p:set>
                                  </p:childTnLst>
                                </p:cTn>
                              </p:par>
                              <p:par>
                                <p:cTn id="26" presetID="23" presetClass="entr" presetSubtype="288"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strVal val="4/3*#ppt_w"/>
                                          </p:val>
                                        </p:tav>
                                        <p:tav tm="100000">
                                          <p:val>
                                            <p:strVal val="#ppt_w"/>
                                          </p:val>
                                        </p:tav>
                                      </p:tavLst>
                                    </p:anim>
                                    <p:anim calcmode="lin" valueType="num">
                                      <p:cBhvr>
                                        <p:cTn id="29" dur="500" fill="hold"/>
                                        <p:tgtEl>
                                          <p:spTgt spid="4"/>
                                        </p:tgtEl>
                                        <p:attrNameLst>
                                          <p:attrName>ppt_h</p:attrName>
                                        </p:attrNameLst>
                                      </p:cBhvr>
                                      <p:tavLst>
                                        <p:tav tm="0">
                                          <p:val>
                                            <p:strVal val="4/3*#ppt_h"/>
                                          </p:val>
                                        </p:tav>
                                        <p:tav tm="100000">
                                          <p:val>
                                            <p:strVal val="#ppt_h"/>
                                          </p:val>
                                        </p:tav>
                                      </p:tavLst>
                                    </p:anim>
                                  </p:childTnLst>
                                </p:cTn>
                              </p:par>
                              <p:par>
                                <p:cTn id="30" presetID="23" presetClass="entr" presetSubtype="288" fill="hold" grpId="0" nodeType="with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p:cTn id="32" dur="500" fill="hold"/>
                                        <p:tgtEl>
                                          <p:spTgt spid="7"/>
                                        </p:tgtEl>
                                        <p:attrNameLst>
                                          <p:attrName>ppt_w</p:attrName>
                                        </p:attrNameLst>
                                      </p:cBhvr>
                                      <p:tavLst>
                                        <p:tav tm="0">
                                          <p:val>
                                            <p:strVal val="4/3*#ppt_w"/>
                                          </p:val>
                                        </p:tav>
                                        <p:tav tm="100000">
                                          <p:val>
                                            <p:strVal val="#ppt_w"/>
                                          </p:val>
                                        </p:tav>
                                      </p:tavLst>
                                    </p:anim>
                                    <p:anim calcmode="lin" valueType="num">
                                      <p:cBhvr>
                                        <p:cTn id="33" dur="500" fill="hold"/>
                                        <p:tgtEl>
                                          <p:spTgt spid="7"/>
                                        </p:tgtEl>
                                        <p:attrNameLst>
                                          <p:attrName>ppt_h</p:attrName>
                                        </p:attrNameLst>
                                      </p:cBhvr>
                                      <p:tavLst>
                                        <p:tav tm="0">
                                          <p:val>
                                            <p:strVal val="4/3*#ppt_h"/>
                                          </p:val>
                                        </p:tav>
                                        <p:tav tm="100000">
                                          <p:val>
                                            <p:strVal val="#ppt_h"/>
                                          </p:val>
                                        </p:tav>
                                      </p:tavLst>
                                    </p:anim>
                                  </p:childTnLst>
                                </p:cTn>
                              </p:par>
                              <p:par>
                                <p:cTn id="34" presetID="23" presetClass="entr" presetSubtype="288" fill="hold" grpId="0" nodeType="withEffect">
                                  <p:stCondLst>
                                    <p:cond delay="0"/>
                                  </p:stCondLst>
                                  <p:childTnLst>
                                    <p:set>
                                      <p:cBhvr>
                                        <p:cTn id="35" dur="1" fill="hold">
                                          <p:stCondLst>
                                            <p:cond delay="0"/>
                                          </p:stCondLst>
                                        </p:cTn>
                                        <p:tgtEl>
                                          <p:spTgt spid="27"/>
                                        </p:tgtEl>
                                        <p:attrNameLst>
                                          <p:attrName>style.visibility</p:attrName>
                                        </p:attrNameLst>
                                      </p:cBhvr>
                                      <p:to>
                                        <p:strVal val="visible"/>
                                      </p:to>
                                    </p:set>
                                    <p:anim calcmode="lin" valueType="num">
                                      <p:cBhvr>
                                        <p:cTn id="36" dur="500" fill="hold"/>
                                        <p:tgtEl>
                                          <p:spTgt spid="27"/>
                                        </p:tgtEl>
                                        <p:attrNameLst>
                                          <p:attrName>ppt_w</p:attrName>
                                        </p:attrNameLst>
                                      </p:cBhvr>
                                      <p:tavLst>
                                        <p:tav tm="0">
                                          <p:val>
                                            <p:strVal val="4/3*#ppt_w"/>
                                          </p:val>
                                        </p:tav>
                                        <p:tav tm="100000">
                                          <p:val>
                                            <p:strVal val="#ppt_w"/>
                                          </p:val>
                                        </p:tav>
                                      </p:tavLst>
                                    </p:anim>
                                    <p:anim calcmode="lin" valueType="num">
                                      <p:cBhvr>
                                        <p:cTn id="37" dur="500" fill="hold"/>
                                        <p:tgtEl>
                                          <p:spTgt spid="27"/>
                                        </p:tgtEl>
                                        <p:attrNameLst>
                                          <p:attrName>ppt_h</p:attrName>
                                        </p:attrNameLst>
                                      </p:cBhvr>
                                      <p:tavLst>
                                        <p:tav tm="0">
                                          <p:val>
                                            <p:strVal val="4/3*#ppt_h"/>
                                          </p:val>
                                        </p:tav>
                                        <p:tav tm="100000">
                                          <p:val>
                                            <p:strVal val="#ppt_h"/>
                                          </p:val>
                                        </p:tav>
                                      </p:tavLst>
                                    </p:anim>
                                  </p:childTnLst>
                                </p:cTn>
                              </p:par>
                              <p:par>
                                <p:cTn id="38" presetID="23" presetClass="entr" presetSubtype="288" fill="hold" grpId="0" nodeType="withEffect">
                                  <p:stCondLst>
                                    <p:cond delay="0"/>
                                  </p:stCondLst>
                                  <p:childTnLst>
                                    <p:set>
                                      <p:cBhvr>
                                        <p:cTn id="39" dur="1" fill="hold">
                                          <p:stCondLst>
                                            <p:cond delay="0"/>
                                          </p:stCondLst>
                                        </p:cTn>
                                        <p:tgtEl>
                                          <p:spTgt spid="29"/>
                                        </p:tgtEl>
                                        <p:attrNameLst>
                                          <p:attrName>style.visibility</p:attrName>
                                        </p:attrNameLst>
                                      </p:cBhvr>
                                      <p:to>
                                        <p:strVal val="visible"/>
                                      </p:to>
                                    </p:set>
                                    <p:anim calcmode="lin" valueType="num">
                                      <p:cBhvr>
                                        <p:cTn id="40" dur="500" fill="hold"/>
                                        <p:tgtEl>
                                          <p:spTgt spid="29"/>
                                        </p:tgtEl>
                                        <p:attrNameLst>
                                          <p:attrName>ppt_w</p:attrName>
                                        </p:attrNameLst>
                                      </p:cBhvr>
                                      <p:tavLst>
                                        <p:tav tm="0">
                                          <p:val>
                                            <p:strVal val="4/3*#ppt_w"/>
                                          </p:val>
                                        </p:tav>
                                        <p:tav tm="100000">
                                          <p:val>
                                            <p:strVal val="#ppt_w"/>
                                          </p:val>
                                        </p:tav>
                                      </p:tavLst>
                                    </p:anim>
                                    <p:anim calcmode="lin" valueType="num">
                                      <p:cBhvr>
                                        <p:cTn id="41" dur="500" fill="hold"/>
                                        <p:tgtEl>
                                          <p:spTgt spid="29"/>
                                        </p:tgtEl>
                                        <p:attrNameLst>
                                          <p:attrName>ppt_h</p:attrName>
                                        </p:attrNameLst>
                                      </p:cBhvr>
                                      <p:tavLst>
                                        <p:tav tm="0">
                                          <p:val>
                                            <p:strVal val="4/3*#ppt_h"/>
                                          </p:val>
                                        </p:tav>
                                        <p:tav tm="100000">
                                          <p:val>
                                            <p:strVal val="#ppt_h"/>
                                          </p:val>
                                        </p:tav>
                                      </p:tavLst>
                                    </p:anim>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00"/>
                                        <p:tgtEl>
                                          <p:spTgt spid="2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30"/>
                                        </p:tgtEl>
                                        <p:attrNameLst>
                                          <p:attrName>style.visibility</p:attrName>
                                        </p:attrNameLst>
                                      </p:cBhvr>
                                      <p:to>
                                        <p:strVal val="visible"/>
                                      </p:to>
                                    </p:set>
                                    <p:animEffect transition="in" filter="fade">
                                      <p:cBhvr>
                                        <p:cTn id="50" dur="500"/>
                                        <p:tgtEl>
                                          <p:spTgt spid="30"/>
                                        </p:tgtEl>
                                      </p:cBhvr>
                                    </p:animEffect>
                                  </p:childTnLst>
                                </p:cTn>
                              </p:par>
                              <p:par>
                                <p:cTn id="51" presetID="0" presetClass="entr" presetSubtype="0" fill="hold" grpId="0" nodeType="withEffect">
                                  <p:stCondLst>
                                    <p:cond delay="0"/>
                                  </p:stCondLst>
                                  <p:childTnLst>
                                    <p:set>
                                      <p:cBhvr>
                                        <p:cTn id="52" dur="1" fill="hold">
                                          <p:stCondLst>
                                            <p:cond delay="0"/>
                                          </p:stCondLst>
                                        </p:cTn>
                                        <p:tgtEl>
                                          <p:spTgt spid="26"/>
                                        </p:tgtEl>
                                        <p:attrNameLst>
                                          <p:attrName>style.visibility</p:attrName>
                                        </p:attrNameLst>
                                      </p:cBhvr>
                                      <p:to>
                                        <p:strVal val="visible"/>
                                      </p:to>
                                    </p:set>
                                    <p:anim to="" calcmode="lin" valueType="num">
                                      <p:cBhvr>
                                        <p:cTn id="53" dur="500" fill="hold">
                                          <p:stCondLst>
                                            <p:cond delay="0"/>
                                          </p:stCondLst>
                                        </p:cTn>
                                        <p:tgtEl>
                                          <p:spTgt spid="26"/>
                                        </p:tgtEl>
                                        <p:attrNameLst>
                                          <p:attrName>ppt_x</p:attrName>
                                        </p:attrNameLst>
                                      </p:cBhvr>
                                      <p:tavLst>
                                        <p:tav tm="0" fmla="((floor(#ppt_x-0.5)+ceil(#ppt_x-0.5))*0.5+0.5)+(#ppt_x- ((floor(#ppt_x-0.5)+ceil(#ppt_x-0.5))*0.5+0.5))*$">
                                          <p:val>
                                            <p:strVal val="0"/>
                                          </p:val>
                                        </p:tav>
                                        <p:tav tm="100000">
                                          <p:val>
                                            <p:strVal val="1"/>
                                          </p:val>
                                        </p:tav>
                                      </p:tavLst>
                                    </p:anim>
                                    <p:anim to="" calcmode="lin" valueType="num">
                                      <p:cBhvr>
                                        <p:cTn id="54" dur="500" fill="hold">
                                          <p:stCondLst>
                                            <p:cond delay="0"/>
                                          </p:stCondLst>
                                        </p:cTn>
                                        <p:tgtEl>
                                          <p:spTgt spid="26"/>
                                        </p:tgtEl>
                                        <p:attrNameLst>
                                          <p:attrName>ppt_y</p:attrName>
                                        </p:attrNameLst>
                                      </p:cBhvr>
                                      <p:tavLst>
                                        <p:tav tm="0" fmla="((floor(#ppt_y-0.5)+ceil(#ppt_y-0.5))*0.5+0.5)+(#ppt_y- ((floor(#ppt_y-0.5)+ceil(#ppt_y-0.5))*0.5+0.5))*$">
                                          <p:val>
                                            <p:strVal val="0"/>
                                          </p:val>
                                        </p:tav>
                                        <p:tav tm="100000">
                                          <p:val>
                                            <p:strVal val="1"/>
                                          </p:val>
                                        </p:tav>
                                      </p:tavLst>
                                    </p:anim>
                                    <p:anim to="" calcmode="lin" valueType="num">
                                      <p:cBhvr>
                                        <p:cTn id="55" dur="500" fill="hold">
                                          <p:stCondLst>
                                            <p:cond delay="0"/>
                                          </p:stCondLst>
                                        </p:cTn>
                                        <p:tgtEl>
                                          <p:spTgt spid="26"/>
                                        </p:tgtEl>
                                        <p:attrNameLst>
                                          <p:attrName>style.opacity</p:attrName>
                                        </p:attrNameLst>
                                      </p:cBhvr>
                                      <p:tavLst>
                                        <p:tav tm="0">
                                          <p:val>
                                            <p:strVal val="0"/>
                                          </p:val>
                                        </p:tav>
                                        <p:tav tm="100000">
                                          <p:val>
                                            <p:strVal val="1"/>
                                          </p:val>
                                        </p:tav>
                                      </p:tavLst>
                                    </p:anim>
                                    <p:anim to="" calcmode="lin" valueType="num">
                                      <p:cBhvr>
                                        <p:cTn id="56" dur="500" fill="hold">
                                          <p:stCondLst>
                                            <p:cond delay="0"/>
                                          </p:stCondLst>
                                        </p:cTn>
                                        <p:tgtEl>
                                          <p:spTgt spid="26"/>
                                        </p:tgtEl>
                                        <p:attrNameLst>
                                          <p:attrName>ppt_w</p:attrName>
                                        </p:attrNameLst>
                                      </p:cBhvr>
                                      <p:tavLst>
                                        <p:tav tm="0">
                                          <p:val>
                                            <p:strVal val="#ppt_w*2"/>
                                          </p:val>
                                        </p:tav>
                                        <p:tav tm="100000">
                                          <p:val>
                                            <p:strVal val="#ppt_w"/>
                                          </p:val>
                                        </p:tav>
                                      </p:tavLst>
                                    </p:anim>
                                    <p:anim to="" calcmode="lin" valueType="num">
                                      <p:cBhvr>
                                        <p:cTn id="57" dur="500" fill="hold">
                                          <p:stCondLst>
                                            <p:cond delay="0"/>
                                          </p:stCondLst>
                                        </p:cTn>
                                        <p:tgtEl>
                                          <p:spTgt spid="26"/>
                                        </p:tgtEl>
                                        <p:attrNameLst>
                                          <p:attrName>ppt_h</p:attrName>
                                        </p:attrNameLst>
                                      </p:cBhvr>
                                      <p:tavLst>
                                        <p:tav tm="0">
                                          <p:val>
                                            <p:strVal val="#ppt_h*2"/>
                                          </p:val>
                                        </p:tav>
                                        <p:tav tm="100000">
                                          <p:val>
                                            <p:strVal val="#ppt_h"/>
                                          </p:val>
                                        </p:tav>
                                      </p:tavLst>
                                    </p:anim>
                                  </p:childTnLst>
                                </p:cTn>
                              </p:par>
                              <p:par>
                                <p:cTn id="58" presetID="0" presetClass="entr" presetSubtype="0" fill="hold" grpId="0" nodeType="withEffect">
                                  <p:stCondLst>
                                    <p:cond delay="0"/>
                                  </p:stCondLst>
                                  <p:childTnLst>
                                    <p:set>
                                      <p:cBhvr>
                                        <p:cTn id="59" dur="1" fill="hold">
                                          <p:stCondLst>
                                            <p:cond delay="0"/>
                                          </p:stCondLst>
                                        </p:cTn>
                                        <p:tgtEl>
                                          <p:spTgt spid="31"/>
                                        </p:tgtEl>
                                        <p:attrNameLst>
                                          <p:attrName>style.visibility</p:attrName>
                                        </p:attrNameLst>
                                      </p:cBhvr>
                                      <p:to>
                                        <p:strVal val="visible"/>
                                      </p:to>
                                    </p:set>
                                    <p:anim to="" calcmode="lin" valueType="num">
                                      <p:cBhvr>
                                        <p:cTn id="60" dur="500" fill="hold">
                                          <p:stCondLst>
                                            <p:cond delay="0"/>
                                          </p:stCondLst>
                                        </p:cTn>
                                        <p:tgtEl>
                                          <p:spTgt spid="31"/>
                                        </p:tgtEl>
                                        <p:attrNameLst>
                                          <p:attrName>ppt_x</p:attrName>
                                        </p:attrNameLst>
                                      </p:cBhvr>
                                      <p:tavLst>
                                        <p:tav tm="0" fmla="((floor(#ppt_x-0.5)+ceil(#ppt_x-0.5))*0.5+0.5)+(#ppt_x- ((floor(#ppt_x-0.5)+ceil(#ppt_x-0.5))*0.5+0.5))*$">
                                          <p:val>
                                            <p:strVal val="0"/>
                                          </p:val>
                                        </p:tav>
                                        <p:tav tm="100000">
                                          <p:val>
                                            <p:strVal val="1"/>
                                          </p:val>
                                        </p:tav>
                                      </p:tavLst>
                                    </p:anim>
                                    <p:anim to="" calcmode="lin" valueType="num">
                                      <p:cBhvr>
                                        <p:cTn id="61" dur="500" fill="hold">
                                          <p:stCondLst>
                                            <p:cond delay="0"/>
                                          </p:stCondLst>
                                        </p:cTn>
                                        <p:tgtEl>
                                          <p:spTgt spid="31"/>
                                        </p:tgtEl>
                                        <p:attrNameLst>
                                          <p:attrName>ppt_y</p:attrName>
                                        </p:attrNameLst>
                                      </p:cBhvr>
                                      <p:tavLst>
                                        <p:tav tm="0" fmla="((floor(#ppt_y-0.5)+ceil(#ppt_y-0.5))*0.5+0.5)+(#ppt_y- ((floor(#ppt_y-0.5)+ceil(#ppt_y-0.5))*0.5+0.5))*$">
                                          <p:val>
                                            <p:strVal val="0"/>
                                          </p:val>
                                        </p:tav>
                                        <p:tav tm="100000">
                                          <p:val>
                                            <p:strVal val="1"/>
                                          </p:val>
                                        </p:tav>
                                      </p:tavLst>
                                    </p:anim>
                                    <p:anim to="" calcmode="lin" valueType="num">
                                      <p:cBhvr>
                                        <p:cTn id="62" dur="500" fill="hold">
                                          <p:stCondLst>
                                            <p:cond delay="0"/>
                                          </p:stCondLst>
                                        </p:cTn>
                                        <p:tgtEl>
                                          <p:spTgt spid="31"/>
                                        </p:tgtEl>
                                        <p:attrNameLst>
                                          <p:attrName>style.opacity</p:attrName>
                                        </p:attrNameLst>
                                      </p:cBhvr>
                                      <p:tavLst>
                                        <p:tav tm="0">
                                          <p:val>
                                            <p:strVal val="0"/>
                                          </p:val>
                                        </p:tav>
                                        <p:tav tm="100000">
                                          <p:val>
                                            <p:strVal val="1"/>
                                          </p:val>
                                        </p:tav>
                                      </p:tavLst>
                                    </p:anim>
                                    <p:anim to="" calcmode="lin" valueType="num">
                                      <p:cBhvr>
                                        <p:cTn id="63" dur="500" fill="hold">
                                          <p:stCondLst>
                                            <p:cond delay="0"/>
                                          </p:stCondLst>
                                        </p:cTn>
                                        <p:tgtEl>
                                          <p:spTgt spid="31"/>
                                        </p:tgtEl>
                                        <p:attrNameLst>
                                          <p:attrName>ppt_w</p:attrName>
                                        </p:attrNameLst>
                                      </p:cBhvr>
                                      <p:tavLst>
                                        <p:tav tm="0">
                                          <p:val>
                                            <p:strVal val="#ppt_w*2"/>
                                          </p:val>
                                        </p:tav>
                                        <p:tav tm="100000">
                                          <p:val>
                                            <p:strVal val="#ppt_w"/>
                                          </p:val>
                                        </p:tav>
                                      </p:tavLst>
                                    </p:anim>
                                    <p:anim to="" calcmode="lin" valueType="num">
                                      <p:cBhvr>
                                        <p:cTn id="64" dur="500" fill="hold">
                                          <p:stCondLst>
                                            <p:cond delay="0"/>
                                          </p:stCondLst>
                                        </p:cTn>
                                        <p:tgtEl>
                                          <p:spTgt spid="31"/>
                                        </p:tgtEl>
                                        <p:attrNameLst>
                                          <p:attrName>ppt_h</p:attrName>
                                        </p:attrNameLst>
                                      </p:cBhvr>
                                      <p:tavLst>
                                        <p:tav tm="0">
                                          <p:val>
                                            <p:strVal val="#ppt_h*2"/>
                                          </p:val>
                                        </p:tav>
                                        <p:tav tm="100000">
                                          <p:val>
                                            <p:strVal val="#ppt_h"/>
                                          </p:val>
                                        </p:tav>
                                      </p:tavLst>
                                    </p:anim>
                                  </p:childTnLst>
                                </p:cTn>
                              </p:par>
                              <p:par>
                                <p:cTn id="65" presetID="0" presetClass="entr" presetSubtype="0" fill="hold" grpId="0" nodeType="withEffect">
                                  <p:stCondLst>
                                    <p:cond delay="0"/>
                                  </p:stCondLst>
                                  <p:childTnLst>
                                    <p:set>
                                      <p:cBhvr>
                                        <p:cTn id="66" dur="1" fill="hold">
                                          <p:stCondLst>
                                            <p:cond delay="0"/>
                                          </p:stCondLst>
                                        </p:cTn>
                                        <p:tgtEl>
                                          <p:spTgt spid="42"/>
                                        </p:tgtEl>
                                        <p:attrNameLst>
                                          <p:attrName>style.visibility</p:attrName>
                                        </p:attrNameLst>
                                      </p:cBhvr>
                                      <p:to>
                                        <p:strVal val="visible"/>
                                      </p:to>
                                    </p:set>
                                    <p:anim to="" calcmode="lin" valueType="num">
                                      <p:cBhvr>
                                        <p:cTn id="67" dur="500" fill="hold">
                                          <p:stCondLst>
                                            <p:cond delay="0"/>
                                          </p:stCondLst>
                                        </p:cTn>
                                        <p:tgtEl>
                                          <p:spTgt spid="42"/>
                                        </p:tgtEl>
                                        <p:attrNameLst>
                                          <p:attrName>ppt_x</p:attrName>
                                        </p:attrNameLst>
                                      </p:cBhvr>
                                      <p:tavLst>
                                        <p:tav tm="0" fmla="((floor(#ppt_x-0.5)+ceil(#ppt_x-0.5))*0.5+0.5)+(#ppt_x- ((floor(#ppt_x-0.5)+ceil(#ppt_x-0.5))*0.5+0.5))*$">
                                          <p:val>
                                            <p:strVal val="0"/>
                                          </p:val>
                                        </p:tav>
                                        <p:tav tm="100000">
                                          <p:val>
                                            <p:strVal val="1"/>
                                          </p:val>
                                        </p:tav>
                                      </p:tavLst>
                                    </p:anim>
                                    <p:anim to="" calcmode="lin" valueType="num">
                                      <p:cBhvr>
                                        <p:cTn id="68" dur="500" fill="hold">
                                          <p:stCondLst>
                                            <p:cond delay="0"/>
                                          </p:stCondLst>
                                        </p:cTn>
                                        <p:tgtEl>
                                          <p:spTgt spid="42"/>
                                        </p:tgtEl>
                                        <p:attrNameLst>
                                          <p:attrName>ppt_y</p:attrName>
                                        </p:attrNameLst>
                                      </p:cBhvr>
                                      <p:tavLst>
                                        <p:tav tm="0" fmla="((floor(#ppt_y-0.5)+ceil(#ppt_y-0.5))*0.5+0.5)+(#ppt_y- ((floor(#ppt_y-0.5)+ceil(#ppt_y-0.5))*0.5+0.5))*$">
                                          <p:val>
                                            <p:strVal val="0"/>
                                          </p:val>
                                        </p:tav>
                                        <p:tav tm="100000">
                                          <p:val>
                                            <p:strVal val="1"/>
                                          </p:val>
                                        </p:tav>
                                      </p:tavLst>
                                    </p:anim>
                                    <p:anim to="" calcmode="lin" valueType="num">
                                      <p:cBhvr>
                                        <p:cTn id="69" dur="500" fill="hold">
                                          <p:stCondLst>
                                            <p:cond delay="0"/>
                                          </p:stCondLst>
                                        </p:cTn>
                                        <p:tgtEl>
                                          <p:spTgt spid="42"/>
                                        </p:tgtEl>
                                        <p:attrNameLst>
                                          <p:attrName>style.opacity</p:attrName>
                                        </p:attrNameLst>
                                      </p:cBhvr>
                                      <p:tavLst>
                                        <p:tav tm="0">
                                          <p:val>
                                            <p:strVal val="0"/>
                                          </p:val>
                                        </p:tav>
                                        <p:tav tm="100000">
                                          <p:val>
                                            <p:strVal val="1"/>
                                          </p:val>
                                        </p:tav>
                                      </p:tavLst>
                                    </p:anim>
                                    <p:anim to="" calcmode="lin" valueType="num">
                                      <p:cBhvr>
                                        <p:cTn id="70" dur="500" fill="hold">
                                          <p:stCondLst>
                                            <p:cond delay="0"/>
                                          </p:stCondLst>
                                        </p:cTn>
                                        <p:tgtEl>
                                          <p:spTgt spid="42"/>
                                        </p:tgtEl>
                                        <p:attrNameLst>
                                          <p:attrName>ppt_w</p:attrName>
                                        </p:attrNameLst>
                                      </p:cBhvr>
                                      <p:tavLst>
                                        <p:tav tm="0">
                                          <p:val>
                                            <p:strVal val="#ppt_w*2"/>
                                          </p:val>
                                        </p:tav>
                                        <p:tav tm="100000">
                                          <p:val>
                                            <p:strVal val="#ppt_w"/>
                                          </p:val>
                                        </p:tav>
                                      </p:tavLst>
                                    </p:anim>
                                    <p:anim to="" calcmode="lin" valueType="num">
                                      <p:cBhvr>
                                        <p:cTn id="71" dur="500" fill="hold">
                                          <p:stCondLst>
                                            <p:cond delay="0"/>
                                          </p:stCondLst>
                                        </p:cTn>
                                        <p:tgtEl>
                                          <p:spTgt spid="42"/>
                                        </p:tgtEl>
                                        <p:attrNameLst>
                                          <p:attrName>ppt_h</p:attrName>
                                        </p:attrNameLst>
                                      </p:cBhvr>
                                      <p:tavLst>
                                        <p:tav tm="0">
                                          <p:val>
                                            <p:strVal val="#ppt_h*2"/>
                                          </p:val>
                                        </p:tav>
                                        <p:tav tm="100000">
                                          <p:val>
                                            <p:strVal val="#ppt_h"/>
                                          </p:val>
                                        </p:tav>
                                      </p:tavLst>
                                    </p:anim>
                                  </p:childTnLst>
                                </p:cTn>
                              </p:par>
                              <p:par>
                                <p:cTn id="72" presetID="0" presetClass="entr" presetSubtype="0" fill="hold" grpId="0" nodeType="withEffect">
                                  <p:stCondLst>
                                    <p:cond delay="0"/>
                                  </p:stCondLst>
                                  <p:childTnLst>
                                    <p:set>
                                      <p:cBhvr>
                                        <p:cTn id="73" dur="1" fill="hold">
                                          <p:stCondLst>
                                            <p:cond delay="0"/>
                                          </p:stCondLst>
                                        </p:cTn>
                                        <p:tgtEl>
                                          <p:spTgt spid="43"/>
                                        </p:tgtEl>
                                        <p:attrNameLst>
                                          <p:attrName>style.visibility</p:attrName>
                                        </p:attrNameLst>
                                      </p:cBhvr>
                                      <p:to>
                                        <p:strVal val="visible"/>
                                      </p:to>
                                    </p:set>
                                    <p:anim to="" calcmode="lin" valueType="num">
                                      <p:cBhvr>
                                        <p:cTn id="74" dur="500" fill="hold">
                                          <p:stCondLst>
                                            <p:cond delay="0"/>
                                          </p:stCondLst>
                                        </p:cTn>
                                        <p:tgtEl>
                                          <p:spTgt spid="43"/>
                                        </p:tgtEl>
                                        <p:attrNameLst>
                                          <p:attrName>ppt_x</p:attrName>
                                        </p:attrNameLst>
                                      </p:cBhvr>
                                      <p:tavLst>
                                        <p:tav tm="0" fmla="((floor(#ppt_x-0.5)+ceil(#ppt_x-0.5))*0.5+0.5)+(#ppt_x- ((floor(#ppt_x-0.5)+ceil(#ppt_x-0.5))*0.5+0.5))*$">
                                          <p:val>
                                            <p:strVal val="0"/>
                                          </p:val>
                                        </p:tav>
                                        <p:tav tm="100000">
                                          <p:val>
                                            <p:strVal val="1"/>
                                          </p:val>
                                        </p:tav>
                                      </p:tavLst>
                                    </p:anim>
                                    <p:anim to="" calcmode="lin" valueType="num">
                                      <p:cBhvr>
                                        <p:cTn id="75" dur="500" fill="hold">
                                          <p:stCondLst>
                                            <p:cond delay="0"/>
                                          </p:stCondLst>
                                        </p:cTn>
                                        <p:tgtEl>
                                          <p:spTgt spid="43"/>
                                        </p:tgtEl>
                                        <p:attrNameLst>
                                          <p:attrName>ppt_y</p:attrName>
                                        </p:attrNameLst>
                                      </p:cBhvr>
                                      <p:tavLst>
                                        <p:tav tm="0" fmla="((floor(#ppt_y-0.5)+ceil(#ppt_y-0.5))*0.5+0.5)+(#ppt_y- ((floor(#ppt_y-0.5)+ceil(#ppt_y-0.5))*0.5+0.5))*$">
                                          <p:val>
                                            <p:strVal val="0"/>
                                          </p:val>
                                        </p:tav>
                                        <p:tav tm="100000">
                                          <p:val>
                                            <p:strVal val="1"/>
                                          </p:val>
                                        </p:tav>
                                      </p:tavLst>
                                    </p:anim>
                                    <p:anim to="" calcmode="lin" valueType="num">
                                      <p:cBhvr>
                                        <p:cTn id="76" dur="500" fill="hold">
                                          <p:stCondLst>
                                            <p:cond delay="0"/>
                                          </p:stCondLst>
                                        </p:cTn>
                                        <p:tgtEl>
                                          <p:spTgt spid="43"/>
                                        </p:tgtEl>
                                        <p:attrNameLst>
                                          <p:attrName>style.opacity</p:attrName>
                                        </p:attrNameLst>
                                      </p:cBhvr>
                                      <p:tavLst>
                                        <p:tav tm="0">
                                          <p:val>
                                            <p:strVal val="0"/>
                                          </p:val>
                                        </p:tav>
                                        <p:tav tm="100000">
                                          <p:val>
                                            <p:strVal val="1"/>
                                          </p:val>
                                        </p:tav>
                                      </p:tavLst>
                                    </p:anim>
                                    <p:anim to="" calcmode="lin" valueType="num">
                                      <p:cBhvr>
                                        <p:cTn id="77" dur="500" fill="hold">
                                          <p:stCondLst>
                                            <p:cond delay="0"/>
                                          </p:stCondLst>
                                        </p:cTn>
                                        <p:tgtEl>
                                          <p:spTgt spid="43"/>
                                        </p:tgtEl>
                                        <p:attrNameLst>
                                          <p:attrName>ppt_w</p:attrName>
                                        </p:attrNameLst>
                                      </p:cBhvr>
                                      <p:tavLst>
                                        <p:tav tm="0">
                                          <p:val>
                                            <p:strVal val="#ppt_w*2"/>
                                          </p:val>
                                        </p:tav>
                                        <p:tav tm="100000">
                                          <p:val>
                                            <p:strVal val="#ppt_w"/>
                                          </p:val>
                                        </p:tav>
                                      </p:tavLst>
                                    </p:anim>
                                    <p:anim to="" calcmode="lin" valueType="num">
                                      <p:cBhvr>
                                        <p:cTn id="78" dur="500" fill="hold">
                                          <p:stCondLst>
                                            <p:cond delay="0"/>
                                          </p:stCondLst>
                                        </p:cTn>
                                        <p:tgtEl>
                                          <p:spTgt spid="43"/>
                                        </p:tgtEl>
                                        <p:attrNameLst>
                                          <p:attrName>ppt_h</p:attrName>
                                        </p:attrNameLst>
                                      </p:cBhvr>
                                      <p:tavLst>
                                        <p:tav tm="0">
                                          <p:val>
                                            <p:strVal val="#ppt_h*2"/>
                                          </p:val>
                                        </p:tav>
                                        <p:tav tm="100000">
                                          <p:val>
                                            <p:strVal val="#ppt_h"/>
                                          </p:val>
                                        </p:tav>
                                      </p:tavLst>
                                    </p:anim>
                                  </p:childTnLst>
                                </p:cTn>
                              </p:par>
                              <p:par>
                                <p:cTn id="79" presetID="0" presetClass="entr" presetSubtype="0" fill="hold" nodeType="withEffect">
                                  <p:stCondLst>
                                    <p:cond delay="0"/>
                                  </p:stCondLst>
                                  <p:childTnLst>
                                    <p:set>
                                      <p:cBhvr>
                                        <p:cTn id="80" dur="1" fill="hold">
                                          <p:stCondLst>
                                            <p:cond delay="0"/>
                                          </p:stCondLst>
                                        </p:cTn>
                                        <p:tgtEl>
                                          <p:spTgt spid="56"/>
                                        </p:tgtEl>
                                        <p:attrNameLst>
                                          <p:attrName>style.visibility</p:attrName>
                                        </p:attrNameLst>
                                      </p:cBhvr>
                                      <p:to>
                                        <p:strVal val="visible"/>
                                      </p:to>
                                    </p:set>
                                    <p:anim to="" calcmode="lin" valueType="num">
                                      <p:cBhvr>
                                        <p:cTn id="81" dur="500" fill="hold">
                                          <p:stCondLst>
                                            <p:cond delay="0"/>
                                          </p:stCondLst>
                                        </p:cTn>
                                        <p:tgtEl>
                                          <p:spTgt spid="56"/>
                                        </p:tgtEl>
                                        <p:attrNameLst>
                                          <p:attrName>ppt_x</p:attrName>
                                        </p:attrNameLst>
                                      </p:cBhvr>
                                      <p:tavLst>
                                        <p:tav tm="0" fmla="((floor(#ppt_x-0.5)+ceil(#ppt_x-0.5))*0.5+0.5)+(#ppt_x- ((floor(#ppt_x-0.5)+ceil(#ppt_x-0.5))*0.5+0.5))*$">
                                          <p:val>
                                            <p:strVal val="0"/>
                                          </p:val>
                                        </p:tav>
                                        <p:tav tm="100000">
                                          <p:val>
                                            <p:strVal val="1"/>
                                          </p:val>
                                        </p:tav>
                                      </p:tavLst>
                                    </p:anim>
                                    <p:anim to="" calcmode="lin" valueType="num">
                                      <p:cBhvr>
                                        <p:cTn id="82" dur="500" fill="hold">
                                          <p:stCondLst>
                                            <p:cond delay="0"/>
                                          </p:stCondLst>
                                        </p:cTn>
                                        <p:tgtEl>
                                          <p:spTgt spid="56"/>
                                        </p:tgtEl>
                                        <p:attrNameLst>
                                          <p:attrName>ppt_y</p:attrName>
                                        </p:attrNameLst>
                                      </p:cBhvr>
                                      <p:tavLst>
                                        <p:tav tm="0" fmla="((floor(#ppt_y-0.5)+ceil(#ppt_y-0.5))*0.5+0.5)+(#ppt_y- ((floor(#ppt_y-0.5)+ceil(#ppt_y-0.5))*0.5+0.5))*$">
                                          <p:val>
                                            <p:strVal val="0"/>
                                          </p:val>
                                        </p:tav>
                                        <p:tav tm="100000">
                                          <p:val>
                                            <p:strVal val="1"/>
                                          </p:val>
                                        </p:tav>
                                      </p:tavLst>
                                    </p:anim>
                                    <p:anim to="" calcmode="lin" valueType="num">
                                      <p:cBhvr>
                                        <p:cTn id="83" dur="500" fill="hold">
                                          <p:stCondLst>
                                            <p:cond delay="0"/>
                                          </p:stCondLst>
                                        </p:cTn>
                                        <p:tgtEl>
                                          <p:spTgt spid="56"/>
                                        </p:tgtEl>
                                        <p:attrNameLst>
                                          <p:attrName>style.opacity</p:attrName>
                                        </p:attrNameLst>
                                      </p:cBhvr>
                                      <p:tavLst>
                                        <p:tav tm="0">
                                          <p:val>
                                            <p:strVal val="0"/>
                                          </p:val>
                                        </p:tav>
                                        <p:tav tm="100000">
                                          <p:val>
                                            <p:strVal val="1"/>
                                          </p:val>
                                        </p:tav>
                                      </p:tavLst>
                                    </p:anim>
                                    <p:anim to="" calcmode="lin" valueType="num">
                                      <p:cBhvr>
                                        <p:cTn id="84" dur="500" fill="hold">
                                          <p:stCondLst>
                                            <p:cond delay="0"/>
                                          </p:stCondLst>
                                        </p:cTn>
                                        <p:tgtEl>
                                          <p:spTgt spid="56"/>
                                        </p:tgtEl>
                                        <p:attrNameLst>
                                          <p:attrName>ppt_w</p:attrName>
                                        </p:attrNameLst>
                                      </p:cBhvr>
                                      <p:tavLst>
                                        <p:tav tm="0">
                                          <p:val>
                                            <p:strVal val="#ppt_w*2"/>
                                          </p:val>
                                        </p:tav>
                                        <p:tav tm="100000">
                                          <p:val>
                                            <p:strVal val="#ppt_w"/>
                                          </p:val>
                                        </p:tav>
                                      </p:tavLst>
                                    </p:anim>
                                    <p:anim to="" calcmode="lin" valueType="num">
                                      <p:cBhvr>
                                        <p:cTn id="85" dur="500" fill="hold">
                                          <p:stCondLst>
                                            <p:cond delay="0"/>
                                          </p:stCondLst>
                                        </p:cTn>
                                        <p:tgtEl>
                                          <p:spTgt spid="56"/>
                                        </p:tgtEl>
                                        <p:attrNameLst>
                                          <p:attrName>ppt_h</p:attrName>
                                        </p:attrNameLst>
                                      </p:cBhvr>
                                      <p:tavLst>
                                        <p:tav tm="0">
                                          <p:val>
                                            <p:strVal val="#ppt_h*2"/>
                                          </p:val>
                                        </p:tav>
                                        <p:tav tm="100000">
                                          <p:val>
                                            <p:strVal val="#ppt_h"/>
                                          </p:val>
                                        </p:tav>
                                      </p:tavLst>
                                    </p:anim>
                                  </p:childTnLst>
                                </p:cTn>
                              </p:par>
                              <p:par>
                                <p:cTn id="86" presetID="0" presetClass="entr" presetSubtype="0" fill="hold" grpId="0" nodeType="withEffect">
                                  <p:stCondLst>
                                    <p:cond delay="0"/>
                                  </p:stCondLst>
                                  <p:childTnLst>
                                    <p:set>
                                      <p:cBhvr>
                                        <p:cTn id="87" dur="1" fill="hold">
                                          <p:stCondLst>
                                            <p:cond delay="0"/>
                                          </p:stCondLst>
                                        </p:cTn>
                                        <p:tgtEl>
                                          <p:spTgt spid="61"/>
                                        </p:tgtEl>
                                        <p:attrNameLst>
                                          <p:attrName>style.visibility</p:attrName>
                                        </p:attrNameLst>
                                      </p:cBhvr>
                                      <p:to>
                                        <p:strVal val="visible"/>
                                      </p:to>
                                    </p:set>
                                    <p:anim to="" calcmode="lin" valueType="num">
                                      <p:cBhvr>
                                        <p:cTn id="88" dur="500" fill="hold">
                                          <p:stCondLst>
                                            <p:cond delay="0"/>
                                          </p:stCondLst>
                                        </p:cTn>
                                        <p:tgtEl>
                                          <p:spTgt spid="61"/>
                                        </p:tgtEl>
                                        <p:attrNameLst>
                                          <p:attrName>ppt_x</p:attrName>
                                        </p:attrNameLst>
                                      </p:cBhvr>
                                      <p:tavLst>
                                        <p:tav tm="0" fmla="((floor(#ppt_x-0.5)+ceil(#ppt_x-0.5))*0.5+0.5)+(#ppt_x- ((floor(#ppt_x-0.5)+ceil(#ppt_x-0.5))*0.5+0.5))*$">
                                          <p:val>
                                            <p:strVal val="0"/>
                                          </p:val>
                                        </p:tav>
                                        <p:tav tm="100000">
                                          <p:val>
                                            <p:strVal val="1"/>
                                          </p:val>
                                        </p:tav>
                                      </p:tavLst>
                                    </p:anim>
                                    <p:anim to="" calcmode="lin" valueType="num">
                                      <p:cBhvr>
                                        <p:cTn id="89" dur="500" fill="hold">
                                          <p:stCondLst>
                                            <p:cond delay="0"/>
                                          </p:stCondLst>
                                        </p:cTn>
                                        <p:tgtEl>
                                          <p:spTgt spid="61"/>
                                        </p:tgtEl>
                                        <p:attrNameLst>
                                          <p:attrName>ppt_y</p:attrName>
                                        </p:attrNameLst>
                                      </p:cBhvr>
                                      <p:tavLst>
                                        <p:tav tm="0" fmla="((floor(#ppt_y-0.5)+ceil(#ppt_y-0.5))*0.5+0.5)+(#ppt_y- ((floor(#ppt_y-0.5)+ceil(#ppt_y-0.5))*0.5+0.5))*$">
                                          <p:val>
                                            <p:strVal val="0"/>
                                          </p:val>
                                        </p:tav>
                                        <p:tav tm="100000">
                                          <p:val>
                                            <p:strVal val="1"/>
                                          </p:val>
                                        </p:tav>
                                      </p:tavLst>
                                    </p:anim>
                                    <p:anim to="" calcmode="lin" valueType="num">
                                      <p:cBhvr>
                                        <p:cTn id="90" dur="500" fill="hold">
                                          <p:stCondLst>
                                            <p:cond delay="0"/>
                                          </p:stCondLst>
                                        </p:cTn>
                                        <p:tgtEl>
                                          <p:spTgt spid="61"/>
                                        </p:tgtEl>
                                        <p:attrNameLst>
                                          <p:attrName>style.opacity</p:attrName>
                                        </p:attrNameLst>
                                      </p:cBhvr>
                                      <p:tavLst>
                                        <p:tav tm="0">
                                          <p:val>
                                            <p:strVal val="0"/>
                                          </p:val>
                                        </p:tav>
                                        <p:tav tm="100000">
                                          <p:val>
                                            <p:strVal val="1"/>
                                          </p:val>
                                        </p:tav>
                                      </p:tavLst>
                                    </p:anim>
                                    <p:anim to="" calcmode="lin" valueType="num">
                                      <p:cBhvr>
                                        <p:cTn id="91" dur="500" fill="hold">
                                          <p:stCondLst>
                                            <p:cond delay="0"/>
                                          </p:stCondLst>
                                        </p:cTn>
                                        <p:tgtEl>
                                          <p:spTgt spid="61"/>
                                        </p:tgtEl>
                                        <p:attrNameLst>
                                          <p:attrName>ppt_w</p:attrName>
                                        </p:attrNameLst>
                                      </p:cBhvr>
                                      <p:tavLst>
                                        <p:tav tm="0">
                                          <p:val>
                                            <p:strVal val="#ppt_w*2"/>
                                          </p:val>
                                        </p:tav>
                                        <p:tav tm="100000">
                                          <p:val>
                                            <p:strVal val="#ppt_w"/>
                                          </p:val>
                                        </p:tav>
                                      </p:tavLst>
                                    </p:anim>
                                    <p:anim to="" calcmode="lin" valueType="num">
                                      <p:cBhvr>
                                        <p:cTn id="92" dur="500" fill="hold">
                                          <p:stCondLst>
                                            <p:cond delay="0"/>
                                          </p:stCondLst>
                                        </p:cTn>
                                        <p:tgtEl>
                                          <p:spTgt spid="61"/>
                                        </p:tgtEl>
                                        <p:attrNameLst>
                                          <p:attrName>ppt_h</p:attrName>
                                        </p:attrNameLst>
                                      </p:cBhvr>
                                      <p:tavLst>
                                        <p:tav tm="0">
                                          <p:val>
                                            <p:strVal val="#ppt_h*2"/>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8" grpId="0"/>
      <p:bldP spid="19" grpId="0"/>
      <p:bldP spid="26" grpId="0" animBg="1"/>
      <p:bldP spid="27" grpId="0" animBg="1"/>
      <p:bldP spid="28" grpId="0"/>
      <p:bldP spid="29" grpId="0" animBg="1"/>
      <p:bldP spid="30" grpId="0"/>
      <p:bldP spid="31" grpId="0" animBg="1"/>
      <p:bldP spid="42" grpId="0" animBg="1"/>
      <p:bldP spid="43" grpId="0" animBg="1"/>
      <p:bldP spid="61" grpId="0"/>
      <p:bldP spid="2" grpId="0"/>
      <p:bldP spid="3" grpId="0"/>
      <p:bldP spid="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100000"/>
          </a:schemeClr>
        </a:solidFill>
        <a:effectLst/>
      </p:bgPr>
    </p:bg>
    <p:spTree>
      <p:nvGrpSpPr>
        <p:cNvPr id="1" name=""/>
        <p:cNvGrpSpPr/>
        <p:nvPr/>
      </p:nvGrpSpPr>
      <p:grpSpPr>
        <a:xfrm>
          <a:off x="0" y="0"/>
          <a:ext cx="0" cy="0"/>
          <a:chOff x="0" y="0"/>
          <a:chExt cx="0" cy="0"/>
        </a:xfrm>
      </p:grpSpPr>
      <p:grpSp>
        <p:nvGrpSpPr>
          <p:cNvPr id="4" name="Text4"/>
          <p:cNvGrpSpPr/>
          <p:nvPr>
            <p:custDataLst>
              <p:tags r:id="rId3"/>
            </p:custDataLst>
          </p:nvPr>
        </p:nvGrpSpPr>
        <p:grpSpPr>
          <a:xfrm>
            <a:off x="3957352" y="1234593"/>
            <a:ext cx="3189061" cy="1463150"/>
            <a:chOff x="2757713" y="1890118"/>
            <a:chExt cx="3189061" cy="1434946"/>
          </a:xfrm>
        </p:grpSpPr>
        <p:sp>
          <p:nvSpPr>
            <p:cNvPr id="27" name="Text1"/>
            <p:cNvSpPr txBox="1"/>
            <p:nvPr>
              <p:custDataLst>
                <p:tags r:id="rId32"/>
              </p:custDataLst>
            </p:nvPr>
          </p:nvSpPr>
          <p:spPr>
            <a:xfrm>
              <a:off x="2757714" y="2905780"/>
              <a:ext cx="3189060" cy="419284"/>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
              </a:pPr>
              <a:r>
                <a:rPr lang="zh-CN" altLang="en-US" sz="1000">
                  <a:solidFill>
                    <a:schemeClr val="bg2"/>
                  </a:solidFill>
                  <a:latin typeface="微软雅黑" panose="020B0503020204020204" charset="-122"/>
                  <a:ea typeface="微软雅黑" panose="020B0503020204020204" charset="-122"/>
                </a:rPr>
                <a:t>机器学习基础概览：算法模型与应用并进</a:t>
              </a:r>
              <a:endParaRPr lang="en-US" altLang="ko-KR" sz="1000" dirty="0">
                <a:solidFill>
                  <a:schemeClr val="bg2"/>
                </a:solidFill>
                <a:latin typeface="微软雅黑" panose="020B0503020204020204" charset="-122"/>
                <a:ea typeface="微软雅黑" panose="020B0503020204020204" charset="-122"/>
              </a:endParaRPr>
            </a:p>
          </p:txBody>
        </p:sp>
        <p:sp>
          <p:nvSpPr>
            <p:cNvPr id="28" name="Text2"/>
            <p:cNvSpPr/>
            <p:nvPr>
              <p:custDataLst>
                <p:tags r:id="rId33"/>
              </p:custDataLst>
            </p:nvPr>
          </p:nvSpPr>
          <p:spPr>
            <a:xfrm>
              <a:off x="2757713" y="2474893"/>
              <a:ext cx="3189061" cy="369332"/>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charset="-122"/>
                  <a:ea typeface="微软雅黑" panose="020B0503020204020204" charset="-122"/>
                </a:rPr>
                <a:t>机器学习基础概览</a:t>
              </a:r>
              <a:endParaRPr lang="ko-KR" altLang="en-US" b="1" dirty="0">
                <a:latin typeface="微软雅黑" panose="020B0503020204020204" charset="-122"/>
              </a:endParaRPr>
            </a:p>
          </p:txBody>
        </p:sp>
        <p:sp>
          <p:nvSpPr>
            <p:cNvPr id="29" name="Text3"/>
            <p:cNvSpPr/>
            <p:nvPr>
              <p:custDataLst>
                <p:tags r:id="rId34"/>
              </p:custDataLst>
            </p:nvPr>
          </p:nvSpPr>
          <p:spPr>
            <a:xfrm>
              <a:off x="2757714" y="1890118"/>
              <a:ext cx="1776103" cy="584775"/>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solidFill>
                    <a:schemeClr val="accent1"/>
                  </a:solidFill>
                  <a:latin typeface="微软雅黑" panose="020B0503020204020204" charset="-122"/>
                  <a:ea typeface="微软雅黑" panose="020B0503020204020204" charset="-122"/>
                </a:rPr>
                <a:t>01</a:t>
              </a:r>
              <a:endParaRPr lang="ko-KR" altLang="en-US" sz="2800" b="1" dirty="0">
                <a:solidFill>
                  <a:schemeClr val="accent1"/>
                </a:solidFill>
                <a:latin typeface="微软雅黑" panose="020B0503020204020204" charset="-122"/>
              </a:endParaRPr>
            </a:p>
          </p:txBody>
        </p:sp>
      </p:grpSp>
      <p:sp>
        <p:nvSpPr>
          <p:cNvPr id="5" name="TextBox"/>
          <p:cNvSpPr txBox="1"/>
          <p:nvPr>
            <p:custDataLst>
              <p:tags r:id="rId4"/>
            </p:custDataLst>
          </p:nvPr>
        </p:nvSpPr>
        <p:spPr>
          <a:xfrm>
            <a:off x="809642" y="3528323"/>
            <a:ext cx="1536065" cy="36830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dirty="0">
                <a:latin typeface="微软雅黑" panose="020B0503020204020204" charset="-122"/>
                <a:ea typeface="微软雅黑" panose="020B0503020204020204" charset="-122"/>
                <a:cs typeface="Arial" panose="020B0604020202020204" pitchFamily="34" charset="0"/>
              </a:rPr>
              <a:t>Contents</a:t>
            </a:r>
          </a:p>
        </p:txBody>
      </p:sp>
      <p:sp>
        <p:nvSpPr>
          <p:cNvPr id="6" name="TextBox"/>
          <p:cNvSpPr txBox="1"/>
          <p:nvPr>
            <p:custDataLst>
              <p:tags r:id="rId5"/>
            </p:custDataLst>
          </p:nvPr>
        </p:nvSpPr>
        <p:spPr>
          <a:xfrm>
            <a:off x="809642" y="2697743"/>
            <a:ext cx="1536065" cy="829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4800" b="1" dirty="0">
                <a:solidFill>
                  <a:schemeClr val="accent1"/>
                </a:solidFill>
                <a:latin typeface="微软雅黑" panose="020B0503020204020204" charset="-122"/>
                <a:ea typeface="微软雅黑" panose="020B0503020204020204" charset="-122"/>
                <a:cs typeface="Arial" panose="020B0604020202020204" pitchFamily="34" charset="0"/>
              </a:rPr>
              <a:t>目录</a:t>
            </a:r>
            <a:endParaRPr lang="ko-KR" altLang="en-US" sz="4800" b="1" dirty="0">
              <a:solidFill>
                <a:schemeClr val="accent1"/>
              </a:solidFill>
              <a:latin typeface="微软雅黑" panose="020B0503020204020204" charset="-122"/>
              <a:cs typeface="Arial" panose="020B0604020202020204" pitchFamily="34" charset="0"/>
            </a:endParaRPr>
          </a:p>
        </p:txBody>
      </p:sp>
      <p:grpSp>
        <p:nvGrpSpPr>
          <p:cNvPr id="7" name="Text8"/>
          <p:cNvGrpSpPr/>
          <p:nvPr>
            <p:custDataLst>
              <p:tags r:id="rId6"/>
            </p:custDataLst>
          </p:nvPr>
        </p:nvGrpSpPr>
        <p:grpSpPr>
          <a:xfrm>
            <a:off x="3957352" y="2813313"/>
            <a:ext cx="3189061" cy="1463040"/>
            <a:chOff x="2757713" y="1890118"/>
            <a:chExt cx="3189061" cy="1434946"/>
          </a:xfrm>
        </p:grpSpPr>
        <p:sp>
          <p:nvSpPr>
            <p:cNvPr id="24" name="Text5"/>
            <p:cNvSpPr txBox="1"/>
            <p:nvPr>
              <p:custDataLst>
                <p:tags r:id="rId29"/>
              </p:custDataLst>
            </p:nvPr>
          </p:nvSpPr>
          <p:spPr>
            <a:xfrm>
              <a:off x="2757714" y="2905780"/>
              <a:ext cx="3189060" cy="419284"/>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
              </a:pPr>
              <a:r>
                <a:rPr lang="zh-CN" altLang="en-US" sz="1000">
                  <a:solidFill>
                    <a:schemeClr val="bg2"/>
                  </a:solidFill>
                  <a:latin typeface="微软雅黑" panose="020B0503020204020204" charset="-122"/>
                  <a:ea typeface="微软雅黑" panose="020B0503020204020204" charset="-122"/>
                </a:rPr>
                <a:t>机器学习流程：数据收集到模型部署全步骤</a:t>
              </a:r>
              <a:endParaRPr lang="en-US" altLang="ko-KR" sz="1000" dirty="0">
                <a:solidFill>
                  <a:schemeClr val="bg2"/>
                </a:solidFill>
                <a:latin typeface="微软雅黑" panose="020B0503020204020204" charset="-122"/>
                <a:ea typeface="微软雅黑" panose="020B0503020204020204" charset="-122"/>
              </a:endParaRPr>
            </a:p>
          </p:txBody>
        </p:sp>
        <p:sp>
          <p:nvSpPr>
            <p:cNvPr id="25" name="Text6"/>
            <p:cNvSpPr/>
            <p:nvPr>
              <p:custDataLst>
                <p:tags r:id="rId30"/>
              </p:custDataLst>
            </p:nvPr>
          </p:nvSpPr>
          <p:spPr>
            <a:xfrm>
              <a:off x="2757713" y="2474893"/>
              <a:ext cx="3189061" cy="369332"/>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charset="-122"/>
                  <a:ea typeface="微软雅黑" panose="020B0503020204020204" charset="-122"/>
                </a:rPr>
                <a:t>机器学习流程与步骤</a:t>
              </a:r>
              <a:endParaRPr lang="ko-KR" altLang="en-US" b="1" dirty="0">
                <a:latin typeface="微软雅黑" panose="020B0503020204020204" charset="-122"/>
              </a:endParaRPr>
            </a:p>
          </p:txBody>
        </p:sp>
        <p:sp>
          <p:nvSpPr>
            <p:cNvPr id="26" name="Text7"/>
            <p:cNvSpPr/>
            <p:nvPr>
              <p:custDataLst>
                <p:tags r:id="rId31"/>
              </p:custDataLst>
            </p:nvPr>
          </p:nvSpPr>
          <p:spPr>
            <a:xfrm>
              <a:off x="2757714" y="1890118"/>
              <a:ext cx="1776103" cy="584775"/>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solidFill>
                    <a:schemeClr val="accent1"/>
                  </a:solidFill>
                  <a:latin typeface="微软雅黑" panose="020B0503020204020204" charset="-122"/>
                  <a:ea typeface="微软雅黑" panose="020B0503020204020204" charset="-122"/>
                </a:rPr>
                <a:t>03</a:t>
              </a:r>
              <a:endParaRPr lang="ko-KR" altLang="en-US" sz="2800" b="1" dirty="0">
                <a:solidFill>
                  <a:schemeClr val="accent1"/>
                </a:solidFill>
                <a:latin typeface="微软雅黑" panose="020B0503020204020204" charset="-122"/>
              </a:endParaRPr>
            </a:p>
          </p:txBody>
        </p:sp>
      </p:grpSp>
      <p:grpSp>
        <p:nvGrpSpPr>
          <p:cNvPr id="8" name="Text12"/>
          <p:cNvGrpSpPr/>
          <p:nvPr>
            <p:custDataLst>
              <p:tags r:id="rId7"/>
            </p:custDataLst>
          </p:nvPr>
        </p:nvGrpSpPr>
        <p:grpSpPr>
          <a:xfrm>
            <a:off x="3957352" y="4391923"/>
            <a:ext cx="3189061" cy="1463040"/>
            <a:chOff x="2757713" y="1890118"/>
            <a:chExt cx="3189061" cy="1434946"/>
          </a:xfrm>
        </p:grpSpPr>
        <p:sp>
          <p:nvSpPr>
            <p:cNvPr id="21" name="Text9"/>
            <p:cNvSpPr txBox="1"/>
            <p:nvPr>
              <p:custDataLst>
                <p:tags r:id="rId26"/>
              </p:custDataLst>
            </p:nvPr>
          </p:nvSpPr>
          <p:spPr>
            <a:xfrm>
              <a:off x="2757714" y="2905780"/>
              <a:ext cx="3189060" cy="419284"/>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
              </a:pPr>
              <a:r>
                <a:rPr lang="zh-CN" altLang="en-US" sz="1000">
                  <a:solidFill>
                    <a:schemeClr val="bg2"/>
                  </a:solidFill>
                  <a:latin typeface="微软雅黑" panose="020B0503020204020204" charset="-122"/>
                  <a:ea typeface="微软雅黑" panose="020B0503020204020204" charset="-122"/>
                </a:rPr>
                <a:t>机器学习实战案例分析，解锁行业应用新视角</a:t>
              </a:r>
              <a:endParaRPr lang="en-US" altLang="ko-KR" sz="1000" dirty="0">
                <a:solidFill>
                  <a:schemeClr val="bg2"/>
                </a:solidFill>
                <a:latin typeface="微软雅黑" panose="020B0503020204020204" charset="-122"/>
                <a:ea typeface="微软雅黑" panose="020B0503020204020204" charset="-122"/>
              </a:endParaRPr>
            </a:p>
          </p:txBody>
        </p:sp>
        <p:sp>
          <p:nvSpPr>
            <p:cNvPr id="22" name="Text10"/>
            <p:cNvSpPr/>
            <p:nvPr>
              <p:custDataLst>
                <p:tags r:id="rId27"/>
              </p:custDataLst>
            </p:nvPr>
          </p:nvSpPr>
          <p:spPr>
            <a:xfrm>
              <a:off x="2757713" y="2474893"/>
              <a:ext cx="3189061" cy="369332"/>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charset="-122"/>
                  <a:ea typeface="微软雅黑" panose="020B0503020204020204" charset="-122"/>
                </a:rPr>
                <a:t>机器学习实战案例分析</a:t>
              </a:r>
              <a:endParaRPr lang="ko-KR" altLang="en-US" b="1" dirty="0">
                <a:latin typeface="微软雅黑" panose="020B0503020204020204" charset="-122"/>
              </a:endParaRPr>
            </a:p>
          </p:txBody>
        </p:sp>
        <p:sp>
          <p:nvSpPr>
            <p:cNvPr id="23" name="Text11"/>
            <p:cNvSpPr/>
            <p:nvPr>
              <p:custDataLst>
                <p:tags r:id="rId28"/>
              </p:custDataLst>
            </p:nvPr>
          </p:nvSpPr>
          <p:spPr>
            <a:xfrm>
              <a:off x="2757714" y="1890118"/>
              <a:ext cx="1776103" cy="584775"/>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solidFill>
                    <a:schemeClr val="accent1"/>
                  </a:solidFill>
                  <a:latin typeface="微软雅黑" panose="020B0503020204020204" charset="-122"/>
                  <a:ea typeface="微软雅黑" panose="020B0503020204020204" charset="-122"/>
                </a:rPr>
                <a:t>05</a:t>
              </a:r>
              <a:endParaRPr lang="ko-KR" altLang="en-US" sz="2800" b="1" dirty="0">
                <a:solidFill>
                  <a:schemeClr val="accent1"/>
                </a:solidFill>
                <a:latin typeface="微软雅黑" panose="020B0503020204020204" charset="-122"/>
              </a:endParaRPr>
            </a:p>
          </p:txBody>
        </p:sp>
      </p:grpSp>
      <p:grpSp>
        <p:nvGrpSpPr>
          <p:cNvPr id="9" name="Text16"/>
          <p:cNvGrpSpPr/>
          <p:nvPr>
            <p:custDataLst>
              <p:tags r:id="rId8"/>
            </p:custDataLst>
          </p:nvPr>
        </p:nvGrpSpPr>
        <p:grpSpPr>
          <a:xfrm>
            <a:off x="7555540" y="1235863"/>
            <a:ext cx="3189061" cy="1463150"/>
            <a:chOff x="2757713" y="1890118"/>
            <a:chExt cx="3189061" cy="1434946"/>
          </a:xfrm>
        </p:grpSpPr>
        <p:sp>
          <p:nvSpPr>
            <p:cNvPr id="18" name="Text13"/>
            <p:cNvSpPr txBox="1"/>
            <p:nvPr>
              <p:custDataLst>
                <p:tags r:id="rId23"/>
              </p:custDataLst>
            </p:nvPr>
          </p:nvSpPr>
          <p:spPr>
            <a:xfrm>
              <a:off x="2757714" y="2905780"/>
              <a:ext cx="3189060" cy="419284"/>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
              </a:pPr>
              <a:r>
                <a:rPr lang="zh-CN" altLang="en-US" sz="1000">
                  <a:solidFill>
                    <a:schemeClr val="bg2"/>
                  </a:solidFill>
                  <a:latin typeface="微软雅黑" panose="020B0503020204020204" charset="-122"/>
                  <a:ea typeface="微软雅黑" panose="020B0503020204020204" charset="-122"/>
                </a:rPr>
                <a:t>机器学习算法：驱动智能时代的核心引擎</a:t>
              </a:r>
              <a:endParaRPr lang="en-US" altLang="ko-KR" sz="1000" dirty="0">
                <a:solidFill>
                  <a:schemeClr val="bg2"/>
                </a:solidFill>
                <a:latin typeface="微软雅黑" panose="020B0503020204020204" charset="-122"/>
                <a:ea typeface="微软雅黑" panose="020B0503020204020204" charset="-122"/>
              </a:endParaRPr>
            </a:p>
          </p:txBody>
        </p:sp>
        <p:sp>
          <p:nvSpPr>
            <p:cNvPr id="19" name="Text14"/>
            <p:cNvSpPr/>
            <p:nvPr>
              <p:custDataLst>
                <p:tags r:id="rId24"/>
              </p:custDataLst>
            </p:nvPr>
          </p:nvSpPr>
          <p:spPr>
            <a:xfrm>
              <a:off x="2757713" y="2474893"/>
              <a:ext cx="3189061" cy="369332"/>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charset="-122"/>
                  <a:ea typeface="微软雅黑" panose="020B0503020204020204" charset="-122"/>
                </a:rPr>
                <a:t>机器学习算法简介</a:t>
              </a:r>
              <a:endParaRPr lang="ko-KR" altLang="en-US" b="1" dirty="0">
                <a:latin typeface="微软雅黑" panose="020B0503020204020204" charset="-122"/>
              </a:endParaRPr>
            </a:p>
          </p:txBody>
        </p:sp>
        <p:sp>
          <p:nvSpPr>
            <p:cNvPr id="20" name="Text15"/>
            <p:cNvSpPr/>
            <p:nvPr>
              <p:custDataLst>
                <p:tags r:id="rId25"/>
              </p:custDataLst>
            </p:nvPr>
          </p:nvSpPr>
          <p:spPr>
            <a:xfrm>
              <a:off x="2757714" y="1890118"/>
              <a:ext cx="1776103" cy="584775"/>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solidFill>
                    <a:schemeClr val="accent1"/>
                  </a:solidFill>
                  <a:latin typeface="微软雅黑" panose="020B0503020204020204" charset="-122"/>
                  <a:ea typeface="微软雅黑" panose="020B0503020204020204" charset="-122"/>
                </a:rPr>
                <a:t>02</a:t>
              </a:r>
              <a:endParaRPr lang="ko-KR" altLang="en-US" sz="2800" b="1" dirty="0">
                <a:solidFill>
                  <a:schemeClr val="accent1"/>
                </a:solidFill>
                <a:latin typeface="微软雅黑" panose="020B0503020204020204" charset="-122"/>
              </a:endParaRPr>
            </a:p>
          </p:txBody>
        </p:sp>
      </p:grpSp>
      <p:grpSp>
        <p:nvGrpSpPr>
          <p:cNvPr id="10" name="Text20"/>
          <p:cNvGrpSpPr/>
          <p:nvPr>
            <p:custDataLst>
              <p:tags r:id="rId9"/>
            </p:custDataLst>
          </p:nvPr>
        </p:nvGrpSpPr>
        <p:grpSpPr>
          <a:xfrm>
            <a:off x="7555540" y="2814583"/>
            <a:ext cx="3189061" cy="1463040"/>
            <a:chOff x="2757713" y="1890118"/>
            <a:chExt cx="3189061" cy="1434946"/>
          </a:xfrm>
        </p:grpSpPr>
        <p:sp>
          <p:nvSpPr>
            <p:cNvPr id="15" name="Text17"/>
            <p:cNvSpPr txBox="1"/>
            <p:nvPr>
              <p:custDataLst>
                <p:tags r:id="rId20"/>
              </p:custDataLst>
            </p:nvPr>
          </p:nvSpPr>
          <p:spPr>
            <a:xfrm>
              <a:off x="2757714" y="2905780"/>
              <a:ext cx="3189060" cy="419284"/>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
              </a:pPr>
              <a:r>
                <a:rPr lang="zh-CN" altLang="en-US" sz="1000">
                  <a:solidFill>
                    <a:schemeClr val="bg2"/>
                  </a:solidFill>
                  <a:latin typeface="微软雅黑" panose="020B0503020204020204" charset="-122"/>
                  <a:ea typeface="微软雅黑" panose="020B0503020204020204" charset="-122"/>
                </a:rPr>
                <a:t>机器学习发展，数学统计学为其筑牢根基</a:t>
              </a:r>
              <a:endParaRPr lang="en-US" altLang="ko-KR" sz="1000" dirty="0">
                <a:solidFill>
                  <a:schemeClr val="bg2"/>
                </a:solidFill>
                <a:latin typeface="微软雅黑" panose="020B0503020204020204" charset="-122"/>
                <a:ea typeface="微软雅黑" panose="020B0503020204020204" charset="-122"/>
              </a:endParaRPr>
            </a:p>
          </p:txBody>
        </p:sp>
        <p:sp>
          <p:nvSpPr>
            <p:cNvPr id="16" name="Text18"/>
            <p:cNvSpPr/>
            <p:nvPr>
              <p:custDataLst>
                <p:tags r:id="rId21"/>
              </p:custDataLst>
            </p:nvPr>
          </p:nvSpPr>
          <p:spPr>
            <a:xfrm>
              <a:off x="2757713" y="2474893"/>
              <a:ext cx="3189061" cy="369332"/>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charset="-122"/>
                  <a:ea typeface="微软雅黑" panose="020B0503020204020204" charset="-122"/>
                </a:rPr>
                <a:t>机器学习中的数学与统计学</a:t>
              </a:r>
              <a:endParaRPr lang="ko-KR" altLang="en-US" b="1" dirty="0">
                <a:latin typeface="微软雅黑" panose="020B0503020204020204" charset="-122"/>
              </a:endParaRPr>
            </a:p>
          </p:txBody>
        </p:sp>
        <p:sp>
          <p:nvSpPr>
            <p:cNvPr id="17" name="Text19"/>
            <p:cNvSpPr/>
            <p:nvPr>
              <p:custDataLst>
                <p:tags r:id="rId22"/>
              </p:custDataLst>
            </p:nvPr>
          </p:nvSpPr>
          <p:spPr>
            <a:xfrm>
              <a:off x="2757714" y="1890118"/>
              <a:ext cx="1776103" cy="584775"/>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solidFill>
                    <a:schemeClr val="accent1"/>
                  </a:solidFill>
                  <a:latin typeface="微软雅黑" panose="020B0503020204020204" charset="-122"/>
                  <a:ea typeface="微软雅黑" panose="020B0503020204020204" charset="-122"/>
                </a:rPr>
                <a:t>04</a:t>
              </a:r>
              <a:endParaRPr lang="ko-KR" altLang="en-US" sz="2800" b="1" dirty="0">
                <a:solidFill>
                  <a:schemeClr val="accent1"/>
                </a:solidFill>
                <a:latin typeface="微软雅黑" panose="020B0503020204020204" charset="-122"/>
              </a:endParaRPr>
            </a:p>
          </p:txBody>
        </p:sp>
      </p:grpSp>
      <p:grpSp>
        <p:nvGrpSpPr>
          <p:cNvPr id="11" name="Text24"/>
          <p:cNvGrpSpPr/>
          <p:nvPr>
            <p:custDataLst>
              <p:tags r:id="rId10"/>
            </p:custDataLst>
          </p:nvPr>
        </p:nvGrpSpPr>
        <p:grpSpPr>
          <a:xfrm>
            <a:off x="7555540" y="4393193"/>
            <a:ext cx="3189061" cy="1463040"/>
            <a:chOff x="2757713" y="1890118"/>
            <a:chExt cx="3189061" cy="1434946"/>
          </a:xfrm>
        </p:grpSpPr>
        <p:sp>
          <p:nvSpPr>
            <p:cNvPr id="12" name="Text21"/>
            <p:cNvSpPr txBox="1"/>
            <p:nvPr>
              <p:custDataLst>
                <p:tags r:id="rId17"/>
              </p:custDataLst>
            </p:nvPr>
          </p:nvSpPr>
          <p:spPr>
            <a:xfrm>
              <a:off x="2757714" y="2905780"/>
              <a:ext cx="3189060" cy="419284"/>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indent="-171450">
                <a:buFont typeface="Wingdings" panose="05000000000000000000" pitchFamily="2" charset="2"/>
                <a:buChar char="§"/>
              </a:pPr>
              <a:r>
                <a:rPr lang="zh-CN" altLang="en-US" sz="1000">
                  <a:solidFill>
                    <a:schemeClr val="bg2"/>
                  </a:solidFill>
                  <a:latin typeface="微软雅黑" panose="020B0503020204020204" charset="-122"/>
                  <a:ea typeface="微软雅黑" panose="020B0503020204020204" charset="-122"/>
                </a:rPr>
                <a:t>未来趋势明晰，挑战重重需奋力破局</a:t>
              </a:r>
              <a:endParaRPr lang="en-US" altLang="ko-KR" sz="1000" dirty="0">
                <a:solidFill>
                  <a:schemeClr val="bg2"/>
                </a:solidFill>
                <a:latin typeface="微软雅黑" panose="020B0503020204020204" charset="-122"/>
                <a:ea typeface="微软雅黑" panose="020B0503020204020204" charset="-122"/>
              </a:endParaRPr>
            </a:p>
          </p:txBody>
        </p:sp>
        <p:sp>
          <p:nvSpPr>
            <p:cNvPr id="13" name="Text22"/>
            <p:cNvSpPr/>
            <p:nvPr>
              <p:custDataLst>
                <p:tags r:id="rId18"/>
              </p:custDataLst>
            </p:nvPr>
          </p:nvSpPr>
          <p:spPr>
            <a:xfrm>
              <a:off x="2757713" y="2474893"/>
              <a:ext cx="3189061" cy="369332"/>
            </a:xfrm>
            <a:prstGeom prst="rect">
              <a:avLst/>
            </a:prstGeom>
          </p:spPr>
          <p:txBody>
            <a:bodyPr wrap="squar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b="1">
                  <a:latin typeface="微软雅黑" panose="020B0503020204020204" charset="-122"/>
                  <a:ea typeface="微软雅黑" panose="020B0503020204020204" charset="-122"/>
                </a:rPr>
                <a:t>未来趋势与挑战</a:t>
              </a:r>
              <a:endParaRPr lang="ko-KR" altLang="en-US" b="1" dirty="0">
                <a:latin typeface="微软雅黑" panose="020B0503020204020204" charset="-122"/>
              </a:endParaRPr>
            </a:p>
          </p:txBody>
        </p:sp>
        <p:sp>
          <p:nvSpPr>
            <p:cNvPr id="14" name="Text23"/>
            <p:cNvSpPr/>
            <p:nvPr>
              <p:custDataLst>
                <p:tags r:id="rId19"/>
              </p:custDataLst>
            </p:nvPr>
          </p:nvSpPr>
          <p:spPr>
            <a:xfrm>
              <a:off x="2757714" y="1890118"/>
              <a:ext cx="1776103" cy="584775"/>
            </a:xfrm>
            <a:prstGeom prst="rect">
              <a:avLst/>
            </a:prstGeom>
          </p:spPr>
          <p:txBody>
            <a:bodyPr wrap="none">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ko-KR" sz="2800" b="1">
                  <a:solidFill>
                    <a:schemeClr val="accent1"/>
                  </a:solidFill>
                  <a:latin typeface="微软雅黑" panose="020B0503020204020204" charset="-122"/>
                  <a:ea typeface="微软雅黑" panose="020B0503020204020204" charset="-122"/>
                </a:rPr>
                <a:t>06</a:t>
              </a:r>
              <a:endParaRPr lang="ko-KR" altLang="en-US" sz="2800" b="1" dirty="0">
                <a:solidFill>
                  <a:schemeClr val="accent1"/>
                </a:solidFill>
                <a:latin typeface="微软雅黑" panose="020B0503020204020204" charset="-122"/>
              </a:endParaRPr>
            </a:p>
          </p:txBody>
        </p:sp>
      </p:grpSp>
      <p:grpSp>
        <p:nvGrpSpPr>
          <p:cNvPr id="37" name="组合 36"/>
          <p:cNvGrpSpPr/>
          <p:nvPr>
            <p:custDataLst>
              <p:tags r:id="rId11"/>
            </p:custDataLst>
          </p:nvPr>
        </p:nvGrpSpPr>
        <p:grpSpPr>
          <a:xfrm>
            <a:off x="10775693" y="409164"/>
            <a:ext cx="796703" cy="150125"/>
            <a:chOff x="6786801" y="-463403"/>
            <a:chExt cx="796703" cy="150125"/>
          </a:xfrm>
        </p:grpSpPr>
        <p:sp>
          <p:nvSpPr>
            <p:cNvPr id="38" name="椭圆 37"/>
            <p:cNvSpPr/>
            <p:nvPr>
              <p:custDataLst>
                <p:tags r:id="rId13"/>
              </p:custDataLst>
            </p:nvPr>
          </p:nvSpPr>
          <p:spPr>
            <a:xfrm rot="18900000">
              <a:off x="6786801" y="-463403"/>
              <a:ext cx="150125" cy="1501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39" name="椭圆 38"/>
            <p:cNvSpPr/>
            <p:nvPr>
              <p:custDataLst>
                <p:tags r:id="rId14"/>
              </p:custDataLst>
            </p:nvPr>
          </p:nvSpPr>
          <p:spPr>
            <a:xfrm rot="18900000">
              <a:off x="7002327"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0" name="椭圆 39"/>
            <p:cNvSpPr/>
            <p:nvPr>
              <p:custDataLst>
                <p:tags r:id="rId15"/>
              </p:custDataLst>
            </p:nvPr>
          </p:nvSpPr>
          <p:spPr>
            <a:xfrm rot="18900000">
              <a:off x="7217853"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1" name="椭圆 40"/>
            <p:cNvSpPr/>
            <p:nvPr>
              <p:custDataLst>
                <p:tags r:id="rId16"/>
              </p:custDataLst>
            </p:nvPr>
          </p:nvSpPr>
          <p:spPr>
            <a:xfrm rot="18900000">
              <a:off x="7433379"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2" name="Text25" hidden="1">
            <a:extLst>
              <a:ext uri="{FF2B5EF4-FFF2-40B4-BE49-F238E27FC236}">
                <a16:creationId xmlns:a16="http://schemas.microsoft.com/office/drawing/2014/main" id="{30251906-3B5B-7543-F645-4323E5772370}"/>
              </a:ext>
            </a:extLst>
          </p:cNvPr>
          <p:cNvSpPr txBox="1"/>
          <p:nvPr>
            <p:custDataLst>
              <p:tags r:id="rId12"/>
            </p:custDataLst>
          </p:nvPr>
        </p:nvSpPr>
        <p:spPr>
          <a:xfrm>
            <a:off x="1034624" y="7832348"/>
            <a:ext cx="11496384" cy="720348"/>
          </a:xfrm>
          <a:prstGeom prst="rect">
            <a:avLst/>
          </a:prstGeom>
          <a:noFill/>
        </p:spPr>
        <p:txBody>
          <a:bodyPr wrap="square" rtlCol="0" anchor="ctr" anchorCtr="0">
            <a:noAutofit/>
          </a:bodyPr>
          <a:lstStyle/>
          <a:p>
            <a:pPr marL="0" marR="0" lvl="0" indent="0" defTabSz="914400" rtl="0" eaLnBrk="1" fontAlgn="ctr" latinLnBrk="0" hangingPunct="1">
              <a:lnSpc>
                <a:spcPct val="120000"/>
              </a:lnSpc>
              <a:spcBef>
                <a:spcPts val="0"/>
              </a:spcBef>
              <a:spcAft>
                <a:spcPts val="0"/>
              </a:spcAft>
              <a:buClrTx/>
              <a:buSzTx/>
              <a:buFontTx/>
              <a:buNone/>
              <a:defRPr/>
            </a:pPr>
            <a:r>
              <a:rPr lang="zh-CN" altLang="en-US" sz="55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机器学习基础概览</a:t>
            </a:r>
            <a:endParaRPr lang="zh-CN" altLang="en-US" sz="55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ustDataLst>
      <p:custData r:id="rId1"/>
      <p:tags r:id="rId2"/>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14:presetBounceEnd="100000">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14:presetBounceEnd="100000">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0"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 to="" calcmode="lin" valueType="num">
                                          <p:cBhvr>
                                            <p:cTn id="17" dur="500" fill="hold">
                                              <p:stCondLst>
                                                <p:cond delay="0"/>
                                              </p:stCondLst>
                                            </p:cTn>
                                            <p:tgtEl>
                                              <p:spTgt spid="37"/>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8" dur="500" fill="hold">
                                              <p:stCondLst>
                                                <p:cond delay="0"/>
                                              </p:stCondLst>
                                            </p:cTn>
                                            <p:tgtEl>
                                              <p:spTgt spid="37"/>
                                            </p:tgtEl>
                                            <p:attrNameLst>
                                              <p:attrName>ppt_y</p:attrName>
                                            </p:attrNameLst>
                                          </p:cBhvr>
                                          <p:tavLst>
                                            <p:tav tm="0" fmla="((floor(#ppt_y-0.5)+ceil(#ppt_y-0.5))*0.5+0.5)+(#ppt_y- ((floor(#ppt_y-0.5)+ceil(#ppt_y-0.5))*0.5+0.5))*$">
                                              <p:val>
                                                <p:strVal val="0"/>
                                              </p:val>
                                            </p:tav>
                                            <p:tav tm="100000">
                                              <p:val>
                                                <p:strVal val="1"/>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p:cTn id="24" dur="500" fill="hold"/>
                                            <p:tgtEl>
                                              <p:spTgt spid="4"/>
                                            </p:tgtEl>
                                            <p:attrNameLst>
                                              <p:attrName>ppt_x</p:attrName>
                                            </p:attrNameLst>
                                          </p:cBhvr>
                                          <p:tavLst>
                                            <p:tav tm="0">
                                              <p:val>
                                                <p:strVal val="#ppt_x"/>
                                              </p:val>
                                            </p:tav>
                                            <p:tav tm="100000">
                                              <p:val>
                                                <p:strVal val="#ppt_x+0.14756346"/>
                                              </p:val>
                                            </p:tav>
                                          </p:tavLst>
                                        </p:anim>
                                        <p:anim calcmode="lin" valueType="num">
                                          <p:cBhvr>
                                            <p:cTn id="25" dur="500" fill="hold"/>
                                            <p:tgtEl>
                                              <p:spTgt spid="4"/>
                                            </p:tgtEl>
                                            <p:attrNameLst>
                                              <p:attrName>ppt_y</p:attrName>
                                            </p:attrNameLst>
                                          </p:cBhvr>
                                          <p:tavLst>
                                            <p:tav tm="0">
                                              <p:val>
                                                <p:strVal val="#ppt_y-.1"/>
                                              </p:val>
                                            </p:tav>
                                            <p:tav tm="100000">
                                              <p:val>
                                                <p:strVal val="#ppt_y+0.23027779"/>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0.23018517"/>
                                              </p:val>
                                            </p:tav>
                                          </p:tavLst>
                                        </p:anim>
                                      </p:childTnLst>
                                    </p:cTn>
                                  </p:par>
                                  <p:par>
                                    <p:cTn id="33" presetID="35" presetClass="path" presetSubtype="0" accel="50000" decel="50000" fill="hold" nodeType="withEffect">
                                      <p:stCondLst>
                                        <p:cond delay="0"/>
                                      </p:stCondLst>
                                      <p:childTnLst>
                                        <p:anim to="" calcmode="lin" valueType="num">
                                          <p:cBhvr>
                                            <p:cTn id="34"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35" dur="500" fill="hold">
                                              <p:stCondLst>
                                                <p:cond delay="0"/>
                                              </p:stCondLst>
                                            </p:cTn>
                                            <p:tgtEl>
                                              <p:spTgt spid="4"/>
                                            </p:tgtEl>
                                            <p:attrNameLst>
                                              <p:attrName>ppt_y</p:attrName>
                                            </p:attrNameLst>
                                          </p:cBhvr>
                                          <p:tavLst>
                                            <p:tav tm="0">
                                              <p:val>
                                                <p:strVal val="ppt_y"/>
                                              </p:val>
                                            </p:tav>
                                            <p:tav tm="100000">
                                              <p:val>
                                                <p:strVal val="#ppt_y+0.23018523"/>
                                              </p:val>
                                            </p:tav>
                                          </p:tavLst>
                                        </p:anim>
                                        <p:anim to="" calcmode="lin" valueType="num">
                                          <p:cBhvr>
                                            <p:cTn id="36"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37" dur="500" fill="hold">
                                              <p:stCondLst>
                                                <p:cond delay="0"/>
                                              </p:stCondLst>
                                            </p:cTn>
                                            <p:tgtEl>
                                              <p:spTgt spid="4"/>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anim calcmode="lin" valueType="num">
                                          <p:cBhvr>
                                            <p:cTn id="43" dur="500" fill="hold"/>
                                            <p:tgtEl>
                                              <p:spTgt spid="7"/>
                                            </p:tgtEl>
                                            <p:attrNameLst>
                                              <p:attrName>ppt_x</p:attrName>
                                            </p:attrNameLst>
                                          </p:cBhvr>
                                          <p:tavLst>
                                            <p:tav tm="0">
                                              <p:val>
                                                <p:strVal val="#ppt_x"/>
                                              </p:val>
                                            </p:tav>
                                            <p:tav tm="100000">
                                              <p:val>
                                                <p:strVal val="#ppt_x"/>
                                              </p:val>
                                            </p:tav>
                                          </p:tavLst>
                                        </p:anim>
                                        <p:anim calcmode="lin" valueType="num">
                                          <p:cBhvr>
                                            <p:cTn id="44" dur="500" fill="hold"/>
                                            <p:tgtEl>
                                              <p:spTgt spid="7"/>
                                            </p:tgtEl>
                                            <p:attrNameLst>
                                              <p:attrName>ppt_y</p:attrName>
                                            </p:attrNameLst>
                                          </p:cBhvr>
                                          <p:tavLst>
                                            <p:tav tm="0">
                                              <p:val>
                                                <p:strVal val="#ppt_y-.1"/>
                                              </p:val>
                                            </p:tav>
                                            <p:tav tm="100000">
                                              <p:val>
                                                <p:strVal val="#ppt_y"/>
                                              </p:val>
                                            </p:tav>
                                          </p:tavLst>
                                        </p:anim>
                                      </p:childTnLst>
                                    </p:cTn>
                                  </p:par>
                                  <p:par>
                                    <p:cTn id="45" presetID="35" presetClass="path" presetSubtype="0" accel="50000" decel="50000" fill="hold" nodeType="withEffect">
                                      <p:stCondLst>
                                        <p:cond delay="0"/>
                                      </p:stCondLst>
                                      <p:childTnLst>
                                        <p:anim to="" calcmode="lin" valueType="num">
                                          <p:cBhvr>
                                            <p:cTn id="46"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47" dur="500" fill="hold">
                                              <p:stCondLst>
                                                <p:cond delay="0"/>
                                              </p:stCondLst>
                                            </p:cTn>
                                            <p:tgtEl>
                                              <p:spTgt spid="4"/>
                                            </p:tgtEl>
                                            <p:attrNameLst>
                                              <p:attrName>ppt_y</p:attrName>
                                            </p:attrNameLst>
                                          </p:cBhvr>
                                          <p:tavLst>
                                            <p:tav tm="0">
                                              <p:val>
                                                <p:strVal val="ppt_y"/>
                                              </p:val>
                                            </p:tav>
                                            <p:tav tm="100000">
                                              <p:val>
                                                <p:strVal val="#ppt_y+0.11518521"/>
                                              </p:val>
                                            </p:tav>
                                          </p:tavLst>
                                        </p:anim>
                                        <p:anim to="" calcmode="lin" valueType="num">
                                          <p:cBhvr>
                                            <p:cTn id="48"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49"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50" presetID="35" presetClass="path" presetSubtype="0" accel="50000" decel="50000" fill="hold" nodeType="withEffect">
                                      <p:stCondLst>
                                        <p:cond delay="0"/>
                                      </p:stCondLst>
                                      <p:childTnLst>
                                        <p:anim to="" calcmode="lin" valueType="num">
                                          <p:cBhvr>
                                            <p:cTn id="51"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52" dur="500" fill="hold">
                                              <p:stCondLst>
                                                <p:cond delay="0"/>
                                              </p:stCondLst>
                                            </p:cTn>
                                            <p:tgtEl>
                                              <p:spTgt spid="9"/>
                                            </p:tgtEl>
                                            <p:attrNameLst>
                                              <p:attrName>ppt_y</p:attrName>
                                            </p:attrNameLst>
                                          </p:cBhvr>
                                          <p:tavLst>
                                            <p:tav tm="0">
                                              <p:val>
                                                <p:strVal val="ppt_y"/>
                                              </p:val>
                                            </p:tav>
                                            <p:tav tm="100000">
                                              <p:val>
                                                <p:strVal val="#ppt_y+0.11518521"/>
                                              </p:val>
                                            </p:tav>
                                          </p:tavLst>
                                        </p:anim>
                                        <p:anim to="" calcmode="lin" valueType="num">
                                          <p:cBhvr>
                                            <p:cTn id="53"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54" dur="500" fill="hold">
                                              <p:stCondLst>
                                                <p:cond delay="0"/>
                                              </p:stCondLst>
                                            </p:cTn>
                                            <p:tgtEl>
                                              <p:spTgt spid="9"/>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anim calcmode="lin" valueType="num">
                                          <p:cBhvr>
                                            <p:cTn id="60" dur="500" fill="hold"/>
                                            <p:tgtEl>
                                              <p:spTgt spid="10"/>
                                            </p:tgtEl>
                                            <p:attrNameLst>
                                              <p:attrName>ppt_x</p:attrName>
                                            </p:attrNameLst>
                                          </p:cBhvr>
                                          <p:tavLst>
                                            <p:tav tm="0">
                                              <p:val>
                                                <p:strVal val="#ppt_x"/>
                                              </p:val>
                                            </p:tav>
                                            <p:tav tm="100000">
                                              <p:val>
                                                <p:strVal val="#ppt_x"/>
                                              </p:val>
                                            </p:tav>
                                          </p:tavLst>
                                        </p:anim>
                                        <p:anim calcmode="lin" valueType="num">
                                          <p:cBhvr>
                                            <p:cTn id="61" dur="500" fill="hold"/>
                                            <p:tgtEl>
                                              <p:spTgt spid="10"/>
                                            </p:tgtEl>
                                            <p:attrNameLst>
                                              <p:attrName>ppt_y</p:attrName>
                                            </p:attrNameLst>
                                          </p:cBhvr>
                                          <p:tavLst>
                                            <p:tav tm="0">
                                              <p:val>
                                                <p:strVal val="#ppt_y-.1"/>
                                              </p:val>
                                            </p:tav>
                                            <p:tav tm="100000">
                                              <p:val>
                                                <p:strVal val="#ppt_y+0.11509258"/>
                                              </p:val>
                                            </p:tav>
                                          </p:tavLst>
                                        </p:anim>
                                      </p:childTnLst>
                                    </p:cTn>
                                  </p:par>
                                  <p:par>
                                    <p:cTn id="62" presetID="35" presetClass="path" presetSubtype="0" accel="50000" decel="50000" fill="hold" nodeType="withEffect">
                                      <p:stCondLst>
                                        <p:cond delay="0"/>
                                      </p:stCondLst>
                                      <p:childTnLst>
                                        <p:anim to="" calcmode="lin" valueType="num">
                                          <p:cBhvr>
                                            <p:cTn id="63"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64" dur="500" fill="hold">
                                              <p:stCondLst>
                                                <p:cond delay="0"/>
                                              </p:stCondLst>
                                            </p:cTn>
                                            <p:tgtEl>
                                              <p:spTgt spid="4"/>
                                            </p:tgtEl>
                                            <p:attrNameLst>
                                              <p:attrName>ppt_y</p:attrName>
                                            </p:attrNameLst>
                                          </p:cBhvr>
                                          <p:tavLst>
                                            <p:tav tm="0">
                                              <p:val>
                                                <p:strVal val="ppt_y"/>
                                              </p:val>
                                            </p:tav>
                                            <p:tav tm="100000">
                                              <p:val>
                                                <p:strVal val="#ppt_y+0.11509258"/>
                                              </p:val>
                                            </p:tav>
                                          </p:tavLst>
                                        </p:anim>
                                        <p:anim to="" calcmode="lin" valueType="num">
                                          <p:cBhvr>
                                            <p:cTn id="65"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66"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67" presetID="35" presetClass="path" presetSubtype="0" accel="50000" decel="50000" fill="hold" nodeType="withEffect">
                                      <p:stCondLst>
                                        <p:cond delay="0"/>
                                      </p:stCondLst>
                                      <p:childTnLst>
                                        <p:anim to="" calcmode="lin" valueType="num">
                                          <p:cBhvr>
                                            <p:cTn id="68"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69" dur="500" fill="hold">
                                              <p:stCondLst>
                                                <p:cond delay="0"/>
                                              </p:stCondLst>
                                            </p:cTn>
                                            <p:tgtEl>
                                              <p:spTgt spid="9"/>
                                            </p:tgtEl>
                                            <p:attrNameLst>
                                              <p:attrName>ppt_y</p:attrName>
                                            </p:attrNameLst>
                                          </p:cBhvr>
                                          <p:tavLst>
                                            <p:tav tm="0">
                                              <p:val>
                                                <p:strVal val="ppt_y"/>
                                              </p:val>
                                            </p:tav>
                                            <p:tav tm="100000">
                                              <p:val>
                                                <p:strVal val="#ppt_y+0.11509258"/>
                                              </p:val>
                                            </p:tav>
                                          </p:tavLst>
                                        </p:anim>
                                        <p:anim to="" calcmode="lin" valueType="num">
                                          <p:cBhvr>
                                            <p:cTn id="70"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71"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72" presetID="35" presetClass="path" presetSubtype="0" accel="50000" decel="50000" fill="hold" nodeType="withEffect">
                                      <p:stCondLst>
                                        <p:cond delay="0"/>
                                      </p:stCondLst>
                                      <p:childTnLst>
                                        <p:anim to="" calcmode="lin" valueType="num">
                                          <p:cBhvr>
                                            <p:cTn id="73"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74" dur="500" fill="hold">
                                              <p:stCondLst>
                                                <p:cond delay="0"/>
                                              </p:stCondLst>
                                            </p:cTn>
                                            <p:tgtEl>
                                              <p:spTgt spid="7"/>
                                            </p:tgtEl>
                                            <p:attrNameLst>
                                              <p:attrName>ppt_y</p:attrName>
                                            </p:attrNameLst>
                                          </p:cBhvr>
                                          <p:tavLst>
                                            <p:tav tm="0">
                                              <p:val>
                                                <p:strVal val="ppt_y"/>
                                              </p:val>
                                            </p:tav>
                                            <p:tav tm="100000">
                                              <p:val>
                                                <p:strVal val="#ppt_y+0.11509258"/>
                                              </p:val>
                                            </p:tav>
                                          </p:tavLst>
                                        </p:anim>
                                        <p:anim to="" calcmode="lin" valueType="num">
                                          <p:cBhvr>
                                            <p:cTn id="75"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76" dur="500" fill="hold">
                                              <p:stCondLst>
                                                <p:cond delay="0"/>
                                              </p:stCondLst>
                                            </p:cTn>
                                            <p:tgtEl>
                                              <p:spTgt spid="7"/>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47" presetClass="entr" presetSubtype="0" fill="hold"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anim calcmode="lin" valueType="num">
                                          <p:cBhvr>
                                            <p:cTn id="82" dur="500" fill="hold"/>
                                            <p:tgtEl>
                                              <p:spTgt spid="8"/>
                                            </p:tgtEl>
                                            <p:attrNameLst>
                                              <p:attrName>ppt_x</p:attrName>
                                            </p:attrNameLst>
                                          </p:cBhvr>
                                          <p:tavLst>
                                            <p:tav tm="0">
                                              <p:val>
                                                <p:strVal val="#ppt_x"/>
                                              </p:val>
                                            </p:tav>
                                            <p:tav tm="100000">
                                              <p:val>
                                                <p:strVal val="#ppt_x"/>
                                              </p:val>
                                            </p:tav>
                                          </p:tavLst>
                                        </p:anim>
                                        <p:anim calcmode="lin" valueType="num">
                                          <p:cBhvr>
                                            <p:cTn id="83" dur="500" fill="hold"/>
                                            <p:tgtEl>
                                              <p:spTgt spid="8"/>
                                            </p:tgtEl>
                                            <p:attrNameLst>
                                              <p:attrName>ppt_y</p:attrName>
                                            </p:attrNameLst>
                                          </p:cBhvr>
                                          <p:tavLst>
                                            <p:tav tm="0">
                                              <p:val>
                                                <p:strVal val="#ppt_y-.1"/>
                                              </p:val>
                                            </p:tav>
                                            <p:tav tm="100000">
                                              <p:val>
                                                <p:strVal val="#ppt_y"/>
                                              </p:val>
                                            </p:tav>
                                          </p:tavLst>
                                        </p:anim>
                                      </p:childTnLst>
                                    </p:cTn>
                                  </p:par>
                                  <p:par>
                                    <p:cTn id="84" presetID="35" presetClass="path" presetSubtype="0" accel="50000" decel="50000" fill="hold" nodeType="withEffect">
                                      <p:stCondLst>
                                        <p:cond delay="0"/>
                                      </p:stCondLst>
                                      <p:childTnLst>
                                        <p:anim to="" calcmode="lin" valueType="num">
                                          <p:cBhvr>
                                            <p:cTn id="85"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86" dur="500" fill="hold">
                                              <p:stCondLst>
                                                <p:cond delay="0"/>
                                              </p:stCondLst>
                                            </p:cTn>
                                            <p:tgtEl>
                                              <p:spTgt spid="4"/>
                                            </p:tgtEl>
                                            <p:attrNameLst>
                                              <p:attrName>ppt_y</p:attrName>
                                            </p:attrNameLst>
                                          </p:cBhvr>
                                          <p:tavLst>
                                            <p:tav tm="0">
                                              <p:val>
                                                <p:strVal val="ppt_y"/>
                                              </p:val>
                                            </p:tav>
                                            <p:tav tm="100000">
                                              <p:val>
                                                <p:strVal val="#ppt_y+9.26265E-05"/>
                                              </p:val>
                                            </p:tav>
                                          </p:tavLst>
                                        </p:anim>
                                        <p:anim to="" calcmode="lin" valueType="num">
                                          <p:cBhvr>
                                            <p:cTn id="87"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88"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89" presetID="35" presetClass="path" presetSubtype="0" accel="50000" decel="50000" fill="hold" nodeType="withEffect">
                                      <p:stCondLst>
                                        <p:cond delay="0"/>
                                      </p:stCondLst>
                                      <p:childTnLst>
                                        <p:anim to="" calcmode="lin" valueType="num">
                                          <p:cBhvr>
                                            <p:cTn id="90"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91" dur="500" fill="hold">
                                              <p:stCondLst>
                                                <p:cond delay="0"/>
                                              </p:stCondLst>
                                            </p:cTn>
                                            <p:tgtEl>
                                              <p:spTgt spid="9"/>
                                            </p:tgtEl>
                                            <p:attrNameLst>
                                              <p:attrName>ppt_y</p:attrName>
                                            </p:attrNameLst>
                                          </p:cBhvr>
                                          <p:tavLst>
                                            <p:tav tm="0">
                                              <p:val>
                                                <p:strVal val="ppt_y"/>
                                              </p:val>
                                            </p:tav>
                                            <p:tav tm="100000">
                                              <p:val>
                                                <p:strVal val="#ppt_y+9.26265E-05"/>
                                              </p:val>
                                            </p:tav>
                                          </p:tavLst>
                                        </p:anim>
                                        <p:anim to="" calcmode="lin" valueType="num">
                                          <p:cBhvr>
                                            <p:cTn id="92"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93"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94" presetID="35" presetClass="path" presetSubtype="0" accel="50000" decel="50000" fill="hold" nodeType="withEffect">
                                      <p:stCondLst>
                                        <p:cond delay="0"/>
                                      </p:stCondLst>
                                      <p:childTnLst>
                                        <p:anim to="" calcmode="lin" valueType="num">
                                          <p:cBhvr>
                                            <p:cTn id="95"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96" dur="500" fill="hold">
                                              <p:stCondLst>
                                                <p:cond delay="0"/>
                                              </p:stCondLst>
                                            </p:cTn>
                                            <p:tgtEl>
                                              <p:spTgt spid="7"/>
                                            </p:tgtEl>
                                            <p:attrNameLst>
                                              <p:attrName>ppt_y</p:attrName>
                                            </p:attrNameLst>
                                          </p:cBhvr>
                                          <p:tavLst>
                                            <p:tav tm="0">
                                              <p:val>
                                                <p:strVal val="ppt_y"/>
                                              </p:val>
                                            </p:tav>
                                            <p:tav tm="100000">
                                              <p:val>
                                                <p:strVal val="#ppt_y+9.26265E-05"/>
                                              </p:val>
                                            </p:tav>
                                          </p:tavLst>
                                        </p:anim>
                                        <p:anim to="" calcmode="lin" valueType="num">
                                          <p:cBhvr>
                                            <p:cTn id="97"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98"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99" presetID="35" presetClass="path" presetSubtype="0" accel="50000" decel="50000" fill="hold" nodeType="withEffect">
                                      <p:stCondLst>
                                        <p:cond delay="0"/>
                                      </p:stCondLst>
                                      <p:childTnLst>
                                        <p:anim to="" calcmode="lin" valueType="num">
                                          <p:cBhvr>
                                            <p:cTn id="100"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01" dur="500" fill="hold">
                                              <p:stCondLst>
                                                <p:cond delay="0"/>
                                              </p:stCondLst>
                                            </p:cTn>
                                            <p:tgtEl>
                                              <p:spTgt spid="10"/>
                                            </p:tgtEl>
                                            <p:attrNameLst>
                                              <p:attrName>ppt_y</p:attrName>
                                            </p:attrNameLst>
                                          </p:cBhvr>
                                          <p:tavLst>
                                            <p:tav tm="0">
                                              <p:val>
                                                <p:strVal val="ppt_y"/>
                                              </p:val>
                                            </p:tav>
                                            <p:tav tm="100000">
                                              <p:val>
                                                <p:strVal val="#ppt_y+9.26265E-05"/>
                                              </p:val>
                                            </p:tav>
                                          </p:tavLst>
                                        </p:anim>
                                        <p:anim to="" calcmode="lin" valueType="num">
                                          <p:cBhvr>
                                            <p:cTn id="102"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03" dur="500" fill="hold">
                                              <p:stCondLst>
                                                <p:cond delay="0"/>
                                              </p:stCondLst>
                                            </p:cTn>
                                            <p:tgtEl>
                                              <p:spTgt spid="10"/>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47" presetClass="entr" presetSubtype="0" fill="hold" nodeType="click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fade">
                                          <p:cBhvr>
                                            <p:cTn id="108" dur="500"/>
                                            <p:tgtEl>
                                              <p:spTgt spid="11"/>
                                            </p:tgtEl>
                                          </p:cBhvr>
                                        </p:animEffect>
                                        <p:anim calcmode="lin" valueType="num">
                                          <p:cBhvr>
                                            <p:cTn id="109" dur="500" fill="hold"/>
                                            <p:tgtEl>
                                              <p:spTgt spid="11"/>
                                            </p:tgtEl>
                                            <p:attrNameLst>
                                              <p:attrName>ppt_x</p:attrName>
                                            </p:attrNameLst>
                                          </p:cBhvr>
                                          <p:tavLst>
                                            <p:tav tm="0">
                                              <p:val>
                                                <p:strVal val="#ppt_x"/>
                                              </p:val>
                                            </p:tav>
                                            <p:tav tm="100000">
                                              <p:val>
                                                <p:strVal val="#ppt_x"/>
                                              </p:val>
                                            </p:tav>
                                          </p:tavLst>
                                        </p:anim>
                                        <p:anim calcmode="lin" valueType="num">
                                          <p:cBhvr>
                                            <p:cTn id="110" dur="500" fill="hold"/>
                                            <p:tgtEl>
                                              <p:spTgt spid="11"/>
                                            </p:tgtEl>
                                            <p:attrNameLst>
                                              <p:attrName>ppt_y</p:attrName>
                                            </p:attrNameLst>
                                          </p:cBhvr>
                                          <p:tavLst>
                                            <p:tav tm="0">
                                              <p:val>
                                                <p:strVal val="#ppt_y-.1"/>
                                              </p:val>
                                            </p:tav>
                                            <p:tav tm="100000">
                                              <p:val>
                                                <p:strVal val="#ppt_y"/>
                                              </p:val>
                                            </p:tav>
                                          </p:tavLst>
                                        </p:anim>
                                      </p:childTnLst>
                                    </p:cTn>
                                  </p:par>
                                  <p:par>
                                    <p:cTn id="111" presetID="35" presetClass="path" presetSubtype="0" accel="50000" decel="50000" fill="hold" nodeType="withEffect">
                                      <p:stCondLst>
                                        <p:cond delay="0"/>
                                      </p:stCondLst>
                                      <p:childTnLst>
                                        <p:anim to="" calcmode="lin" valueType="num">
                                          <p:cBhvr>
                                            <p:cTn id="112"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113"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114"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115"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116" presetID="35" presetClass="path" presetSubtype="0" accel="50000" decel="50000" fill="hold" nodeType="withEffect">
                                      <p:stCondLst>
                                        <p:cond delay="0"/>
                                      </p:stCondLst>
                                      <p:childTnLst>
                                        <p:anim to="" calcmode="lin" valueType="num">
                                          <p:cBhvr>
                                            <p:cTn id="117"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18"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119"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20"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21" presetID="35" presetClass="path" presetSubtype="0" accel="50000" decel="50000" fill="hold" nodeType="withEffect">
                                      <p:stCondLst>
                                        <p:cond delay="0"/>
                                      </p:stCondLst>
                                      <p:childTnLst>
                                        <p:anim to="" calcmode="lin" valueType="num">
                                          <p:cBhvr>
                                            <p:cTn id="122"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123" dur="500" fill="hold">
                                              <p:stCondLst>
                                                <p:cond delay="0"/>
                                              </p:stCondLst>
                                            </p:cTn>
                                            <p:tgtEl>
                                              <p:spTgt spid="7"/>
                                            </p:tgtEl>
                                            <p:attrNameLst>
                                              <p:attrName>ppt_y</p:attrName>
                                            </p:attrNameLst>
                                          </p:cBhvr>
                                          <p:tavLst>
                                            <p:tav tm="0">
                                              <p:val>
                                                <p:strVal val="ppt_y"/>
                                              </p:val>
                                            </p:tav>
                                            <p:tav tm="100000">
                                              <p:val>
                                                <p:strVal val="#ppt_y+0"/>
                                              </p:val>
                                            </p:tav>
                                          </p:tavLst>
                                        </p:anim>
                                        <p:anim to="" calcmode="lin" valueType="num">
                                          <p:cBhvr>
                                            <p:cTn id="124"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125"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126" presetID="35" presetClass="path" presetSubtype="0" accel="50000" decel="50000" fill="hold" nodeType="withEffect">
                                      <p:stCondLst>
                                        <p:cond delay="0"/>
                                      </p:stCondLst>
                                      <p:childTnLst>
                                        <p:anim to="" calcmode="lin" valueType="num">
                                          <p:cBhvr>
                                            <p:cTn id="127"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28"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129"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30"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31" presetID="35" presetClass="path" presetSubtype="0" accel="50000" decel="50000" fill="hold" nodeType="withEffect">
                                      <p:stCondLst>
                                        <p:cond delay="0"/>
                                      </p:stCondLst>
                                      <p:childTnLst>
                                        <p:anim to="" calcmode="lin" valueType="num">
                                          <p:cBhvr>
                                            <p:cTn id="132"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33"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134"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35" dur="500" fill="hold">
                                              <p:stCondLst>
                                                <p:cond delay="0"/>
                                              </p:stCondLst>
                                            </p:cTn>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p:cTn id="12" dur="500" fill="hold"/>
                                            <p:tgtEl>
                                              <p:spTgt spid="6"/>
                                            </p:tgtEl>
                                            <p:attrNameLst>
                                              <p:attrName>ppt_w</p:attrName>
                                            </p:attrNameLst>
                                          </p:cBhvr>
                                          <p:tavLst>
                                            <p:tav tm="0">
                                              <p:val>
                                                <p:fltVal val="0"/>
                                              </p:val>
                                            </p:tav>
                                            <p:tav tm="100000">
                                              <p:val>
                                                <p:strVal val="#ppt_w"/>
                                              </p:val>
                                            </p:tav>
                                          </p:tavLst>
                                        </p:anim>
                                        <p:anim calcmode="lin" valueType="num">
                                          <p:cBhvr>
                                            <p:cTn id="13" dur="500" fill="hold"/>
                                            <p:tgtEl>
                                              <p:spTgt spid="6"/>
                                            </p:tgtEl>
                                            <p:attrNameLst>
                                              <p:attrName>ppt_h</p:attrName>
                                            </p:attrNameLst>
                                          </p:cBhvr>
                                          <p:tavLst>
                                            <p:tav tm="0">
                                              <p:val>
                                                <p:fltVal val="0"/>
                                              </p:val>
                                            </p:tav>
                                            <p:tav tm="100000">
                                              <p:val>
                                                <p:strVal val="#ppt_h"/>
                                              </p:val>
                                            </p:tav>
                                          </p:tavLst>
                                        </p:anim>
                                        <p:animEffect transition="in" filter="fade">
                                          <p:cBhvr>
                                            <p:cTn id="14" dur="500"/>
                                            <p:tgtEl>
                                              <p:spTgt spid="6"/>
                                            </p:tgtEl>
                                          </p:cBhvr>
                                        </p:animEffect>
                                      </p:childTnLst>
                                    </p:cTn>
                                  </p:par>
                                  <p:par>
                                    <p:cTn id="15" presetID="0"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anim to="" calcmode="lin" valueType="num">
                                          <p:cBhvr>
                                            <p:cTn id="17" dur="500" fill="hold">
                                              <p:stCondLst>
                                                <p:cond delay="0"/>
                                              </p:stCondLst>
                                            </p:cTn>
                                            <p:tgtEl>
                                              <p:spTgt spid="37"/>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8" dur="500" fill="hold">
                                              <p:stCondLst>
                                                <p:cond delay="0"/>
                                              </p:stCondLst>
                                            </p:cTn>
                                            <p:tgtEl>
                                              <p:spTgt spid="37"/>
                                            </p:tgtEl>
                                            <p:attrNameLst>
                                              <p:attrName>ppt_y</p:attrName>
                                            </p:attrNameLst>
                                          </p:cBhvr>
                                          <p:tavLst>
                                            <p:tav tm="0" fmla="((floor(#ppt_y-0.5)+ceil(#ppt_y-0.5))*0.5+0.5)+(#ppt_y- ((floor(#ppt_y-0.5)+ceil(#ppt_y-0.5))*0.5+0.5))*$">
                                              <p:val>
                                                <p:strVal val="0"/>
                                              </p:val>
                                            </p:tav>
                                            <p:tav tm="100000">
                                              <p:val>
                                                <p:strVal val="1"/>
                                              </p:val>
                                            </p:tav>
                                          </p:tavLst>
                                        </p:anim>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p:cTn id="24" dur="500" fill="hold"/>
                                            <p:tgtEl>
                                              <p:spTgt spid="4"/>
                                            </p:tgtEl>
                                            <p:attrNameLst>
                                              <p:attrName>ppt_x</p:attrName>
                                            </p:attrNameLst>
                                          </p:cBhvr>
                                          <p:tavLst>
                                            <p:tav tm="0">
                                              <p:val>
                                                <p:strVal val="#ppt_x"/>
                                              </p:val>
                                            </p:tav>
                                            <p:tav tm="100000">
                                              <p:val>
                                                <p:strVal val="#ppt_x+0.14756346"/>
                                              </p:val>
                                            </p:tav>
                                          </p:tavLst>
                                        </p:anim>
                                        <p:anim calcmode="lin" valueType="num">
                                          <p:cBhvr>
                                            <p:cTn id="25" dur="500" fill="hold"/>
                                            <p:tgtEl>
                                              <p:spTgt spid="4"/>
                                            </p:tgtEl>
                                            <p:attrNameLst>
                                              <p:attrName>ppt_y</p:attrName>
                                            </p:attrNameLst>
                                          </p:cBhvr>
                                          <p:tavLst>
                                            <p:tav tm="0">
                                              <p:val>
                                                <p:strVal val="#ppt_y-.1"/>
                                              </p:val>
                                            </p:tav>
                                            <p:tav tm="100000">
                                              <p:val>
                                                <p:strVal val="#ppt_y+0.23027779"/>
                                              </p:val>
                                            </p:tav>
                                          </p:tavLst>
                                        </p:anim>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00"/>
                                            <p:tgtEl>
                                              <p:spTgt spid="9"/>
                                            </p:tgtEl>
                                          </p:cBhvr>
                                        </p:animEffect>
                                        <p:anim calcmode="lin" valueType="num">
                                          <p:cBhvr>
                                            <p:cTn id="31" dur="500" fill="hold"/>
                                            <p:tgtEl>
                                              <p:spTgt spid="9"/>
                                            </p:tgtEl>
                                            <p:attrNameLst>
                                              <p:attrName>ppt_x</p:attrName>
                                            </p:attrNameLst>
                                          </p:cBhvr>
                                          <p:tavLst>
                                            <p:tav tm="0">
                                              <p:val>
                                                <p:strVal val="#ppt_x"/>
                                              </p:val>
                                            </p:tav>
                                            <p:tav tm="100000">
                                              <p:val>
                                                <p:strVal val="#ppt_x"/>
                                              </p:val>
                                            </p:tav>
                                          </p:tavLst>
                                        </p:anim>
                                        <p:anim calcmode="lin" valueType="num">
                                          <p:cBhvr>
                                            <p:cTn id="32" dur="500" fill="hold"/>
                                            <p:tgtEl>
                                              <p:spTgt spid="9"/>
                                            </p:tgtEl>
                                            <p:attrNameLst>
                                              <p:attrName>ppt_y</p:attrName>
                                            </p:attrNameLst>
                                          </p:cBhvr>
                                          <p:tavLst>
                                            <p:tav tm="0">
                                              <p:val>
                                                <p:strVal val="#ppt_y-.1"/>
                                              </p:val>
                                            </p:tav>
                                            <p:tav tm="100000">
                                              <p:val>
                                                <p:strVal val="#ppt_y+0.23018517"/>
                                              </p:val>
                                            </p:tav>
                                          </p:tavLst>
                                        </p:anim>
                                      </p:childTnLst>
                                    </p:cTn>
                                  </p:par>
                                  <p:par>
                                    <p:cTn id="33" presetID="35" presetClass="path" presetSubtype="0" accel="50000" decel="50000" fill="hold" nodeType="withEffect">
                                      <p:stCondLst>
                                        <p:cond delay="0"/>
                                      </p:stCondLst>
                                      <p:childTnLst>
                                        <p:anim to="" calcmode="lin" valueType="num">
                                          <p:cBhvr>
                                            <p:cTn id="34"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35" dur="500" fill="hold">
                                              <p:stCondLst>
                                                <p:cond delay="0"/>
                                              </p:stCondLst>
                                            </p:cTn>
                                            <p:tgtEl>
                                              <p:spTgt spid="4"/>
                                            </p:tgtEl>
                                            <p:attrNameLst>
                                              <p:attrName>ppt_y</p:attrName>
                                            </p:attrNameLst>
                                          </p:cBhvr>
                                          <p:tavLst>
                                            <p:tav tm="0">
                                              <p:val>
                                                <p:strVal val="ppt_y"/>
                                              </p:val>
                                            </p:tav>
                                            <p:tav tm="100000">
                                              <p:val>
                                                <p:strVal val="#ppt_y+0.23018523"/>
                                              </p:val>
                                            </p:tav>
                                          </p:tavLst>
                                        </p:anim>
                                        <p:anim to="" calcmode="lin" valueType="num">
                                          <p:cBhvr>
                                            <p:cTn id="36"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37" dur="500" fill="hold">
                                              <p:stCondLst>
                                                <p:cond delay="0"/>
                                              </p:stCondLst>
                                            </p:cTn>
                                            <p:tgtEl>
                                              <p:spTgt spid="4"/>
                                            </p:tgtEl>
                                            <p:attrNameLst>
                                              <p:attrName>ppt_h</p:attrName>
                                            </p:attrNameLst>
                                          </p:cBhvr>
                                          <p:tavLst>
                                            <p:tav tm="0">
                                              <p:val>
                                                <p:strVal val="ppt_h"/>
                                              </p:val>
                                            </p:tav>
                                            <p:tav tm="100000">
                                              <p:val>
                                                <p:strVal val="#ppt_h"/>
                                              </p:val>
                                            </p:tav>
                                          </p:tavLst>
                                        </p:anim>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500"/>
                                            <p:tgtEl>
                                              <p:spTgt spid="7"/>
                                            </p:tgtEl>
                                          </p:cBhvr>
                                        </p:animEffect>
                                        <p:anim calcmode="lin" valueType="num">
                                          <p:cBhvr>
                                            <p:cTn id="43" dur="500" fill="hold"/>
                                            <p:tgtEl>
                                              <p:spTgt spid="7"/>
                                            </p:tgtEl>
                                            <p:attrNameLst>
                                              <p:attrName>ppt_x</p:attrName>
                                            </p:attrNameLst>
                                          </p:cBhvr>
                                          <p:tavLst>
                                            <p:tav tm="0">
                                              <p:val>
                                                <p:strVal val="#ppt_x"/>
                                              </p:val>
                                            </p:tav>
                                            <p:tav tm="100000">
                                              <p:val>
                                                <p:strVal val="#ppt_x"/>
                                              </p:val>
                                            </p:tav>
                                          </p:tavLst>
                                        </p:anim>
                                        <p:anim calcmode="lin" valueType="num">
                                          <p:cBhvr>
                                            <p:cTn id="44" dur="500" fill="hold"/>
                                            <p:tgtEl>
                                              <p:spTgt spid="7"/>
                                            </p:tgtEl>
                                            <p:attrNameLst>
                                              <p:attrName>ppt_y</p:attrName>
                                            </p:attrNameLst>
                                          </p:cBhvr>
                                          <p:tavLst>
                                            <p:tav tm="0">
                                              <p:val>
                                                <p:strVal val="#ppt_y-.1"/>
                                              </p:val>
                                            </p:tav>
                                            <p:tav tm="100000">
                                              <p:val>
                                                <p:strVal val="#ppt_y"/>
                                              </p:val>
                                            </p:tav>
                                          </p:tavLst>
                                        </p:anim>
                                      </p:childTnLst>
                                    </p:cTn>
                                  </p:par>
                                  <p:par>
                                    <p:cTn id="45" presetID="35" presetClass="path" presetSubtype="0" accel="50000" decel="50000" fill="hold" nodeType="withEffect">
                                      <p:stCondLst>
                                        <p:cond delay="0"/>
                                      </p:stCondLst>
                                      <p:childTnLst>
                                        <p:anim to="" calcmode="lin" valueType="num">
                                          <p:cBhvr>
                                            <p:cTn id="46"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47" dur="500" fill="hold">
                                              <p:stCondLst>
                                                <p:cond delay="0"/>
                                              </p:stCondLst>
                                            </p:cTn>
                                            <p:tgtEl>
                                              <p:spTgt spid="4"/>
                                            </p:tgtEl>
                                            <p:attrNameLst>
                                              <p:attrName>ppt_y</p:attrName>
                                            </p:attrNameLst>
                                          </p:cBhvr>
                                          <p:tavLst>
                                            <p:tav tm="0">
                                              <p:val>
                                                <p:strVal val="ppt_y"/>
                                              </p:val>
                                            </p:tav>
                                            <p:tav tm="100000">
                                              <p:val>
                                                <p:strVal val="#ppt_y+0.11518521"/>
                                              </p:val>
                                            </p:tav>
                                          </p:tavLst>
                                        </p:anim>
                                        <p:anim to="" calcmode="lin" valueType="num">
                                          <p:cBhvr>
                                            <p:cTn id="48"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49"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50" presetID="35" presetClass="path" presetSubtype="0" accel="50000" decel="50000" fill="hold" nodeType="withEffect">
                                      <p:stCondLst>
                                        <p:cond delay="0"/>
                                      </p:stCondLst>
                                      <p:childTnLst>
                                        <p:anim to="" calcmode="lin" valueType="num">
                                          <p:cBhvr>
                                            <p:cTn id="51"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52" dur="500" fill="hold">
                                              <p:stCondLst>
                                                <p:cond delay="0"/>
                                              </p:stCondLst>
                                            </p:cTn>
                                            <p:tgtEl>
                                              <p:spTgt spid="9"/>
                                            </p:tgtEl>
                                            <p:attrNameLst>
                                              <p:attrName>ppt_y</p:attrName>
                                            </p:attrNameLst>
                                          </p:cBhvr>
                                          <p:tavLst>
                                            <p:tav tm="0">
                                              <p:val>
                                                <p:strVal val="ppt_y"/>
                                              </p:val>
                                            </p:tav>
                                            <p:tav tm="100000">
                                              <p:val>
                                                <p:strVal val="#ppt_y+0.11518521"/>
                                              </p:val>
                                            </p:tav>
                                          </p:tavLst>
                                        </p:anim>
                                        <p:anim to="" calcmode="lin" valueType="num">
                                          <p:cBhvr>
                                            <p:cTn id="53"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54" dur="500" fill="hold">
                                              <p:stCondLst>
                                                <p:cond delay="0"/>
                                              </p:stCondLst>
                                            </p:cTn>
                                            <p:tgtEl>
                                              <p:spTgt spid="9"/>
                                            </p:tgtEl>
                                            <p:attrNameLst>
                                              <p:attrName>ppt_h</p:attrName>
                                            </p:attrNameLst>
                                          </p:cBhvr>
                                          <p:tavLst>
                                            <p:tav tm="0">
                                              <p:val>
                                                <p:strVal val="ppt_h"/>
                                              </p:val>
                                            </p:tav>
                                            <p:tav tm="100000">
                                              <p:val>
                                                <p:strVal val="#ppt_h"/>
                                              </p:val>
                                            </p:tav>
                                          </p:tavLst>
                                        </p:anim>
                                      </p:childTnLst>
                                    </p:cTn>
                                  </p:par>
                                </p:childTnLst>
                              </p:cTn>
                            </p:par>
                          </p:childTnLst>
                        </p:cTn>
                      </p:par>
                      <p:par>
                        <p:cTn id="55" fill="hold">
                          <p:stCondLst>
                            <p:cond delay="indefinite"/>
                          </p:stCondLst>
                          <p:childTnLst>
                            <p:par>
                              <p:cTn id="56" fill="hold">
                                <p:stCondLst>
                                  <p:cond delay="0"/>
                                </p:stCondLst>
                                <p:childTnLst>
                                  <p:par>
                                    <p:cTn id="57" presetID="47" presetClass="entr" presetSubtype="0" fill="hold" nodeType="clickEffect">
                                      <p:stCondLst>
                                        <p:cond delay="0"/>
                                      </p:stCondLst>
                                      <p:childTnLst>
                                        <p:set>
                                          <p:cBhvr>
                                            <p:cTn id="58" dur="1" fill="hold">
                                              <p:stCondLst>
                                                <p:cond delay="0"/>
                                              </p:stCondLst>
                                            </p:cTn>
                                            <p:tgtEl>
                                              <p:spTgt spid="10"/>
                                            </p:tgtEl>
                                            <p:attrNameLst>
                                              <p:attrName>style.visibility</p:attrName>
                                            </p:attrNameLst>
                                          </p:cBhvr>
                                          <p:to>
                                            <p:strVal val="visible"/>
                                          </p:to>
                                        </p:set>
                                        <p:animEffect transition="in" filter="fade">
                                          <p:cBhvr>
                                            <p:cTn id="59" dur="500"/>
                                            <p:tgtEl>
                                              <p:spTgt spid="10"/>
                                            </p:tgtEl>
                                          </p:cBhvr>
                                        </p:animEffect>
                                        <p:anim calcmode="lin" valueType="num">
                                          <p:cBhvr>
                                            <p:cTn id="60" dur="500" fill="hold"/>
                                            <p:tgtEl>
                                              <p:spTgt spid="10"/>
                                            </p:tgtEl>
                                            <p:attrNameLst>
                                              <p:attrName>ppt_x</p:attrName>
                                            </p:attrNameLst>
                                          </p:cBhvr>
                                          <p:tavLst>
                                            <p:tav tm="0">
                                              <p:val>
                                                <p:strVal val="#ppt_x"/>
                                              </p:val>
                                            </p:tav>
                                            <p:tav tm="100000">
                                              <p:val>
                                                <p:strVal val="#ppt_x"/>
                                              </p:val>
                                            </p:tav>
                                          </p:tavLst>
                                        </p:anim>
                                        <p:anim calcmode="lin" valueType="num">
                                          <p:cBhvr>
                                            <p:cTn id="61" dur="500" fill="hold"/>
                                            <p:tgtEl>
                                              <p:spTgt spid="10"/>
                                            </p:tgtEl>
                                            <p:attrNameLst>
                                              <p:attrName>ppt_y</p:attrName>
                                            </p:attrNameLst>
                                          </p:cBhvr>
                                          <p:tavLst>
                                            <p:tav tm="0">
                                              <p:val>
                                                <p:strVal val="#ppt_y-.1"/>
                                              </p:val>
                                            </p:tav>
                                            <p:tav tm="100000">
                                              <p:val>
                                                <p:strVal val="#ppt_y+0.11509258"/>
                                              </p:val>
                                            </p:tav>
                                          </p:tavLst>
                                        </p:anim>
                                      </p:childTnLst>
                                    </p:cTn>
                                  </p:par>
                                  <p:par>
                                    <p:cTn id="62" presetID="35" presetClass="path" presetSubtype="0" accel="50000" decel="50000" fill="hold" nodeType="withEffect">
                                      <p:stCondLst>
                                        <p:cond delay="0"/>
                                      </p:stCondLst>
                                      <p:childTnLst>
                                        <p:anim to="" calcmode="lin" valueType="num">
                                          <p:cBhvr>
                                            <p:cTn id="63"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64" dur="500" fill="hold">
                                              <p:stCondLst>
                                                <p:cond delay="0"/>
                                              </p:stCondLst>
                                            </p:cTn>
                                            <p:tgtEl>
                                              <p:spTgt spid="4"/>
                                            </p:tgtEl>
                                            <p:attrNameLst>
                                              <p:attrName>ppt_y</p:attrName>
                                            </p:attrNameLst>
                                          </p:cBhvr>
                                          <p:tavLst>
                                            <p:tav tm="0">
                                              <p:val>
                                                <p:strVal val="ppt_y"/>
                                              </p:val>
                                            </p:tav>
                                            <p:tav tm="100000">
                                              <p:val>
                                                <p:strVal val="#ppt_y+0.11509258"/>
                                              </p:val>
                                            </p:tav>
                                          </p:tavLst>
                                        </p:anim>
                                        <p:anim to="" calcmode="lin" valueType="num">
                                          <p:cBhvr>
                                            <p:cTn id="65"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66"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67" presetID="35" presetClass="path" presetSubtype="0" accel="50000" decel="50000" fill="hold" nodeType="withEffect">
                                      <p:stCondLst>
                                        <p:cond delay="0"/>
                                      </p:stCondLst>
                                      <p:childTnLst>
                                        <p:anim to="" calcmode="lin" valueType="num">
                                          <p:cBhvr>
                                            <p:cTn id="68"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69" dur="500" fill="hold">
                                              <p:stCondLst>
                                                <p:cond delay="0"/>
                                              </p:stCondLst>
                                            </p:cTn>
                                            <p:tgtEl>
                                              <p:spTgt spid="9"/>
                                            </p:tgtEl>
                                            <p:attrNameLst>
                                              <p:attrName>ppt_y</p:attrName>
                                            </p:attrNameLst>
                                          </p:cBhvr>
                                          <p:tavLst>
                                            <p:tav tm="0">
                                              <p:val>
                                                <p:strVal val="ppt_y"/>
                                              </p:val>
                                            </p:tav>
                                            <p:tav tm="100000">
                                              <p:val>
                                                <p:strVal val="#ppt_y+0.11509258"/>
                                              </p:val>
                                            </p:tav>
                                          </p:tavLst>
                                        </p:anim>
                                        <p:anim to="" calcmode="lin" valueType="num">
                                          <p:cBhvr>
                                            <p:cTn id="70"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71"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72" presetID="35" presetClass="path" presetSubtype="0" accel="50000" decel="50000" fill="hold" nodeType="withEffect">
                                      <p:stCondLst>
                                        <p:cond delay="0"/>
                                      </p:stCondLst>
                                      <p:childTnLst>
                                        <p:anim to="" calcmode="lin" valueType="num">
                                          <p:cBhvr>
                                            <p:cTn id="73"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74" dur="500" fill="hold">
                                              <p:stCondLst>
                                                <p:cond delay="0"/>
                                              </p:stCondLst>
                                            </p:cTn>
                                            <p:tgtEl>
                                              <p:spTgt spid="7"/>
                                            </p:tgtEl>
                                            <p:attrNameLst>
                                              <p:attrName>ppt_y</p:attrName>
                                            </p:attrNameLst>
                                          </p:cBhvr>
                                          <p:tavLst>
                                            <p:tav tm="0">
                                              <p:val>
                                                <p:strVal val="ppt_y"/>
                                              </p:val>
                                            </p:tav>
                                            <p:tav tm="100000">
                                              <p:val>
                                                <p:strVal val="#ppt_y+0.11509258"/>
                                              </p:val>
                                            </p:tav>
                                          </p:tavLst>
                                        </p:anim>
                                        <p:anim to="" calcmode="lin" valueType="num">
                                          <p:cBhvr>
                                            <p:cTn id="75"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76" dur="500" fill="hold">
                                              <p:stCondLst>
                                                <p:cond delay="0"/>
                                              </p:stCondLst>
                                            </p:cTn>
                                            <p:tgtEl>
                                              <p:spTgt spid="7"/>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47" presetClass="entr" presetSubtype="0" fill="hold" nodeType="clickEffect">
                                      <p:stCondLst>
                                        <p:cond delay="0"/>
                                      </p:stCondLst>
                                      <p:childTnLst>
                                        <p:set>
                                          <p:cBhvr>
                                            <p:cTn id="80" dur="1" fill="hold">
                                              <p:stCondLst>
                                                <p:cond delay="0"/>
                                              </p:stCondLst>
                                            </p:cTn>
                                            <p:tgtEl>
                                              <p:spTgt spid="8"/>
                                            </p:tgtEl>
                                            <p:attrNameLst>
                                              <p:attrName>style.visibility</p:attrName>
                                            </p:attrNameLst>
                                          </p:cBhvr>
                                          <p:to>
                                            <p:strVal val="visible"/>
                                          </p:to>
                                        </p:set>
                                        <p:animEffect transition="in" filter="fade">
                                          <p:cBhvr>
                                            <p:cTn id="81" dur="500"/>
                                            <p:tgtEl>
                                              <p:spTgt spid="8"/>
                                            </p:tgtEl>
                                          </p:cBhvr>
                                        </p:animEffect>
                                        <p:anim calcmode="lin" valueType="num">
                                          <p:cBhvr>
                                            <p:cTn id="82" dur="500" fill="hold"/>
                                            <p:tgtEl>
                                              <p:spTgt spid="8"/>
                                            </p:tgtEl>
                                            <p:attrNameLst>
                                              <p:attrName>ppt_x</p:attrName>
                                            </p:attrNameLst>
                                          </p:cBhvr>
                                          <p:tavLst>
                                            <p:tav tm="0">
                                              <p:val>
                                                <p:strVal val="#ppt_x"/>
                                              </p:val>
                                            </p:tav>
                                            <p:tav tm="100000">
                                              <p:val>
                                                <p:strVal val="#ppt_x"/>
                                              </p:val>
                                            </p:tav>
                                          </p:tavLst>
                                        </p:anim>
                                        <p:anim calcmode="lin" valueType="num">
                                          <p:cBhvr>
                                            <p:cTn id="83" dur="500" fill="hold"/>
                                            <p:tgtEl>
                                              <p:spTgt spid="8"/>
                                            </p:tgtEl>
                                            <p:attrNameLst>
                                              <p:attrName>ppt_y</p:attrName>
                                            </p:attrNameLst>
                                          </p:cBhvr>
                                          <p:tavLst>
                                            <p:tav tm="0">
                                              <p:val>
                                                <p:strVal val="#ppt_y-.1"/>
                                              </p:val>
                                            </p:tav>
                                            <p:tav tm="100000">
                                              <p:val>
                                                <p:strVal val="#ppt_y"/>
                                              </p:val>
                                            </p:tav>
                                          </p:tavLst>
                                        </p:anim>
                                      </p:childTnLst>
                                    </p:cTn>
                                  </p:par>
                                  <p:par>
                                    <p:cTn id="84" presetID="35" presetClass="path" presetSubtype="0" accel="50000" decel="50000" fill="hold" nodeType="withEffect">
                                      <p:stCondLst>
                                        <p:cond delay="0"/>
                                      </p:stCondLst>
                                      <p:childTnLst>
                                        <p:anim to="" calcmode="lin" valueType="num">
                                          <p:cBhvr>
                                            <p:cTn id="85"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86" dur="500" fill="hold">
                                              <p:stCondLst>
                                                <p:cond delay="0"/>
                                              </p:stCondLst>
                                            </p:cTn>
                                            <p:tgtEl>
                                              <p:spTgt spid="4"/>
                                            </p:tgtEl>
                                            <p:attrNameLst>
                                              <p:attrName>ppt_y</p:attrName>
                                            </p:attrNameLst>
                                          </p:cBhvr>
                                          <p:tavLst>
                                            <p:tav tm="0">
                                              <p:val>
                                                <p:strVal val="ppt_y"/>
                                              </p:val>
                                            </p:tav>
                                            <p:tav tm="100000">
                                              <p:val>
                                                <p:strVal val="#ppt_y+9.26265E-05"/>
                                              </p:val>
                                            </p:tav>
                                          </p:tavLst>
                                        </p:anim>
                                        <p:anim to="" calcmode="lin" valueType="num">
                                          <p:cBhvr>
                                            <p:cTn id="87"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88"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89" presetID="35" presetClass="path" presetSubtype="0" accel="50000" decel="50000" fill="hold" nodeType="withEffect">
                                      <p:stCondLst>
                                        <p:cond delay="0"/>
                                      </p:stCondLst>
                                      <p:childTnLst>
                                        <p:anim to="" calcmode="lin" valueType="num">
                                          <p:cBhvr>
                                            <p:cTn id="90"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91" dur="500" fill="hold">
                                              <p:stCondLst>
                                                <p:cond delay="0"/>
                                              </p:stCondLst>
                                            </p:cTn>
                                            <p:tgtEl>
                                              <p:spTgt spid="9"/>
                                            </p:tgtEl>
                                            <p:attrNameLst>
                                              <p:attrName>ppt_y</p:attrName>
                                            </p:attrNameLst>
                                          </p:cBhvr>
                                          <p:tavLst>
                                            <p:tav tm="0">
                                              <p:val>
                                                <p:strVal val="ppt_y"/>
                                              </p:val>
                                            </p:tav>
                                            <p:tav tm="100000">
                                              <p:val>
                                                <p:strVal val="#ppt_y+9.26265E-05"/>
                                              </p:val>
                                            </p:tav>
                                          </p:tavLst>
                                        </p:anim>
                                        <p:anim to="" calcmode="lin" valueType="num">
                                          <p:cBhvr>
                                            <p:cTn id="92"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93"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94" presetID="35" presetClass="path" presetSubtype="0" accel="50000" decel="50000" fill="hold" nodeType="withEffect">
                                      <p:stCondLst>
                                        <p:cond delay="0"/>
                                      </p:stCondLst>
                                      <p:childTnLst>
                                        <p:anim to="" calcmode="lin" valueType="num">
                                          <p:cBhvr>
                                            <p:cTn id="95"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96" dur="500" fill="hold">
                                              <p:stCondLst>
                                                <p:cond delay="0"/>
                                              </p:stCondLst>
                                            </p:cTn>
                                            <p:tgtEl>
                                              <p:spTgt spid="7"/>
                                            </p:tgtEl>
                                            <p:attrNameLst>
                                              <p:attrName>ppt_y</p:attrName>
                                            </p:attrNameLst>
                                          </p:cBhvr>
                                          <p:tavLst>
                                            <p:tav tm="0">
                                              <p:val>
                                                <p:strVal val="ppt_y"/>
                                              </p:val>
                                            </p:tav>
                                            <p:tav tm="100000">
                                              <p:val>
                                                <p:strVal val="#ppt_y+9.26265E-05"/>
                                              </p:val>
                                            </p:tav>
                                          </p:tavLst>
                                        </p:anim>
                                        <p:anim to="" calcmode="lin" valueType="num">
                                          <p:cBhvr>
                                            <p:cTn id="97"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98"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99" presetID="35" presetClass="path" presetSubtype="0" accel="50000" decel="50000" fill="hold" nodeType="withEffect">
                                      <p:stCondLst>
                                        <p:cond delay="0"/>
                                      </p:stCondLst>
                                      <p:childTnLst>
                                        <p:anim to="" calcmode="lin" valueType="num">
                                          <p:cBhvr>
                                            <p:cTn id="100"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01" dur="500" fill="hold">
                                              <p:stCondLst>
                                                <p:cond delay="0"/>
                                              </p:stCondLst>
                                            </p:cTn>
                                            <p:tgtEl>
                                              <p:spTgt spid="10"/>
                                            </p:tgtEl>
                                            <p:attrNameLst>
                                              <p:attrName>ppt_y</p:attrName>
                                            </p:attrNameLst>
                                          </p:cBhvr>
                                          <p:tavLst>
                                            <p:tav tm="0">
                                              <p:val>
                                                <p:strVal val="ppt_y"/>
                                              </p:val>
                                            </p:tav>
                                            <p:tav tm="100000">
                                              <p:val>
                                                <p:strVal val="#ppt_y+9.26265E-05"/>
                                              </p:val>
                                            </p:tav>
                                          </p:tavLst>
                                        </p:anim>
                                        <p:anim to="" calcmode="lin" valueType="num">
                                          <p:cBhvr>
                                            <p:cTn id="102"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03" dur="500" fill="hold">
                                              <p:stCondLst>
                                                <p:cond delay="0"/>
                                              </p:stCondLst>
                                            </p:cTn>
                                            <p:tgtEl>
                                              <p:spTgt spid="10"/>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47" presetClass="entr" presetSubtype="0" fill="hold" nodeType="click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fade">
                                          <p:cBhvr>
                                            <p:cTn id="108" dur="500"/>
                                            <p:tgtEl>
                                              <p:spTgt spid="11"/>
                                            </p:tgtEl>
                                          </p:cBhvr>
                                        </p:animEffect>
                                        <p:anim calcmode="lin" valueType="num">
                                          <p:cBhvr>
                                            <p:cTn id="109" dur="500" fill="hold"/>
                                            <p:tgtEl>
                                              <p:spTgt spid="11"/>
                                            </p:tgtEl>
                                            <p:attrNameLst>
                                              <p:attrName>ppt_x</p:attrName>
                                            </p:attrNameLst>
                                          </p:cBhvr>
                                          <p:tavLst>
                                            <p:tav tm="0">
                                              <p:val>
                                                <p:strVal val="#ppt_x"/>
                                              </p:val>
                                            </p:tav>
                                            <p:tav tm="100000">
                                              <p:val>
                                                <p:strVal val="#ppt_x"/>
                                              </p:val>
                                            </p:tav>
                                          </p:tavLst>
                                        </p:anim>
                                        <p:anim calcmode="lin" valueType="num">
                                          <p:cBhvr>
                                            <p:cTn id="110" dur="500" fill="hold"/>
                                            <p:tgtEl>
                                              <p:spTgt spid="11"/>
                                            </p:tgtEl>
                                            <p:attrNameLst>
                                              <p:attrName>ppt_y</p:attrName>
                                            </p:attrNameLst>
                                          </p:cBhvr>
                                          <p:tavLst>
                                            <p:tav tm="0">
                                              <p:val>
                                                <p:strVal val="#ppt_y-.1"/>
                                              </p:val>
                                            </p:tav>
                                            <p:tav tm="100000">
                                              <p:val>
                                                <p:strVal val="#ppt_y"/>
                                              </p:val>
                                            </p:tav>
                                          </p:tavLst>
                                        </p:anim>
                                      </p:childTnLst>
                                    </p:cTn>
                                  </p:par>
                                  <p:par>
                                    <p:cTn id="111" presetID="35" presetClass="path" presetSubtype="0" accel="50000" decel="50000" fill="hold" nodeType="withEffect">
                                      <p:stCondLst>
                                        <p:cond delay="0"/>
                                      </p:stCondLst>
                                      <p:childTnLst>
                                        <p:anim to="" calcmode="lin" valueType="num">
                                          <p:cBhvr>
                                            <p:cTn id="112"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113"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114"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115"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116" presetID="35" presetClass="path" presetSubtype="0" accel="50000" decel="50000" fill="hold" nodeType="withEffect">
                                      <p:stCondLst>
                                        <p:cond delay="0"/>
                                      </p:stCondLst>
                                      <p:childTnLst>
                                        <p:anim to="" calcmode="lin" valueType="num">
                                          <p:cBhvr>
                                            <p:cTn id="117"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118"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119"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20"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121" presetID="35" presetClass="path" presetSubtype="0" accel="50000" decel="50000" fill="hold" nodeType="withEffect">
                                      <p:stCondLst>
                                        <p:cond delay="0"/>
                                      </p:stCondLst>
                                      <p:childTnLst>
                                        <p:anim to="" calcmode="lin" valueType="num">
                                          <p:cBhvr>
                                            <p:cTn id="122"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123" dur="500" fill="hold">
                                              <p:stCondLst>
                                                <p:cond delay="0"/>
                                              </p:stCondLst>
                                            </p:cTn>
                                            <p:tgtEl>
                                              <p:spTgt spid="7"/>
                                            </p:tgtEl>
                                            <p:attrNameLst>
                                              <p:attrName>ppt_y</p:attrName>
                                            </p:attrNameLst>
                                          </p:cBhvr>
                                          <p:tavLst>
                                            <p:tav tm="0">
                                              <p:val>
                                                <p:strVal val="ppt_y"/>
                                              </p:val>
                                            </p:tav>
                                            <p:tav tm="100000">
                                              <p:val>
                                                <p:strVal val="#ppt_y+0"/>
                                              </p:val>
                                            </p:tav>
                                          </p:tavLst>
                                        </p:anim>
                                        <p:anim to="" calcmode="lin" valueType="num">
                                          <p:cBhvr>
                                            <p:cTn id="124"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125"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126" presetID="35" presetClass="path" presetSubtype="0" accel="50000" decel="50000" fill="hold" nodeType="withEffect">
                                      <p:stCondLst>
                                        <p:cond delay="0"/>
                                      </p:stCondLst>
                                      <p:childTnLst>
                                        <p:anim to="" calcmode="lin" valueType="num">
                                          <p:cBhvr>
                                            <p:cTn id="127"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28"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129"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30"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31" presetID="35" presetClass="path" presetSubtype="0" accel="50000" decel="50000" fill="hold" nodeType="withEffect">
                                      <p:stCondLst>
                                        <p:cond delay="0"/>
                                      </p:stCondLst>
                                      <p:childTnLst>
                                        <p:anim to="" calcmode="lin" valueType="num">
                                          <p:cBhvr>
                                            <p:cTn id="132"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133"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134"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35" dur="500" fill="hold">
                                              <p:stCondLst>
                                                <p:cond delay="0"/>
                                              </p:stCondLst>
                                            </p:cTn>
                                            <p:tgtEl>
                                              <p:spTgt spid="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1" name="Shape1"/>
          <p:cNvCxnSpPr/>
          <p:nvPr>
            <p:custDataLst>
              <p:tags r:id="rId3"/>
            </p:custDataLst>
          </p:nvPr>
        </p:nvCxnSpPr>
        <p:spPr>
          <a:xfrm>
            <a:off x="481204" y="1148165"/>
            <a:ext cx="10626162"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42" name="Shape2"/>
          <p:cNvSpPr/>
          <p:nvPr>
            <p:custDataLst>
              <p:tags r:id="rId4"/>
            </p:custDataLst>
          </p:nvPr>
        </p:nvSpPr>
        <p:spPr>
          <a:xfrm>
            <a:off x="481203" y="1122775"/>
            <a:ext cx="1368000" cy="5078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2" name="Shape3"/>
          <p:cNvSpPr/>
          <p:nvPr>
            <p:custDataLst>
              <p:tags r:id="rId5"/>
            </p:custDataLst>
          </p:nvPr>
        </p:nvSpPr>
        <p:spPr>
          <a:xfrm>
            <a:off x="786374" y="1743286"/>
            <a:ext cx="2384632" cy="453051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5" name="Shape4"/>
          <p:cNvSpPr/>
          <p:nvPr>
            <p:custDataLst>
              <p:tags r:id="rId6"/>
            </p:custDataLst>
          </p:nvPr>
        </p:nvSpPr>
        <p:spPr>
          <a:xfrm>
            <a:off x="3548478" y="1743286"/>
            <a:ext cx="2384632" cy="453051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6" name="Shape5"/>
          <p:cNvSpPr/>
          <p:nvPr>
            <p:custDataLst>
              <p:tags r:id="rId7"/>
            </p:custDataLst>
          </p:nvPr>
        </p:nvSpPr>
        <p:spPr>
          <a:xfrm>
            <a:off x="6280728" y="1743286"/>
            <a:ext cx="2384632" cy="453051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7" name="Shape6"/>
          <p:cNvSpPr/>
          <p:nvPr>
            <p:custDataLst>
              <p:tags r:id="rId8"/>
            </p:custDataLst>
          </p:nvPr>
        </p:nvSpPr>
        <p:spPr>
          <a:xfrm>
            <a:off x="9027905" y="1743286"/>
            <a:ext cx="2384632" cy="4530514"/>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9" name="Shape7"/>
          <p:cNvSpPr/>
          <p:nvPr>
            <p:custDataLst>
              <p:tags r:id="rId9"/>
            </p:custDataLst>
          </p:nvPr>
        </p:nvSpPr>
        <p:spPr>
          <a:xfrm>
            <a:off x="1664646" y="2059869"/>
            <a:ext cx="628087" cy="628087"/>
          </a:xfrm>
          <a:prstGeom prst="ellipse">
            <a:avLst/>
          </a:prstGeom>
          <a:gradFill>
            <a:gsLst>
              <a:gs pos="100000">
                <a:schemeClr val="accent1">
                  <a:lumMod val="50000"/>
                </a:schemeClr>
              </a:gs>
              <a:gs pos="2000">
                <a:schemeClr val="accent1">
                  <a:lumMod val="20000"/>
                  <a:lumOff val="80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5" name="Text1"/>
          <p:cNvSpPr txBox="1"/>
          <p:nvPr>
            <p:custDataLst>
              <p:tags r:id="rId10"/>
            </p:custDataLst>
          </p:nvPr>
        </p:nvSpPr>
        <p:spPr>
          <a:xfrm>
            <a:off x="964019" y="2809989"/>
            <a:ext cx="1963479" cy="400110"/>
          </a:xfrm>
          <a:prstGeom prst="rect">
            <a:avLst/>
          </a:prstGeom>
          <a:noFill/>
        </p:spPr>
        <p:txBody>
          <a:bodyPr wrap="square" rtlCol="0">
            <a:normAutofit/>
          </a:bodyPr>
          <a:lstStyle/>
          <a:p>
            <a:pPr marL="0" marR="0" lvl="0" indent="0" algn="ctr" defTabSz="914400" rtl="0" eaLnBrk="1" fontAlgn="ctr" latinLnBrk="0" hangingPunct="1">
              <a:spcBef>
                <a:spcPts val="0"/>
              </a:spcBef>
              <a:spcAft>
                <a:spcPts val="0"/>
              </a:spcAft>
              <a:buClrTx/>
              <a:buSzTx/>
              <a:buFontTx/>
              <a:buNone/>
              <a:defRPr/>
            </a:pPr>
            <a:r>
              <a:rPr lang="zh-CN" altLang="en-US" sz="1600" b="1">
                <a:solidFill>
                  <a:schemeClr val="accent1">
                    <a:lumMod val="50000"/>
                  </a:schemeClr>
                </a:solidFill>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rPr>
              <a:t>学习路径规划</a:t>
            </a:r>
            <a:endParaRPr kumimoji="0" lang="zh-CN" altLang="en-US" sz="1600" b="1"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endParaRPr>
          </a:p>
        </p:txBody>
      </p:sp>
      <p:cxnSp>
        <p:nvCxnSpPr>
          <p:cNvPr id="8" name="Text2"/>
          <p:cNvCxnSpPr/>
          <p:nvPr>
            <p:custDataLst>
              <p:tags r:id="rId11"/>
            </p:custDataLst>
          </p:nvPr>
        </p:nvCxnSpPr>
        <p:spPr>
          <a:xfrm>
            <a:off x="1664646" y="3307374"/>
            <a:ext cx="628087"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0" name="Text3"/>
          <p:cNvSpPr txBox="1"/>
          <p:nvPr>
            <p:custDataLst>
              <p:tags r:id="rId12"/>
            </p:custDataLst>
          </p:nvPr>
        </p:nvSpPr>
        <p:spPr>
          <a:xfrm>
            <a:off x="964018" y="3700938"/>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社会影响</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77" name="Shape8"/>
          <p:cNvSpPr/>
          <p:nvPr>
            <p:custDataLst>
              <p:tags r:id="rId13"/>
            </p:custDataLst>
          </p:nvPr>
        </p:nvSpPr>
        <p:spPr>
          <a:xfrm>
            <a:off x="4411824" y="2059869"/>
            <a:ext cx="628087" cy="628087"/>
          </a:xfrm>
          <a:prstGeom prst="ellipse">
            <a:avLst/>
          </a:prstGeom>
          <a:gradFill>
            <a:gsLst>
              <a:gs pos="100000">
                <a:schemeClr val="accent1">
                  <a:lumMod val="50000"/>
                </a:schemeClr>
              </a:gs>
              <a:gs pos="2000">
                <a:schemeClr val="accent1">
                  <a:lumMod val="20000"/>
                  <a:lumOff val="80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sp>
        <p:nvSpPr>
          <p:cNvPr id="84" name="Shape9"/>
          <p:cNvSpPr/>
          <p:nvPr>
            <p:custDataLst>
              <p:tags r:id="rId14"/>
            </p:custDataLst>
          </p:nvPr>
        </p:nvSpPr>
        <p:spPr>
          <a:xfrm>
            <a:off x="7159001" y="2059869"/>
            <a:ext cx="628087" cy="628087"/>
          </a:xfrm>
          <a:prstGeom prst="ellipse">
            <a:avLst/>
          </a:prstGeom>
          <a:gradFill>
            <a:gsLst>
              <a:gs pos="100000">
                <a:schemeClr val="accent1">
                  <a:lumMod val="50000"/>
                </a:schemeClr>
              </a:gs>
              <a:gs pos="2000">
                <a:schemeClr val="accent1">
                  <a:lumMod val="20000"/>
                  <a:lumOff val="80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sp>
        <p:nvSpPr>
          <p:cNvPr id="91" name="Shape10"/>
          <p:cNvSpPr/>
          <p:nvPr>
            <p:custDataLst>
              <p:tags r:id="rId15"/>
            </p:custDataLst>
          </p:nvPr>
        </p:nvSpPr>
        <p:spPr>
          <a:xfrm>
            <a:off x="9906178" y="2059869"/>
            <a:ext cx="628087" cy="628087"/>
          </a:xfrm>
          <a:prstGeom prst="ellipse">
            <a:avLst/>
          </a:prstGeom>
          <a:gradFill>
            <a:gsLst>
              <a:gs pos="100000">
                <a:schemeClr val="accent1">
                  <a:lumMod val="50000"/>
                </a:schemeClr>
              </a:gs>
              <a:gs pos="2000">
                <a:schemeClr val="accent1">
                  <a:lumMod val="20000"/>
                  <a:lumOff val="80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等线" panose="02010600030101010101" charset="-122"/>
              <a:ea typeface="等线" panose="02010600030101010101" charset="-122"/>
            </a:endParaRPr>
          </a:p>
        </p:txBody>
      </p:sp>
      <p:pic>
        <p:nvPicPr>
          <p:cNvPr id="11" name="Shape11">
            <a:extLst>
              <a:ext uri="{FF2B5EF4-FFF2-40B4-BE49-F238E27FC236}">
                <a16:creationId xmlns:a16="http://schemas.microsoft.com/office/drawing/2014/main" id="{337D6510-D9A0-3F24-6240-7CBFAF02FD53}"/>
              </a:ext>
            </a:extLst>
          </p:cNvPr>
          <p:cNvPicPr>
            <a:picLocks/>
          </p:cNvPicPr>
          <p:nvPr>
            <p:custDataLst>
              <p:tags r:id="rId16"/>
            </p:custDataLst>
          </p:nvPr>
        </p:nvPicPr>
        <p:blipFill>
          <a:blip r:embed="rId50">
            <a:extLst>
              <a:ext uri="{96DAC541-7B7A-43D3-8B79-37D633B846F1}">
                <asvg:svgBlip xmlns:asvg="http://schemas.microsoft.com/office/drawing/2016/SVG/main" r:embed="rId51"/>
              </a:ext>
            </a:extLst>
          </a:blip>
          <a:stretch>
            <a:fillRect/>
          </a:stretch>
        </p:blipFill>
        <p:spPr>
          <a:xfrm>
            <a:off x="1810157" y="2205380"/>
            <a:ext cx="337065" cy="337065"/>
          </a:xfrm>
          <a:prstGeom prst="rect">
            <a:avLst/>
          </a:prstGeom>
        </p:spPr>
      </p:pic>
      <p:pic>
        <p:nvPicPr>
          <p:cNvPr id="13" name="Shape12">
            <a:extLst>
              <a:ext uri="{FF2B5EF4-FFF2-40B4-BE49-F238E27FC236}">
                <a16:creationId xmlns:a16="http://schemas.microsoft.com/office/drawing/2014/main" id="{7FD5242C-3AF6-52AF-350F-89FC030CE3BB}"/>
              </a:ext>
            </a:extLst>
          </p:cNvPr>
          <p:cNvPicPr>
            <a:picLocks/>
          </p:cNvPicPr>
          <p:nvPr>
            <p:custDataLst>
              <p:tags r:id="rId17"/>
            </p:custDataLst>
          </p:nvPr>
        </p:nvPicPr>
        <p:blipFill>
          <a:blip r:embed="rId52">
            <a:extLst>
              <a:ext uri="{96DAC541-7B7A-43D3-8B79-37D633B846F1}">
                <asvg:svgBlip xmlns:asvg="http://schemas.microsoft.com/office/drawing/2016/SVG/main" r:embed="rId53"/>
              </a:ext>
            </a:extLst>
          </a:blip>
          <a:stretch>
            <a:fillRect/>
          </a:stretch>
        </p:blipFill>
        <p:spPr>
          <a:xfrm>
            <a:off x="4536738" y="2184783"/>
            <a:ext cx="378258" cy="378258"/>
          </a:xfrm>
          <a:prstGeom prst="rect">
            <a:avLst/>
          </a:prstGeom>
        </p:spPr>
      </p:pic>
      <p:pic>
        <p:nvPicPr>
          <p:cNvPr id="34" name="Shape13">
            <a:extLst>
              <a:ext uri="{FF2B5EF4-FFF2-40B4-BE49-F238E27FC236}">
                <a16:creationId xmlns:a16="http://schemas.microsoft.com/office/drawing/2014/main" id="{242E3F1D-4B4A-CADF-4B9E-D44B92A69E54}"/>
              </a:ext>
            </a:extLst>
          </p:cNvPr>
          <p:cNvPicPr>
            <a:picLocks/>
          </p:cNvPicPr>
          <p:nvPr>
            <p:custDataLst>
              <p:tags r:id="rId18"/>
            </p:custDataLst>
          </p:nvPr>
        </p:nvPicPr>
        <p:blipFill>
          <a:blip r:embed="rId54">
            <a:extLst>
              <a:ext uri="{96DAC541-7B7A-43D3-8B79-37D633B846F1}">
                <asvg:svgBlip xmlns:asvg="http://schemas.microsoft.com/office/drawing/2016/SVG/main" r:embed="rId55"/>
              </a:ext>
            </a:extLst>
          </a:blip>
          <a:stretch>
            <a:fillRect/>
          </a:stretch>
        </p:blipFill>
        <p:spPr>
          <a:xfrm>
            <a:off x="10053097" y="2207216"/>
            <a:ext cx="334248" cy="333393"/>
          </a:xfrm>
          <a:prstGeom prst="rect">
            <a:avLst/>
          </a:prstGeom>
        </p:spPr>
      </p:pic>
      <p:pic>
        <p:nvPicPr>
          <p:cNvPr id="23" name="Shape14">
            <a:extLst>
              <a:ext uri="{FF2B5EF4-FFF2-40B4-BE49-F238E27FC236}">
                <a16:creationId xmlns:a16="http://schemas.microsoft.com/office/drawing/2014/main" id="{5F2BD9CD-0B83-2127-CAEF-6BB2E014EF5E}"/>
              </a:ext>
            </a:extLst>
          </p:cNvPr>
          <p:cNvPicPr>
            <a:picLocks/>
          </p:cNvPicPr>
          <p:nvPr>
            <p:custDataLst>
              <p:tags r:id="rId19"/>
            </p:custDataLst>
          </p:nvPr>
        </p:nvPicPr>
        <p:blipFill>
          <a:blip r:embed="rId56">
            <a:extLst>
              <a:ext uri="{96DAC541-7B7A-43D3-8B79-37D633B846F1}">
                <asvg:svgBlip xmlns:asvg="http://schemas.microsoft.com/office/drawing/2016/SVG/main" r:embed="rId57"/>
              </a:ext>
            </a:extLst>
          </a:blip>
          <a:stretch>
            <a:fillRect/>
          </a:stretch>
        </p:blipFill>
        <p:spPr>
          <a:xfrm>
            <a:off x="7319365" y="2220233"/>
            <a:ext cx="307358" cy="307358"/>
          </a:xfrm>
          <a:prstGeom prst="rect">
            <a:avLst/>
          </a:prstGeom>
        </p:spPr>
      </p:pic>
      <p:sp>
        <p:nvSpPr>
          <p:cNvPr id="30" name="Shape15"/>
          <p:cNvSpPr/>
          <p:nvPr>
            <p:custDataLst>
              <p:tags r:id="rId20"/>
            </p:custDataLst>
          </p:nvPr>
        </p:nvSpPr>
        <p:spPr>
          <a:xfrm>
            <a:off x="781580" y="6199532"/>
            <a:ext cx="2391543" cy="7426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8" name="Shape16"/>
          <p:cNvSpPr/>
          <p:nvPr>
            <p:custDataLst>
              <p:tags r:id="rId21"/>
            </p:custDataLst>
          </p:nvPr>
        </p:nvSpPr>
        <p:spPr>
          <a:xfrm>
            <a:off x="3541567" y="6199532"/>
            <a:ext cx="2391543" cy="7426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19" name="Shape17"/>
          <p:cNvSpPr/>
          <p:nvPr>
            <p:custDataLst>
              <p:tags r:id="rId22"/>
            </p:custDataLst>
          </p:nvPr>
        </p:nvSpPr>
        <p:spPr>
          <a:xfrm>
            <a:off x="6271074" y="6199532"/>
            <a:ext cx="2391543" cy="7426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120" name="Shape18"/>
          <p:cNvSpPr/>
          <p:nvPr>
            <p:custDataLst>
              <p:tags r:id="rId23"/>
            </p:custDataLst>
          </p:nvPr>
        </p:nvSpPr>
        <p:spPr>
          <a:xfrm>
            <a:off x="9025981" y="6199532"/>
            <a:ext cx="2391543" cy="7426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sp>
        <p:nvSpPr>
          <p:cNvPr id="4" name="Text4"/>
          <p:cNvSpPr txBox="1"/>
          <p:nvPr>
            <p:custDataLst>
              <p:tags r:id="rId24"/>
            </p:custDataLst>
          </p:nvPr>
        </p:nvSpPr>
        <p:spPr>
          <a:xfrm>
            <a:off x="964018" y="4176912"/>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里程碑</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6" name="Text5"/>
          <p:cNvSpPr txBox="1"/>
          <p:nvPr>
            <p:custDataLst>
              <p:tags r:id="rId25"/>
            </p:custDataLst>
          </p:nvPr>
        </p:nvSpPr>
        <p:spPr>
          <a:xfrm>
            <a:off x="964018" y="4652886"/>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起源</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9" name="Text6"/>
          <p:cNvSpPr txBox="1"/>
          <p:nvPr>
            <p:custDataLst>
              <p:tags r:id="rId26"/>
            </p:custDataLst>
          </p:nvPr>
        </p:nvSpPr>
        <p:spPr>
          <a:xfrm>
            <a:off x="964018" y="5128861"/>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关键事件</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15" name="Text7"/>
          <p:cNvSpPr txBox="1"/>
          <p:nvPr>
            <p:custDataLst>
              <p:tags r:id="rId27"/>
            </p:custDataLst>
          </p:nvPr>
        </p:nvSpPr>
        <p:spPr>
          <a:xfrm>
            <a:off x="3728484" y="2809989"/>
            <a:ext cx="1963479" cy="400110"/>
          </a:xfrm>
          <a:prstGeom prst="rect">
            <a:avLst/>
          </a:prstGeom>
          <a:noFill/>
        </p:spPr>
        <p:txBody>
          <a:bodyPr wrap="square" rtlCol="0">
            <a:normAutofit/>
          </a:bodyPr>
          <a:lstStyle/>
          <a:p>
            <a:pPr marL="0" marR="0" lvl="0" indent="0" algn="ctr" defTabSz="914400" rtl="0" eaLnBrk="1" fontAlgn="ctr" latinLnBrk="0" hangingPunct="1">
              <a:spcBef>
                <a:spcPts val="0"/>
              </a:spcBef>
              <a:spcAft>
                <a:spcPts val="0"/>
              </a:spcAft>
              <a:buClrTx/>
              <a:buSzTx/>
              <a:buFontTx/>
              <a:buNone/>
              <a:defRPr/>
            </a:pPr>
            <a:r>
              <a:rPr lang="zh-CN" altLang="en-US" sz="1600" b="1">
                <a:solidFill>
                  <a:schemeClr val="accent1">
                    <a:lumMod val="50000"/>
                  </a:schemeClr>
                </a:solidFill>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rPr>
              <a:t>定义与历史背景</a:t>
            </a:r>
            <a:endParaRPr kumimoji="0" lang="zh-CN" altLang="en-US" sz="1600" b="1"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endParaRPr>
          </a:p>
        </p:txBody>
      </p:sp>
      <p:cxnSp>
        <p:nvCxnSpPr>
          <p:cNvPr id="16" name="Text8"/>
          <p:cNvCxnSpPr/>
          <p:nvPr>
            <p:custDataLst>
              <p:tags r:id="rId28"/>
            </p:custDataLst>
          </p:nvPr>
        </p:nvCxnSpPr>
        <p:spPr>
          <a:xfrm>
            <a:off x="4429111" y="3307374"/>
            <a:ext cx="628087"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18" name="Text9"/>
          <p:cNvSpPr txBox="1"/>
          <p:nvPr>
            <p:custDataLst>
              <p:tags r:id="rId29"/>
            </p:custDataLst>
          </p:nvPr>
        </p:nvSpPr>
        <p:spPr>
          <a:xfrm>
            <a:off x="3728483" y="3700938"/>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人工智能</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19" name="Text10"/>
          <p:cNvSpPr txBox="1"/>
          <p:nvPr>
            <p:custDataLst>
              <p:tags r:id="rId30"/>
            </p:custDataLst>
          </p:nvPr>
        </p:nvSpPr>
        <p:spPr>
          <a:xfrm>
            <a:off x="3728483" y="4176912"/>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由于</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20" name="Text11"/>
          <p:cNvSpPr txBox="1"/>
          <p:nvPr>
            <p:custDataLst>
              <p:tags r:id="rId31"/>
            </p:custDataLst>
          </p:nvPr>
        </p:nvSpPr>
        <p:spPr>
          <a:xfrm>
            <a:off x="3728483" y="4652886"/>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人工智能</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22" name="Text12"/>
          <p:cNvSpPr txBox="1"/>
          <p:nvPr>
            <p:custDataLst>
              <p:tags r:id="rId32"/>
            </p:custDataLst>
          </p:nvPr>
        </p:nvSpPr>
        <p:spPr>
          <a:xfrm>
            <a:off x="3728483" y="5128861"/>
            <a:ext cx="1963479" cy="584775"/>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请提供参照的</a:t>
            </a:r>
            <a:r>
              <a:rPr kumimoji="0" lang="en-US" altLang="zh-CN"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a:t>
            </a: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关键术语解释</a:t>
            </a:r>
            <a:r>
              <a:rPr kumimoji="0" lang="en-US" altLang="zh-CN"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a:t>
            </a: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内容</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24" name="Text13"/>
          <p:cNvSpPr txBox="1"/>
          <p:nvPr>
            <p:custDataLst>
              <p:tags r:id="rId33"/>
            </p:custDataLst>
          </p:nvPr>
        </p:nvSpPr>
        <p:spPr>
          <a:xfrm>
            <a:off x="6485860" y="2809989"/>
            <a:ext cx="1963479" cy="400110"/>
          </a:xfrm>
          <a:prstGeom prst="rect">
            <a:avLst/>
          </a:prstGeom>
          <a:noFill/>
        </p:spPr>
        <p:txBody>
          <a:bodyPr wrap="square" rtlCol="0">
            <a:normAutofit/>
          </a:bodyPr>
          <a:lstStyle/>
          <a:p>
            <a:pPr marL="0" marR="0" lvl="0" indent="0" algn="ctr" defTabSz="914400" rtl="0" eaLnBrk="1" fontAlgn="ctr" latinLnBrk="0" hangingPunct="1">
              <a:spcBef>
                <a:spcPts val="0"/>
              </a:spcBef>
              <a:spcAft>
                <a:spcPts val="0"/>
              </a:spcAft>
              <a:buClrTx/>
              <a:buSzTx/>
              <a:buFontTx/>
              <a:buNone/>
              <a:defRPr/>
            </a:pPr>
            <a:r>
              <a:rPr lang="zh-CN" altLang="en-US" sz="1600" b="1">
                <a:solidFill>
                  <a:schemeClr val="accent1">
                    <a:lumMod val="50000"/>
                  </a:schemeClr>
                </a:solidFill>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rPr>
              <a:t>关键术语解释</a:t>
            </a:r>
            <a:endParaRPr kumimoji="0" lang="zh-CN" altLang="en-US" sz="1600" b="1"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endParaRPr>
          </a:p>
        </p:txBody>
      </p:sp>
      <p:cxnSp>
        <p:nvCxnSpPr>
          <p:cNvPr id="25" name="Text14"/>
          <p:cNvCxnSpPr/>
          <p:nvPr>
            <p:custDataLst>
              <p:tags r:id="rId34"/>
            </p:custDataLst>
          </p:nvPr>
        </p:nvCxnSpPr>
        <p:spPr>
          <a:xfrm>
            <a:off x="7186487" y="3307374"/>
            <a:ext cx="628087"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7" name="Text15"/>
          <p:cNvSpPr txBox="1"/>
          <p:nvPr>
            <p:custDataLst>
              <p:tags r:id="rId35"/>
            </p:custDataLst>
          </p:nvPr>
        </p:nvSpPr>
        <p:spPr>
          <a:xfrm>
            <a:off x="6485859" y="3700938"/>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应用领域</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1" name="Text16"/>
          <p:cNvSpPr txBox="1"/>
          <p:nvPr>
            <p:custDataLst>
              <p:tags r:id="rId36"/>
            </p:custDataLst>
          </p:nvPr>
        </p:nvSpPr>
        <p:spPr>
          <a:xfrm>
            <a:off x="6485859" y="4176912"/>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关键词</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2" name="Text17"/>
          <p:cNvSpPr txBox="1"/>
          <p:nvPr>
            <p:custDataLst>
              <p:tags r:id="rId37"/>
            </p:custDataLst>
          </p:nvPr>
        </p:nvSpPr>
        <p:spPr>
          <a:xfrm>
            <a:off x="6485859" y="4652886"/>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关键词</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3" name="Text18"/>
          <p:cNvSpPr txBox="1"/>
          <p:nvPr>
            <p:custDataLst>
              <p:tags r:id="rId38"/>
            </p:custDataLst>
          </p:nvPr>
        </p:nvSpPr>
        <p:spPr>
          <a:xfrm>
            <a:off x="6485859" y="5128861"/>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应用领域</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5" name="Text19"/>
          <p:cNvSpPr txBox="1"/>
          <p:nvPr>
            <p:custDataLst>
              <p:tags r:id="rId39"/>
            </p:custDataLst>
          </p:nvPr>
        </p:nvSpPr>
        <p:spPr>
          <a:xfrm>
            <a:off x="9214883" y="2809989"/>
            <a:ext cx="1963479" cy="400110"/>
          </a:xfrm>
          <a:prstGeom prst="rect">
            <a:avLst/>
          </a:prstGeom>
          <a:noFill/>
        </p:spPr>
        <p:txBody>
          <a:bodyPr wrap="square" rtlCol="0">
            <a:normAutofit/>
          </a:bodyPr>
          <a:lstStyle/>
          <a:p>
            <a:pPr marL="0" marR="0" lvl="0" indent="0" algn="ctr" defTabSz="914400" rtl="0" eaLnBrk="1" fontAlgn="ctr" latinLnBrk="0" hangingPunct="1">
              <a:spcBef>
                <a:spcPts val="0"/>
              </a:spcBef>
              <a:spcAft>
                <a:spcPts val="0"/>
              </a:spcAft>
              <a:buClrTx/>
              <a:buSzTx/>
              <a:buFontTx/>
              <a:buNone/>
              <a:defRPr/>
            </a:pPr>
            <a:r>
              <a:rPr lang="zh-CN" altLang="en-US" sz="1600" b="1">
                <a:solidFill>
                  <a:schemeClr val="accent1">
                    <a:lumMod val="50000"/>
                  </a:schemeClr>
                </a:solidFill>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rPr>
              <a:t>应用领域</a:t>
            </a:r>
            <a:endParaRPr kumimoji="0" lang="zh-CN" altLang="en-US" sz="1600" b="1"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B" panose="00020600040101010101" pitchFamily="18" charset="-122"/>
              <a:sym typeface="微软雅黑" panose="020B0503020204020204" pitchFamily="34" charset="-122"/>
            </a:endParaRPr>
          </a:p>
        </p:txBody>
      </p:sp>
      <p:cxnSp>
        <p:nvCxnSpPr>
          <p:cNvPr id="36" name="Text20"/>
          <p:cNvCxnSpPr/>
          <p:nvPr>
            <p:custDataLst>
              <p:tags r:id="rId40"/>
            </p:custDataLst>
          </p:nvPr>
        </p:nvCxnSpPr>
        <p:spPr>
          <a:xfrm>
            <a:off x="9915510" y="3307374"/>
            <a:ext cx="628087" cy="0"/>
          </a:xfrm>
          <a:prstGeom prst="line">
            <a:avLst/>
          </a:prstGeom>
          <a:ln w="19050">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37" name="Text21"/>
          <p:cNvSpPr txBox="1"/>
          <p:nvPr>
            <p:custDataLst>
              <p:tags r:id="rId41"/>
            </p:custDataLst>
          </p:nvPr>
        </p:nvSpPr>
        <p:spPr>
          <a:xfrm>
            <a:off x="9214882" y="3700938"/>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持续学习</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8" name="Text22"/>
          <p:cNvSpPr txBox="1"/>
          <p:nvPr>
            <p:custDataLst>
              <p:tags r:id="rId42"/>
            </p:custDataLst>
          </p:nvPr>
        </p:nvSpPr>
        <p:spPr>
          <a:xfrm>
            <a:off x="9214882" y="4176912"/>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技能提升</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9" name="Text23"/>
          <p:cNvSpPr txBox="1"/>
          <p:nvPr>
            <p:custDataLst>
              <p:tags r:id="rId43"/>
            </p:custDataLst>
          </p:nvPr>
        </p:nvSpPr>
        <p:spPr>
          <a:xfrm>
            <a:off x="9214882" y="4652886"/>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实践应用</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40" name="Text24"/>
          <p:cNvSpPr txBox="1"/>
          <p:nvPr>
            <p:custDataLst>
              <p:tags r:id="rId44"/>
            </p:custDataLst>
          </p:nvPr>
        </p:nvSpPr>
        <p:spPr>
          <a:xfrm>
            <a:off x="9214882" y="5128861"/>
            <a:ext cx="1963479" cy="338554"/>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600" b="0" i="0" u="none" strike="noStrike" kern="1200" cap="none" spc="0" normalizeH="0" baseline="0" noProof="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rPr>
              <a:t>学习资源</a:t>
            </a:r>
            <a:endParaRPr kumimoji="0" lang="zh-CN" altLang="en-US" sz="1600" b="0" i="0" u="none" strike="noStrike" kern="1200" cap="none" spc="0" normalizeH="0" baseline="0" noProof="0" dirty="0">
              <a:ln>
                <a:noFill/>
              </a:ln>
              <a:solidFill>
                <a:schemeClr val="accent1">
                  <a:lumMod val="50000"/>
                </a:schemeClr>
              </a:solidFill>
              <a:effectLst/>
              <a:uLnTx/>
              <a:uFillTx/>
              <a:latin typeface="微软雅黑" panose="020B0503020204020204" pitchFamily="34" charset="-122"/>
              <a:ea typeface="微软雅黑" panose="020B0503020204020204" pitchFamily="34" charset="-122"/>
              <a:cs typeface="OPPOSans M" panose="00020600040101010101" pitchFamily="18" charset="-122"/>
              <a:sym typeface="微软雅黑" panose="020B0503020204020204" pitchFamily="34" charset="-122"/>
            </a:endParaRPr>
          </a:p>
        </p:txBody>
      </p:sp>
      <p:sp>
        <p:nvSpPr>
          <p:cNvPr id="3" name="Text25"/>
          <p:cNvSpPr txBox="1"/>
          <p:nvPr>
            <p:custDataLst>
              <p:tags r:id="rId45"/>
            </p:custDataLst>
          </p:nvPr>
        </p:nvSpPr>
        <p:spPr>
          <a:xfrm>
            <a:off x="996524" y="305152"/>
            <a:ext cx="11496384" cy="720348"/>
          </a:xfrm>
          <a:prstGeom prst="rect">
            <a:avLst/>
          </a:prstGeom>
          <a:noFill/>
        </p:spPr>
        <p:txBody>
          <a:bodyPr wrap="square" rtlCol="0" anchor="ctr" anchorCtr="0">
            <a:normAutofit/>
          </a:bodyPr>
          <a:lstStyle/>
          <a:p>
            <a:pPr marL="0" marR="0" lvl="0" indent="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机器学习基础概览</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44" name="Shape19">
            <a:extLst>
              <a:ext uri="{FF2B5EF4-FFF2-40B4-BE49-F238E27FC236}">
                <a16:creationId xmlns:a16="http://schemas.microsoft.com/office/drawing/2014/main" id="{A272C34F-904A-A7A5-8976-023008B9687E}"/>
              </a:ext>
            </a:extLst>
          </p:cNvPr>
          <p:cNvPicPr>
            <a:picLocks/>
          </p:cNvPicPr>
          <p:nvPr>
            <p:custDataLst>
              <p:tags r:id="rId46"/>
            </p:custDataLst>
          </p:nvPr>
        </p:nvPicPr>
        <p:blipFill>
          <a:blip r:embed="rId58">
            <a:extLst>
              <a:ext uri="{96DAC541-7B7A-43D3-8B79-37D633B846F1}">
                <asvg:svgBlip xmlns:asvg="http://schemas.microsoft.com/office/drawing/2016/SVG/main" r:embed="rId59"/>
              </a:ext>
            </a:extLst>
          </a:blip>
          <a:stretch>
            <a:fillRect/>
          </a:stretch>
        </p:blipFill>
        <p:spPr>
          <a:xfrm>
            <a:off x="439248" y="440284"/>
            <a:ext cx="585216" cy="585216"/>
          </a:xfrm>
          <a:prstGeom prst="rect">
            <a:avLst/>
          </a:prstGeom>
        </p:spPr>
      </p:pic>
      <p:sp>
        <p:nvSpPr>
          <p:cNvPr id="45" name="Text25" hidden="1">
            <a:extLst>
              <a:ext uri="{FF2B5EF4-FFF2-40B4-BE49-F238E27FC236}">
                <a16:creationId xmlns:a16="http://schemas.microsoft.com/office/drawing/2014/main" id="{96767060-833F-2819-6A0B-9281D6E8D06C}"/>
              </a:ext>
            </a:extLst>
          </p:cNvPr>
          <p:cNvSpPr txBox="1"/>
          <p:nvPr>
            <p:custDataLst>
              <p:tags r:id="rId47"/>
            </p:custDataLst>
          </p:nvPr>
        </p:nvSpPr>
        <p:spPr>
          <a:xfrm>
            <a:off x="23942384" y="254352"/>
            <a:ext cx="11496384" cy="720348"/>
          </a:xfrm>
          <a:prstGeom prst="rect">
            <a:avLst/>
          </a:prstGeom>
          <a:noFill/>
        </p:spPr>
        <p:txBody>
          <a:bodyPr wrap="square" rtlCol="0" anchor="ctr" anchorCtr="0">
            <a:normAutofit/>
          </a:bodyPr>
          <a:lstStyle/>
          <a:p>
            <a:pPr marL="0" marR="0" lvl="0" indent="0" defTabSz="914400" rtl="0" eaLnBrk="1" fontAlgn="ctr" latinLnBrk="0" hangingPunct="1">
              <a:lnSpc>
                <a:spcPct val="120000"/>
              </a:lnSpc>
              <a:spcBef>
                <a:spcPts val="0"/>
              </a:spcBef>
              <a:spcAft>
                <a:spcPts val="0"/>
              </a:spcAft>
              <a:buClrTx/>
              <a:buSzTx/>
              <a:buFontTx/>
              <a:buNone/>
              <a:defRPr/>
            </a:pPr>
            <a:r>
              <a:rPr lang="zh-CN" altLang="en-US" sz="10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机器学习算法简介</a:t>
            </a:r>
            <a:endParaRPr lang="zh-CN" altLang="en-US" sz="10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Tree>
    <p:custDataLst>
      <p:custData r:id="rId1"/>
      <p:tags r:id="rId2"/>
    </p:custData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withEffect">
                                  <p:stCondLst>
                                    <p:cond delay="64"/>
                                  </p:stCondLst>
                                  <p:childTnLst>
                                    <p:set>
                                      <p:cBhvr>
                                        <p:cTn id="6" dur="1" fill="hold">
                                          <p:stCondLst>
                                            <p:cond delay="0"/>
                                          </p:stCondLst>
                                        </p:cTn>
                                        <p:tgtEl>
                                          <p:spTgt spid="41"/>
                                        </p:tgtEl>
                                        <p:attrNameLst>
                                          <p:attrName>style.visibility</p:attrName>
                                        </p:attrNameLst>
                                      </p:cBhvr>
                                      <p:to>
                                        <p:strVal val="visible"/>
                                      </p:to>
                                    </p:set>
                                    <p:animMotion origin="layout" path="M -1.4357841 0 L 0 0 E" pathEditMode="relative">
                                      <p:cBhvr from="" to="">
                                        <p:cTn id="7" dur="200" fill="hold">
                                          <p:stCondLst>
                                            <p:cond delay="0"/>
                                          </p:stCondLst>
                                        </p:cTn>
                                        <p:tgtEl>
                                          <p:spTgt spid="41"/>
                                        </p:tgtEl>
                                        <p:attrNameLst>
                                          <p:attrName>ppt_x</p:attrName>
                                          <p:attrName>ppt_y</p:attrName>
                                        </p:attrNameLst>
                                      </p:cBhvr>
                                    </p:animMotion>
                                  </p:childTnLst>
                                </p:cTn>
                              </p:par>
                              <p:par>
                                <p:cTn id="8" presetID="0" presetClass="entr" presetSubtype="0" fill="hold" grpId="0" nodeType="withEffect">
                                  <p:stCondLst>
                                    <p:cond delay="27"/>
                                  </p:stCondLst>
                                  <p:childTnLst>
                                    <p:set>
                                      <p:cBhvr>
                                        <p:cTn id="9" dur="1" fill="hold">
                                          <p:stCondLst>
                                            <p:cond delay="0"/>
                                          </p:stCondLst>
                                        </p:cTn>
                                        <p:tgtEl>
                                          <p:spTgt spid="42"/>
                                        </p:tgtEl>
                                        <p:attrNameLst>
                                          <p:attrName>style.visibility</p:attrName>
                                        </p:attrNameLst>
                                      </p:cBhvr>
                                      <p:to>
                                        <p:strVal val="visible"/>
                                      </p:to>
                                    </p:set>
                                    <p:animMotion origin="layout" path="M -1.0561024 0 L 0 0 E" pathEditMode="relative">
                                      <p:cBhvr from="" to="">
                                        <p:cTn id="10" dur="200" fill="hold">
                                          <p:stCondLst>
                                            <p:cond delay="0"/>
                                          </p:stCondLst>
                                        </p:cTn>
                                        <p:tgtEl>
                                          <p:spTgt spid="42"/>
                                        </p:tgtEl>
                                        <p:attrNameLst>
                                          <p:attrName>ppt_x</p:attrName>
                                          <p:attrName>ppt_y</p:attrName>
                                        </p:attrNameLst>
                                      </p:cBhvr>
                                    </p:animMotion>
                                  </p:childTnLst>
                                </p:cTn>
                              </p:par>
                              <p:par>
                                <p:cTn id="11" presetID="0" presetClass="entr" presetSubtype="0" fill="hold" nodeType="withEffect">
                                  <p:stCondLst>
                                    <p:cond delay="0"/>
                                  </p:stCondLst>
                                  <p:childTnLst>
                                    <p:set>
                                      <p:cBhvr>
                                        <p:cTn id="12" dur="1" fill="hold">
                                          <p:stCondLst>
                                            <p:cond delay="0"/>
                                          </p:stCondLst>
                                        </p:cTn>
                                        <p:tgtEl>
                                          <p:spTgt spid="44"/>
                                        </p:tgtEl>
                                        <p:attrNameLst>
                                          <p:attrName>style.visibility</p:attrName>
                                        </p:attrNameLst>
                                      </p:cBhvr>
                                      <p:to>
                                        <p:strVal val="visible"/>
                                      </p:to>
                                    </p:set>
                                    <p:anim to="" calcmode="lin" valueType="num">
                                      <p:cBhvr>
                                        <p:cTn id="13" dur="500" fill="hold">
                                          <p:stCondLst>
                                            <p:cond delay="0"/>
                                          </p:stCondLst>
                                        </p:cTn>
                                        <p:tgtEl>
                                          <p:spTgt spid="44"/>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4" dur="500" fill="hold">
                                          <p:stCondLst>
                                            <p:cond delay="0"/>
                                          </p:stCondLst>
                                        </p:cTn>
                                        <p:tgtEl>
                                          <p:spTgt spid="44"/>
                                        </p:tgtEl>
                                        <p:attrNameLst>
                                          <p:attrName>ppt_y</p:attrName>
                                        </p:attrNameLst>
                                      </p:cBhvr>
                                      <p:tavLst>
                                        <p:tav tm="0" fmla="((floor(#ppt_y-0.5)+ceil(#ppt_y-0.5))*0.5+0.5)+(#ppt_y- ((floor(#ppt_y-0.5)+ceil(#ppt_y-0.5))*0.5+0.5))*$">
                                          <p:val>
                                            <p:strVal val="0"/>
                                          </p:val>
                                        </p:tav>
                                        <p:tav tm="100000">
                                          <p:val>
                                            <p:strVal val="1"/>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288"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p:cTn id="19" dur="500" fill="hold"/>
                                        <p:tgtEl>
                                          <p:spTgt spid="2"/>
                                        </p:tgtEl>
                                        <p:attrNameLst>
                                          <p:attrName>ppt_w</p:attrName>
                                        </p:attrNameLst>
                                      </p:cBhvr>
                                      <p:tavLst>
                                        <p:tav tm="0">
                                          <p:val>
                                            <p:strVal val="4/3*#ppt_w"/>
                                          </p:val>
                                        </p:tav>
                                        <p:tav tm="100000">
                                          <p:val>
                                            <p:strVal val="#ppt_w"/>
                                          </p:val>
                                        </p:tav>
                                      </p:tavLst>
                                    </p:anim>
                                    <p:anim calcmode="lin" valueType="num">
                                      <p:cBhvr>
                                        <p:cTn id="20" dur="500" fill="hold"/>
                                        <p:tgtEl>
                                          <p:spTgt spid="2"/>
                                        </p:tgtEl>
                                        <p:attrNameLst>
                                          <p:attrName>ppt_h</p:attrName>
                                        </p:attrNameLst>
                                      </p:cBhvr>
                                      <p:tavLst>
                                        <p:tav tm="0">
                                          <p:val>
                                            <p:strVal val="4/3*#ppt_h"/>
                                          </p:val>
                                        </p:tav>
                                        <p:tav tm="100000">
                                          <p:val>
                                            <p:strVal val="#ppt_h"/>
                                          </p:val>
                                        </p:tav>
                                      </p:tavLst>
                                    </p:anim>
                                    <p:anim to="" calcmode="lin" valueType="num">
                                      <p:cBhvr>
                                        <p:cTn id="21" dur="500" fill="hold">
                                          <p:stCondLst>
                                            <p:cond delay="0"/>
                                          </p:stCondLst>
                                        </p:cTn>
                                        <p:tgtEl>
                                          <p:spTgt spid="2"/>
                                        </p:tgtEl>
                                        <p:attrNameLst>
                                          <p:attrName>ppt_x</p:attrName>
                                        </p:attrNameLst>
                                      </p:cBhvr>
                                      <p:tavLst>
                                        <p:tav tm="0">
                                          <p:val>
                                            <p:strVal val="#ppt_x+0.338107"/>
                                          </p:val>
                                        </p:tav>
                                        <p:tav tm="100000">
                                          <p:val>
                                            <p:strVal val="#ppt_x+0.338107"/>
                                          </p:val>
                                        </p:tav>
                                      </p:tavLst>
                                    </p:anim>
                                    <p:anim to="" calcmode="lin" valueType="num">
                                      <p:cBhvr>
                                        <p:cTn id="22" dur="500" fill="hold">
                                          <p:stCondLst>
                                            <p:cond delay="0"/>
                                          </p:stCondLst>
                                        </p:cTn>
                                        <p:tgtEl>
                                          <p:spTgt spid="2"/>
                                        </p:tgtEl>
                                        <p:attrNameLst>
                                          <p:attrName>ppt_y</p:attrName>
                                        </p:attrNameLst>
                                      </p:cBhvr>
                                      <p:tavLst>
                                        <p:tav tm="0">
                                          <p:val>
                                            <p:strVal val="#ppt_y+0"/>
                                          </p:val>
                                        </p:tav>
                                        <p:tav tm="100000">
                                          <p:val>
                                            <p:strVal val="#ppt_y+0"/>
                                          </p:val>
                                        </p:tav>
                                      </p:tavLst>
                                    </p:anim>
                                  </p:childTnLst>
                                </p:cTn>
                              </p:par>
                              <p:par>
                                <p:cTn id="23" presetID="23" presetClass="entr" presetSubtype="288" fill="hold" grpId="0" nodeType="withEffect">
                                  <p:stCondLst>
                                    <p:cond delay="0"/>
                                  </p:stCondLst>
                                  <p:childTnLst>
                                    <p:set>
                                      <p:cBhvr>
                                        <p:cTn id="24" dur="1" fill="hold">
                                          <p:stCondLst>
                                            <p:cond delay="0"/>
                                          </p:stCondLst>
                                        </p:cTn>
                                        <p:tgtEl>
                                          <p:spTgt spid="59"/>
                                        </p:tgtEl>
                                        <p:attrNameLst>
                                          <p:attrName>style.visibility</p:attrName>
                                        </p:attrNameLst>
                                      </p:cBhvr>
                                      <p:to>
                                        <p:strVal val="visible"/>
                                      </p:to>
                                    </p:set>
                                    <p:anim calcmode="lin" valueType="num">
                                      <p:cBhvr>
                                        <p:cTn id="25" dur="500" fill="hold"/>
                                        <p:tgtEl>
                                          <p:spTgt spid="59"/>
                                        </p:tgtEl>
                                        <p:attrNameLst>
                                          <p:attrName>ppt_w</p:attrName>
                                        </p:attrNameLst>
                                      </p:cBhvr>
                                      <p:tavLst>
                                        <p:tav tm="0">
                                          <p:val>
                                            <p:strVal val="4/3*#ppt_w"/>
                                          </p:val>
                                        </p:tav>
                                        <p:tav tm="100000">
                                          <p:val>
                                            <p:strVal val="#ppt_w"/>
                                          </p:val>
                                        </p:tav>
                                      </p:tavLst>
                                    </p:anim>
                                    <p:anim calcmode="lin" valueType="num">
                                      <p:cBhvr>
                                        <p:cTn id="26" dur="500" fill="hold"/>
                                        <p:tgtEl>
                                          <p:spTgt spid="59"/>
                                        </p:tgtEl>
                                        <p:attrNameLst>
                                          <p:attrName>ppt_h</p:attrName>
                                        </p:attrNameLst>
                                      </p:cBhvr>
                                      <p:tavLst>
                                        <p:tav tm="0">
                                          <p:val>
                                            <p:strVal val="4/3*#ppt_h"/>
                                          </p:val>
                                        </p:tav>
                                        <p:tav tm="100000">
                                          <p:val>
                                            <p:strVal val="#ppt_h"/>
                                          </p:val>
                                        </p:tav>
                                      </p:tavLst>
                                    </p:anim>
                                    <p:anim to="" calcmode="lin" valueType="num">
                                      <p:cBhvr>
                                        <p:cTn id="27" dur="500" fill="hold">
                                          <p:stCondLst>
                                            <p:cond delay="0"/>
                                          </p:stCondLst>
                                        </p:cTn>
                                        <p:tgtEl>
                                          <p:spTgt spid="59"/>
                                        </p:tgtEl>
                                        <p:attrNameLst>
                                          <p:attrName>ppt_x</p:attrName>
                                        </p:attrNameLst>
                                      </p:cBhvr>
                                      <p:tavLst>
                                        <p:tav tm="0">
                                          <p:val>
                                            <p:strVal val="#ppt_x+0.338107"/>
                                          </p:val>
                                        </p:tav>
                                        <p:tav tm="100000">
                                          <p:val>
                                            <p:strVal val="#ppt_x+0.338107"/>
                                          </p:val>
                                        </p:tav>
                                      </p:tavLst>
                                    </p:anim>
                                    <p:anim to="" calcmode="lin" valueType="num">
                                      <p:cBhvr>
                                        <p:cTn id="28" dur="500" fill="hold">
                                          <p:stCondLst>
                                            <p:cond delay="0"/>
                                          </p:stCondLst>
                                        </p:cTn>
                                        <p:tgtEl>
                                          <p:spTgt spid="59"/>
                                        </p:tgtEl>
                                        <p:attrNameLst>
                                          <p:attrName>ppt_y</p:attrName>
                                        </p:attrNameLst>
                                      </p:cBhvr>
                                      <p:tavLst>
                                        <p:tav tm="0">
                                          <p:val>
                                            <p:strVal val="#ppt_y+0"/>
                                          </p:val>
                                        </p:tav>
                                        <p:tav tm="100000">
                                          <p:val>
                                            <p:strVal val="#ppt_y+0"/>
                                          </p:val>
                                        </p:tav>
                                      </p:tavLst>
                                    </p:anim>
                                  </p:childTnLst>
                                </p:cTn>
                              </p:par>
                              <p:par>
                                <p:cTn id="29" presetID="23" presetClass="entr" presetSubtype="288"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p:cTn id="31" dur="500" fill="hold"/>
                                        <p:tgtEl>
                                          <p:spTgt spid="5"/>
                                        </p:tgtEl>
                                        <p:attrNameLst>
                                          <p:attrName>ppt_w</p:attrName>
                                        </p:attrNameLst>
                                      </p:cBhvr>
                                      <p:tavLst>
                                        <p:tav tm="0">
                                          <p:val>
                                            <p:strVal val="4/3*#ppt_w"/>
                                          </p:val>
                                        </p:tav>
                                        <p:tav tm="100000">
                                          <p:val>
                                            <p:strVal val="#ppt_w"/>
                                          </p:val>
                                        </p:tav>
                                      </p:tavLst>
                                    </p:anim>
                                    <p:anim calcmode="lin" valueType="num">
                                      <p:cBhvr>
                                        <p:cTn id="32" dur="500" fill="hold"/>
                                        <p:tgtEl>
                                          <p:spTgt spid="5"/>
                                        </p:tgtEl>
                                        <p:attrNameLst>
                                          <p:attrName>ppt_h</p:attrName>
                                        </p:attrNameLst>
                                      </p:cBhvr>
                                      <p:tavLst>
                                        <p:tav tm="0">
                                          <p:val>
                                            <p:strVal val="4/3*#ppt_h"/>
                                          </p:val>
                                        </p:tav>
                                        <p:tav tm="100000">
                                          <p:val>
                                            <p:strVal val="#ppt_h"/>
                                          </p:val>
                                        </p:tav>
                                      </p:tavLst>
                                    </p:anim>
                                    <p:anim to="" calcmode="lin" valueType="num">
                                      <p:cBhvr>
                                        <p:cTn id="33" dur="500" fill="hold">
                                          <p:stCondLst>
                                            <p:cond delay="0"/>
                                          </p:stCondLst>
                                        </p:cTn>
                                        <p:tgtEl>
                                          <p:spTgt spid="5"/>
                                        </p:tgtEl>
                                        <p:attrNameLst>
                                          <p:attrName>ppt_x</p:attrName>
                                        </p:attrNameLst>
                                      </p:cBhvr>
                                      <p:tavLst>
                                        <p:tav tm="0">
                                          <p:val>
                                            <p:strVal val="#ppt_x+0.338107"/>
                                          </p:val>
                                        </p:tav>
                                        <p:tav tm="100000">
                                          <p:val>
                                            <p:strVal val="#ppt_x+0.338107"/>
                                          </p:val>
                                        </p:tav>
                                      </p:tavLst>
                                    </p:anim>
                                    <p:anim to="" calcmode="lin" valueType="num">
                                      <p:cBhvr>
                                        <p:cTn id="34" dur="500" fill="hold">
                                          <p:stCondLst>
                                            <p:cond delay="0"/>
                                          </p:stCondLst>
                                        </p:cTn>
                                        <p:tgtEl>
                                          <p:spTgt spid="5"/>
                                        </p:tgtEl>
                                        <p:attrNameLst>
                                          <p:attrName>ppt_y</p:attrName>
                                        </p:attrNameLst>
                                      </p:cBhvr>
                                      <p:tavLst>
                                        <p:tav tm="0">
                                          <p:val>
                                            <p:strVal val="#ppt_y+0"/>
                                          </p:val>
                                        </p:tav>
                                        <p:tav tm="100000">
                                          <p:val>
                                            <p:strVal val="#ppt_y+0"/>
                                          </p:val>
                                        </p:tav>
                                      </p:tavLst>
                                    </p:anim>
                                  </p:childTnLst>
                                </p:cTn>
                              </p:par>
                              <p:par>
                                <p:cTn id="35" presetID="23" presetClass="entr" presetSubtype="288"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p:cTn id="37" dur="500" fill="hold"/>
                                        <p:tgtEl>
                                          <p:spTgt spid="8"/>
                                        </p:tgtEl>
                                        <p:attrNameLst>
                                          <p:attrName>ppt_w</p:attrName>
                                        </p:attrNameLst>
                                      </p:cBhvr>
                                      <p:tavLst>
                                        <p:tav tm="0">
                                          <p:val>
                                            <p:strVal val="4/3*#ppt_w"/>
                                          </p:val>
                                        </p:tav>
                                        <p:tav tm="100000">
                                          <p:val>
                                            <p:strVal val="#ppt_w"/>
                                          </p:val>
                                        </p:tav>
                                      </p:tavLst>
                                    </p:anim>
                                    <p:anim calcmode="lin" valueType="num">
                                      <p:cBhvr>
                                        <p:cTn id="38" dur="500" fill="hold"/>
                                        <p:tgtEl>
                                          <p:spTgt spid="8"/>
                                        </p:tgtEl>
                                        <p:attrNameLst>
                                          <p:attrName>ppt_h</p:attrName>
                                        </p:attrNameLst>
                                      </p:cBhvr>
                                      <p:tavLst>
                                        <p:tav tm="0">
                                          <p:val>
                                            <p:strVal val="4/3*#ppt_h"/>
                                          </p:val>
                                        </p:tav>
                                        <p:tav tm="100000">
                                          <p:val>
                                            <p:strVal val="#ppt_h"/>
                                          </p:val>
                                        </p:tav>
                                      </p:tavLst>
                                    </p:anim>
                                    <p:anim to="" calcmode="lin" valueType="num">
                                      <p:cBhvr>
                                        <p:cTn id="39" dur="500" fill="hold">
                                          <p:stCondLst>
                                            <p:cond delay="0"/>
                                          </p:stCondLst>
                                        </p:cTn>
                                        <p:tgtEl>
                                          <p:spTgt spid="8"/>
                                        </p:tgtEl>
                                        <p:attrNameLst>
                                          <p:attrName>ppt_x</p:attrName>
                                        </p:attrNameLst>
                                      </p:cBhvr>
                                      <p:tavLst>
                                        <p:tav tm="0">
                                          <p:val>
                                            <p:strVal val="#ppt_x+0.338107"/>
                                          </p:val>
                                        </p:tav>
                                        <p:tav tm="100000">
                                          <p:val>
                                            <p:strVal val="#ppt_x+0.338107"/>
                                          </p:val>
                                        </p:tav>
                                      </p:tavLst>
                                    </p:anim>
                                    <p:anim to="" calcmode="lin" valueType="num">
                                      <p:cBhvr>
                                        <p:cTn id="40" dur="500" fill="hold">
                                          <p:stCondLst>
                                            <p:cond delay="0"/>
                                          </p:stCondLst>
                                        </p:cTn>
                                        <p:tgtEl>
                                          <p:spTgt spid="8"/>
                                        </p:tgtEl>
                                        <p:attrNameLst>
                                          <p:attrName>ppt_y</p:attrName>
                                        </p:attrNameLst>
                                      </p:cBhvr>
                                      <p:tavLst>
                                        <p:tav tm="0">
                                          <p:val>
                                            <p:strVal val="#ppt_y+0"/>
                                          </p:val>
                                        </p:tav>
                                        <p:tav tm="100000">
                                          <p:val>
                                            <p:strVal val="#ppt_y+0"/>
                                          </p:val>
                                        </p:tav>
                                      </p:tavLst>
                                    </p:anim>
                                  </p:childTnLst>
                                </p:cTn>
                              </p:par>
                              <p:par>
                                <p:cTn id="41" presetID="23" presetClass="entr" presetSubtype="288"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 calcmode="lin" valueType="num">
                                      <p:cBhvr>
                                        <p:cTn id="43" dur="500" fill="hold"/>
                                        <p:tgtEl>
                                          <p:spTgt spid="10"/>
                                        </p:tgtEl>
                                        <p:attrNameLst>
                                          <p:attrName>ppt_w</p:attrName>
                                        </p:attrNameLst>
                                      </p:cBhvr>
                                      <p:tavLst>
                                        <p:tav tm="0">
                                          <p:val>
                                            <p:strVal val="4/3*#ppt_w"/>
                                          </p:val>
                                        </p:tav>
                                        <p:tav tm="100000">
                                          <p:val>
                                            <p:strVal val="#ppt_w"/>
                                          </p:val>
                                        </p:tav>
                                      </p:tavLst>
                                    </p:anim>
                                    <p:anim calcmode="lin" valueType="num">
                                      <p:cBhvr>
                                        <p:cTn id="44" dur="500" fill="hold"/>
                                        <p:tgtEl>
                                          <p:spTgt spid="10"/>
                                        </p:tgtEl>
                                        <p:attrNameLst>
                                          <p:attrName>ppt_h</p:attrName>
                                        </p:attrNameLst>
                                      </p:cBhvr>
                                      <p:tavLst>
                                        <p:tav tm="0">
                                          <p:val>
                                            <p:strVal val="4/3*#ppt_h"/>
                                          </p:val>
                                        </p:tav>
                                        <p:tav tm="100000">
                                          <p:val>
                                            <p:strVal val="#ppt_h"/>
                                          </p:val>
                                        </p:tav>
                                      </p:tavLst>
                                    </p:anim>
                                    <p:anim to="" calcmode="lin" valueType="num">
                                      <p:cBhvr>
                                        <p:cTn id="45" dur="500" fill="hold">
                                          <p:stCondLst>
                                            <p:cond delay="0"/>
                                          </p:stCondLst>
                                        </p:cTn>
                                        <p:tgtEl>
                                          <p:spTgt spid="10"/>
                                        </p:tgtEl>
                                        <p:attrNameLst>
                                          <p:attrName>ppt_x</p:attrName>
                                        </p:attrNameLst>
                                      </p:cBhvr>
                                      <p:tavLst>
                                        <p:tav tm="0">
                                          <p:val>
                                            <p:strVal val="#ppt_x+0.338107"/>
                                          </p:val>
                                        </p:tav>
                                        <p:tav tm="100000">
                                          <p:val>
                                            <p:strVal val="#ppt_x+0.338107"/>
                                          </p:val>
                                        </p:tav>
                                      </p:tavLst>
                                    </p:anim>
                                    <p:anim to="" calcmode="lin" valueType="num">
                                      <p:cBhvr>
                                        <p:cTn id="46" dur="500" fill="hold">
                                          <p:stCondLst>
                                            <p:cond delay="0"/>
                                          </p:stCondLst>
                                        </p:cTn>
                                        <p:tgtEl>
                                          <p:spTgt spid="10"/>
                                        </p:tgtEl>
                                        <p:attrNameLst>
                                          <p:attrName>ppt_y</p:attrName>
                                        </p:attrNameLst>
                                      </p:cBhvr>
                                      <p:tavLst>
                                        <p:tav tm="0">
                                          <p:val>
                                            <p:strVal val="#ppt_y+0"/>
                                          </p:val>
                                        </p:tav>
                                        <p:tav tm="100000">
                                          <p:val>
                                            <p:strVal val="#ppt_y+0"/>
                                          </p:val>
                                        </p:tav>
                                      </p:tavLst>
                                    </p:anim>
                                  </p:childTnLst>
                                </p:cTn>
                              </p:par>
                              <p:par>
                                <p:cTn id="47" presetID="23" presetClass="entr" presetSubtype="288" fill="hold" nodeType="withEffect">
                                  <p:stCondLst>
                                    <p:cond delay="0"/>
                                  </p:stCondLst>
                                  <p:childTnLst>
                                    <p:set>
                                      <p:cBhvr>
                                        <p:cTn id="48" dur="1" fill="hold">
                                          <p:stCondLst>
                                            <p:cond delay="0"/>
                                          </p:stCondLst>
                                        </p:cTn>
                                        <p:tgtEl>
                                          <p:spTgt spid="11"/>
                                        </p:tgtEl>
                                        <p:attrNameLst>
                                          <p:attrName>style.visibility</p:attrName>
                                        </p:attrNameLst>
                                      </p:cBhvr>
                                      <p:to>
                                        <p:strVal val="visible"/>
                                      </p:to>
                                    </p:set>
                                    <p:anim calcmode="lin" valueType="num">
                                      <p:cBhvr>
                                        <p:cTn id="49" dur="500" fill="hold"/>
                                        <p:tgtEl>
                                          <p:spTgt spid="11"/>
                                        </p:tgtEl>
                                        <p:attrNameLst>
                                          <p:attrName>ppt_w</p:attrName>
                                        </p:attrNameLst>
                                      </p:cBhvr>
                                      <p:tavLst>
                                        <p:tav tm="0">
                                          <p:val>
                                            <p:strVal val="4/3*#ppt_w"/>
                                          </p:val>
                                        </p:tav>
                                        <p:tav tm="100000">
                                          <p:val>
                                            <p:strVal val="#ppt_w"/>
                                          </p:val>
                                        </p:tav>
                                      </p:tavLst>
                                    </p:anim>
                                    <p:anim calcmode="lin" valueType="num">
                                      <p:cBhvr>
                                        <p:cTn id="50" dur="500" fill="hold"/>
                                        <p:tgtEl>
                                          <p:spTgt spid="11"/>
                                        </p:tgtEl>
                                        <p:attrNameLst>
                                          <p:attrName>ppt_h</p:attrName>
                                        </p:attrNameLst>
                                      </p:cBhvr>
                                      <p:tavLst>
                                        <p:tav tm="0">
                                          <p:val>
                                            <p:strVal val="4/3*#ppt_h"/>
                                          </p:val>
                                        </p:tav>
                                        <p:tav tm="100000">
                                          <p:val>
                                            <p:strVal val="#ppt_h"/>
                                          </p:val>
                                        </p:tav>
                                      </p:tavLst>
                                    </p:anim>
                                    <p:anim to="" calcmode="lin" valueType="num">
                                      <p:cBhvr>
                                        <p:cTn id="51" dur="500" fill="hold">
                                          <p:stCondLst>
                                            <p:cond delay="0"/>
                                          </p:stCondLst>
                                        </p:cTn>
                                        <p:tgtEl>
                                          <p:spTgt spid="11"/>
                                        </p:tgtEl>
                                        <p:attrNameLst>
                                          <p:attrName>ppt_x</p:attrName>
                                        </p:attrNameLst>
                                      </p:cBhvr>
                                      <p:tavLst>
                                        <p:tav tm="0">
                                          <p:val>
                                            <p:strVal val="#ppt_x+0.338107"/>
                                          </p:val>
                                        </p:tav>
                                        <p:tav tm="100000">
                                          <p:val>
                                            <p:strVal val="#ppt_x+0.338107"/>
                                          </p:val>
                                        </p:tav>
                                      </p:tavLst>
                                    </p:anim>
                                    <p:anim to="" calcmode="lin" valueType="num">
                                      <p:cBhvr>
                                        <p:cTn id="52" dur="500" fill="hold">
                                          <p:stCondLst>
                                            <p:cond delay="0"/>
                                          </p:stCondLst>
                                        </p:cTn>
                                        <p:tgtEl>
                                          <p:spTgt spid="11"/>
                                        </p:tgtEl>
                                        <p:attrNameLst>
                                          <p:attrName>ppt_y</p:attrName>
                                        </p:attrNameLst>
                                      </p:cBhvr>
                                      <p:tavLst>
                                        <p:tav tm="0">
                                          <p:val>
                                            <p:strVal val="#ppt_y+0"/>
                                          </p:val>
                                        </p:tav>
                                        <p:tav tm="100000">
                                          <p:val>
                                            <p:strVal val="#ppt_y+0"/>
                                          </p:val>
                                        </p:tav>
                                      </p:tavLst>
                                    </p:anim>
                                  </p:childTnLst>
                                </p:cTn>
                              </p:par>
                              <p:par>
                                <p:cTn id="53" presetID="23" presetClass="entr" presetSubtype="288" fill="hold" grpId="0" nodeType="with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p:cTn id="55" dur="500" fill="hold"/>
                                        <p:tgtEl>
                                          <p:spTgt spid="30"/>
                                        </p:tgtEl>
                                        <p:attrNameLst>
                                          <p:attrName>ppt_w</p:attrName>
                                        </p:attrNameLst>
                                      </p:cBhvr>
                                      <p:tavLst>
                                        <p:tav tm="0">
                                          <p:val>
                                            <p:strVal val="4/3*#ppt_w"/>
                                          </p:val>
                                        </p:tav>
                                        <p:tav tm="100000">
                                          <p:val>
                                            <p:strVal val="#ppt_w"/>
                                          </p:val>
                                        </p:tav>
                                      </p:tavLst>
                                    </p:anim>
                                    <p:anim calcmode="lin" valueType="num">
                                      <p:cBhvr>
                                        <p:cTn id="56" dur="500" fill="hold"/>
                                        <p:tgtEl>
                                          <p:spTgt spid="30"/>
                                        </p:tgtEl>
                                        <p:attrNameLst>
                                          <p:attrName>ppt_h</p:attrName>
                                        </p:attrNameLst>
                                      </p:cBhvr>
                                      <p:tavLst>
                                        <p:tav tm="0">
                                          <p:val>
                                            <p:strVal val="4/3*#ppt_h"/>
                                          </p:val>
                                        </p:tav>
                                        <p:tav tm="100000">
                                          <p:val>
                                            <p:strVal val="#ppt_h"/>
                                          </p:val>
                                        </p:tav>
                                      </p:tavLst>
                                    </p:anim>
                                    <p:anim to="" calcmode="lin" valueType="num">
                                      <p:cBhvr>
                                        <p:cTn id="57" dur="500" fill="hold">
                                          <p:stCondLst>
                                            <p:cond delay="0"/>
                                          </p:stCondLst>
                                        </p:cTn>
                                        <p:tgtEl>
                                          <p:spTgt spid="30"/>
                                        </p:tgtEl>
                                        <p:attrNameLst>
                                          <p:attrName>ppt_x</p:attrName>
                                        </p:attrNameLst>
                                      </p:cBhvr>
                                      <p:tavLst>
                                        <p:tav tm="0">
                                          <p:val>
                                            <p:strVal val="#ppt_x+0.338107"/>
                                          </p:val>
                                        </p:tav>
                                        <p:tav tm="100000">
                                          <p:val>
                                            <p:strVal val="#ppt_x+0.338107"/>
                                          </p:val>
                                        </p:tav>
                                      </p:tavLst>
                                    </p:anim>
                                    <p:anim to="" calcmode="lin" valueType="num">
                                      <p:cBhvr>
                                        <p:cTn id="58" dur="500" fill="hold">
                                          <p:stCondLst>
                                            <p:cond delay="0"/>
                                          </p:stCondLst>
                                        </p:cTn>
                                        <p:tgtEl>
                                          <p:spTgt spid="30"/>
                                        </p:tgtEl>
                                        <p:attrNameLst>
                                          <p:attrName>ppt_y</p:attrName>
                                        </p:attrNameLst>
                                      </p:cBhvr>
                                      <p:tavLst>
                                        <p:tav tm="0">
                                          <p:val>
                                            <p:strVal val="#ppt_y+0"/>
                                          </p:val>
                                        </p:tav>
                                        <p:tav tm="100000">
                                          <p:val>
                                            <p:strVal val="#ppt_y+0"/>
                                          </p:val>
                                        </p:tav>
                                      </p:tavLst>
                                    </p:anim>
                                  </p:childTnLst>
                                </p:cTn>
                              </p:par>
                              <p:par>
                                <p:cTn id="59" presetID="23" presetClass="entr" presetSubtype="288" fill="hold" grpId="0" nodeType="with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p:cTn id="61" dur="500" fill="hold"/>
                                        <p:tgtEl>
                                          <p:spTgt spid="4"/>
                                        </p:tgtEl>
                                        <p:attrNameLst>
                                          <p:attrName>ppt_w</p:attrName>
                                        </p:attrNameLst>
                                      </p:cBhvr>
                                      <p:tavLst>
                                        <p:tav tm="0">
                                          <p:val>
                                            <p:strVal val="4/3*#ppt_w"/>
                                          </p:val>
                                        </p:tav>
                                        <p:tav tm="100000">
                                          <p:val>
                                            <p:strVal val="#ppt_w"/>
                                          </p:val>
                                        </p:tav>
                                      </p:tavLst>
                                    </p:anim>
                                    <p:anim calcmode="lin" valueType="num">
                                      <p:cBhvr>
                                        <p:cTn id="62" dur="500" fill="hold"/>
                                        <p:tgtEl>
                                          <p:spTgt spid="4"/>
                                        </p:tgtEl>
                                        <p:attrNameLst>
                                          <p:attrName>ppt_h</p:attrName>
                                        </p:attrNameLst>
                                      </p:cBhvr>
                                      <p:tavLst>
                                        <p:tav tm="0">
                                          <p:val>
                                            <p:strVal val="4/3*#ppt_h"/>
                                          </p:val>
                                        </p:tav>
                                        <p:tav tm="100000">
                                          <p:val>
                                            <p:strVal val="#ppt_h"/>
                                          </p:val>
                                        </p:tav>
                                      </p:tavLst>
                                    </p:anim>
                                    <p:anim to="" calcmode="lin" valueType="num">
                                      <p:cBhvr>
                                        <p:cTn id="63" dur="500" fill="hold">
                                          <p:stCondLst>
                                            <p:cond delay="0"/>
                                          </p:stCondLst>
                                        </p:cTn>
                                        <p:tgtEl>
                                          <p:spTgt spid="4"/>
                                        </p:tgtEl>
                                        <p:attrNameLst>
                                          <p:attrName>ppt_x</p:attrName>
                                        </p:attrNameLst>
                                      </p:cBhvr>
                                      <p:tavLst>
                                        <p:tav tm="0">
                                          <p:val>
                                            <p:strVal val="#ppt_x+0.338107"/>
                                          </p:val>
                                        </p:tav>
                                        <p:tav tm="100000">
                                          <p:val>
                                            <p:strVal val="#ppt_x+0.338107"/>
                                          </p:val>
                                        </p:tav>
                                      </p:tavLst>
                                    </p:anim>
                                    <p:anim to="" calcmode="lin" valueType="num">
                                      <p:cBhvr>
                                        <p:cTn id="64" dur="500" fill="hold">
                                          <p:stCondLst>
                                            <p:cond delay="0"/>
                                          </p:stCondLst>
                                        </p:cTn>
                                        <p:tgtEl>
                                          <p:spTgt spid="4"/>
                                        </p:tgtEl>
                                        <p:attrNameLst>
                                          <p:attrName>ppt_y</p:attrName>
                                        </p:attrNameLst>
                                      </p:cBhvr>
                                      <p:tavLst>
                                        <p:tav tm="0">
                                          <p:val>
                                            <p:strVal val="#ppt_y+0"/>
                                          </p:val>
                                        </p:tav>
                                        <p:tav tm="100000">
                                          <p:val>
                                            <p:strVal val="#ppt_y+0"/>
                                          </p:val>
                                        </p:tav>
                                      </p:tavLst>
                                    </p:anim>
                                  </p:childTnLst>
                                </p:cTn>
                              </p:par>
                              <p:par>
                                <p:cTn id="65" presetID="23" presetClass="entr" presetSubtype="288" fill="hold" grpId="0" nodeType="withEffect">
                                  <p:stCondLst>
                                    <p:cond delay="0"/>
                                  </p:stCondLst>
                                  <p:childTnLst>
                                    <p:set>
                                      <p:cBhvr>
                                        <p:cTn id="66" dur="1" fill="hold">
                                          <p:stCondLst>
                                            <p:cond delay="0"/>
                                          </p:stCondLst>
                                        </p:cTn>
                                        <p:tgtEl>
                                          <p:spTgt spid="6"/>
                                        </p:tgtEl>
                                        <p:attrNameLst>
                                          <p:attrName>style.visibility</p:attrName>
                                        </p:attrNameLst>
                                      </p:cBhvr>
                                      <p:to>
                                        <p:strVal val="visible"/>
                                      </p:to>
                                    </p:set>
                                    <p:anim calcmode="lin" valueType="num">
                                      <p:cBhvr>
                                        <p:cTn id="67" dur="500" fill="hold"/>
                                        <p:tgtEl>
                                          <p:spTgt spid="6"/>
                                        </p:tgtEl>
                                        <p:attrNameLst>
                                          <p:attrName>ppt_w</p:attrName>
                                        </p:attrNameLst>
                                      </p:cBhvr>
                                      <p:tavLst>
                                        <p:tav tm="0">
                                          <p:val>
                                            <p:strVal val="4/3*#ppt_w"/>
                                          </p:val>
                                        </p:tav>
                                        <p:tav tm="100000">
                                          <p:val>
                                            <p:strVal val="#ppt_w"/>
                                          </p:val>
                                        </p:tav>
                                      </p:tavLst>
                                    </p:anim>
                                    <p:anim calcmode="lin" valueType="num">
                                      <p:cBhvr>
                                        <p:cTn id="68" dur="500" fill="hold"/>
                                        <p:tgtEl>
                                          <p:spTgt spid="6"/>
                                        </p:tgtEl>
                                        <p:attrNameLst>
                                          <p:attrName>ppt_h</p:attrName>
                                        </p:attrNameLst>
                                      </p:cBhvr>
                                      <p:tavLst>
                                        <p:tav tm="0">
                                          <p:val>
                                            <p:strVal val="4/3*#ppt_h"/>
                                          </p:val>
                                        </p:tav>
                                        <p:tav tm="100000">
                                          <p:val>
                                            <p:strVal val="#ppt_h"/>
                                          </p:val>
                                        </p:tav>
                                      </p:tavLst>
                                    </p:anim>
                                    <p:anim to="" calcmode="lin" valueType="num">
                                      <p:cBhvr>
                                        <p:cTn id="69" dur="500" fill="hold">
                                          <p:stCondLst>
                                            <p:cond delay="0"/>
                                          </p:stCondLst>
                                        </p:cTn>
                                        <p:tgtEl>
                                          <p:spTgt spid="6"/>
                                        </p:tgtEl>
                                        <p:attrNameLst>
                                          <p:attrName>ppt_x</p:attrName>
                                        </p:attrNameLst>
                                      </p:cBhvr>
                                      <p:tavLst>
                                        <p:tav tm="0">
                                          <p:val>
                                            <p:strVal val="#ppt_x+0.338107"/>
                                          </p:val>
                                        </p:tav>
                                        <p:tav tm="100000">
                                          <p:val>
                                            <p:strVal val="#ppt_x+0.338107"/>
                                          </p:val>
                                        </p:tav>
                                      </p:tavLst>
                                    </p:anim>
                                    <p:anim to="" calcmode="lin" valueType="num">
                                      <p:cBhvr>
                                        <p:cTn id="70" dur="500" fill="hold">
                                          <p:stCondLst>
                                            <p:cond delay="0"/>
                                          </p:stCondLst>
                                        </p:cTn>
                                        <p:tgtEl>
                                          <p:spTgt spid="6"/>
                                        </p:tgtEl>
                                        <p:attrNameLst>
                                          <p:attrName>ppt_y</p:attrName>
                                        </p:attrNameLst>
                                      </p:cBhvr>
                                      <p:tavLst>
                                        <p:tav tm="0">
                                          <p:val>
                                            <p:strVal val="#ppt_y+0"/>
                                          </p:val>
                                        </p:tav>
                                        <p:tav tm="100000">
                                          <p:val>
                                            <p:strVal val="#ppt_y+0"/>
                                          </p:val>
                                        </p:tav>
                                      </p:tavLst>
                                    </p:anim>
                                  </p:childTnLst>
                                </p:cTn>
                              </p:par>
                              <p:par>
                                <p:cTn id="71" presetID="23" presetClass="entr" presetSubtype="288" fill="hold" grpId="0" nodeType="with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p:cTn id="73" dur="500" fill="hold"/>
                                        <p:tgtEl>
                                          <p:spTgt spid="9"/>
                                        </p:tgtEl>
                                        <p:attrNameLst>
                                          <p:attrName>ppt_w</p:attrName>
                                        </p:attrNameLst>
                                      </p:cBhvr>
                                      <p:tavLst>
                                        <p:tav tm="0">
                                          <p:val>
                                            <p:strVal val="4/3*#ppt_w"/>
                                          </p:val>
                                        </p:tav>
                                        <p:tav tm="100000">
                                          <p:val>
                                            <p:strVal val="#ppt_w"/>
                                          </p:val>
                                        </p:tav>
                                      </p:tavLst>
                                    </p:anim>
                                    <p:anim calcmode="lin" valueType="num">
                                      <p:cBhvr>
                                        <p:cTn id="74" dur="500" fill="hold"/>
                                        <p:tgtEl>
                                          <p:spTgt spid="9"/>
                                        </p:tgtEl>
                                        <p:attrNameLst>
                                          <p:attrName>ppt_h</p:attrName>
                                        </p:attrNameLst>
                                      </p:cBhvr>
                                      <p:tavLst>
                                        <p:tav tm="0">
                                          <p:val>
                                            <p:strVal val="4/3*#ppt_h"/>
                                          </p:val>
                                        </p:tav>
                                        <p:tav tm="100000">
                                          <p:val>
                                            <p:strVal val="#ppt_h"/>
                                          </p:val>
                                        </p:tav>
                                      </p:tavLst>
                                    </p:anim>
                                    <p:anim to="" calcmode="lin" valueType="num">
                                      <p:cBhvr>
                                        <p:cTn id="75" dur="500" fill="hold">
                                          <p:stCondLst>
                                            <p:cond delay="0"/>
                                          </p:stCondLst>
                                        </p:cTn>
                                        <p:tgtEl>
                                          <p:spTgt spid="9"/>
                                        </p:tgtEl>
                                        <p:attrNameLst>
                                          <p:attrName>ppt_x</p:attrName>
                                        </p:attrNameLst>
                                      </p:cBhvr>
                                      <p:tavLst>
                                        <p:tav tm="0">
                                          <p:val>
                                            <p:strVal val="#ppt_x+0.338107"/>
                                          </p:val>
                                        </p:tav>
                                        <p:tav tm="100000">
                                          <p:val>
                                            <p:strVal val="#ppt_x+0.338107"/>
                                          </p:val>
                                        </p:tav>
                                      </p:tavLst>
                                    </p:anim>
                                    <p:anim to="" calcmode="lin" valueType="num">
                                      <p:cBhvr>
                                        <p:cTn id="76" dur="500" fill="hold">
                                          <p:stCondLst>
                                            <p:cond delay="0"/>
                                          </p:stCondLst>
                                        </p:cTn>
                                        <p:tgtEl>
                                          <p:spTgt spid="9"/>
                                        </p:tgtEl>
                                        <p:attrNameLst>
                                          <p:attrName>ppt_y</p:attrName>
                                        </p:attrNameLst>
                                      </p:cBhvr>
                                      <p:tavLst>
                                        <p:tav tm="0">
                                          <p:val>
                                            <p:strVal val="#ppt_y+0"/>
                                          </p:val>
                                        </p:tav>
                                        <p:tav tm="100000">
                                          <p:val>
                                            <p:strVal val="#ppt_y+0"/>
                                          </p:val>
                                        </p:tav>
                                      </p:tavLst>
                                    </p:anim>
                                  </p:childTnLst>
                                </p:cTn>
                              </p:par>
                            </p:childTnLst>
                          </p:cTn>
                        </p:par>
                      </p:childTnLst>
                    </p:cTn>
                  </p:par>
                  <p:par>
                    <p:cTn id="77" fill="hold">
                      <p:stCondLst>
                        <p:cond delay="indefinite"/>
                      </p:stCondLst>
                      <p:childTnLst>
                        <p:par>
                          <p:cTn id="78" fill="hold">
                            <p:stCondLst>
                              <p:cond delay="0"/>
                            </p:stCondLst>
                            <p:childTnLst>
                              <p:par>
                                <p:cTn id="79" presetID="23" presetClass="entr" presetSubtype="288" fill="hold" grpId="0" nodeType="clickEffect">
                                  <p:stCondLst>
                                    <p:cond delay="0"/>
                                  </p:stCondLst>
                                  <p:childTnLst>
                                    <p:set>
                                      <p:cBhvr>
                                        <p:cTn id="80" dur="1" fill="hold">
                                          <p:stCondLst>
                                            <p:cond delay="0"/>
                                          </p:stCondLst>
                                        </p:cTn>
                                        <p:tgtEl>
                                          <p:spTgt spid="55"/>
                                        </p:tgtEl>
                                        <p:attrNameLst>
                                          <p:attrName>style.visibility</p:attrName>
                                        </p:attrNameLst>
                                      </p:cBhvr>
                                      <p:to>
                                        <p:strVal val="visible"/>
                                      </p:to>
                                    </p:set>
                                    <p:anim calcmode="lin" valueType="num">
                                      <p:cBhvr>
                                        <p:cTn id="81" dur="500" fill="hold"/>
                                        <p:tgtEl>
                                          <p:spTgt spid="55"/>
                                        </p:tgtEl>
                                        <p:attrNameLst>
                                          <p:attrName>ppt_w</p:attrName>
                                        </p:attrNameLst>
                                      </p:cBhvr>
                                      <p:tavLst>
                                        <p:tav tm="0">
                                          <p:val>
                                            <p:strVal val="4/3*#ppt_w"/>
                                          </p:val>
                                        </p:tav>
                                        <p:tav tm="100000">
                                          <p:val>
                                            <p:strVal val="#ppt_w"/>
                                          </p:val>
                                        </p:tav>
                                      </p:tavLst>
                                    </p:anim>
                                    <p:anim calcmode="lin" valueType="num">
                                      <p:cBhvr>
                                        <p:cTn id="82" dur="500" fill="hold"/>
                                        <p:tgtEl>
                                          <p:spTgt spid="55"/>
                                        </p:tgtEl>
                                        <p:attrNameLst>
                                          <p:attrName>ppt_h</p:attrName>
                                        </p:attrNameLst>
                                      </p:cBhvr>
                                      <p:tavLst>
                                        <p:tav tm="0">
                                          <p:val>
                                            <p:strVal val="4/3*#ppt_h"/>
                                          </p:val>
                                        </p:tav>
                                        <p:tav tm="100000">
                                          <p:val>
                                            <p:strVal val="#ppt_h"/>
                                          </p:val>
                                        </p:tav>
                                      </p:tavLst>
                                    </p:anim>
                                    <p:anim to="" calcmode="lin" valueType="num">
                                      <p:cBhvr>
                                        <p:cTn id="83" dur="500" fill="hold">
                                          <p:stCondLst>
                                            <p:cond delay="0"/>
                                          </p:stCondLst>
                                        </p:cTn>
                                        <p:tgtEl>
                                          <p:spTgt spid="55"/>
                                        </p:tgtEl>
                                        <p:attrNameLst>
                                          <p:attrName>ppt_x</p:attrName>
                                        </p:attrNameLst>
                                      </p:cBhvr>
                                      <p:tavLst>
                                        <p:tav tm="0">
                                          <p:val>
                                            <p:strVal val="#ppt_x+0.22491853"/>
                                          </p:val>
                                        </p:tav>
                                        <p:tav tm="100000">
                                          <p:val>
                                            <p:strVal val="#ppt_x+0.22491853"/>
                                          </p:val>
                                        </p:tav>
                                      </p:tavLst>
                                    </p:anim>
                                    <p:anim to="" calcmode="lin" valueType="num">
                                      <p:cBhvr>
                                        <p:cTn id="84" dur="500" fill="hold">
                                          <p:stCondLst>
                                            <p:cond delay="0"/>
                                          </p:stCondLst>
                                        </p:cTn>
                                        <p:tgtEl>
                                          <p:spTgt spid="55"/>
                                        </p:tgtEl>
                                        <p:attrNameLst>
                                          <p:attrName>ppt_y</p:attrName>
                                        </p:attrNameLst>
                                      </p:cBhvr>
                                      <p:tavLst>
                                        <p:tav tm="0">
                                          <p:val>
                                            <p:strVal val="#ppt_y+0"/>
                                          </p:val>
                                        </p:tav>
                                        <p:tav tm="100000">
                                          <p:val>
                                            <p:strVal val="#ppt_y+0"/>
                                          </p:val>
                                        </p:tav>
                                      </p:tavLst>
                                    </p:anim>
                                  </p:childTnLst>
                                </p:cTn>
                              </p:par>
                              <p:par>
                                <p:cTn id="85" presetID="23" presetClass="entr" presetSubtype="288" fill="hold" grpId="0" nodeType="withEffect">
                                  <p:stCondLst>
                                    <p:cond delay="0"/>
                                  </p:stCondLst>
                                  <p:childTnLst>
                                    <p:set>
                                      <p:cBhvr>
                                        <p:cTn id="86" dur="1" fill="hold">
                                          <p:stCondLst>
                                            <p:cond delay="0"/>
                                          </p:stCondLst>
                                        </p:cTn>
                                        <p:tgtEl>
                                          <p:spTgt spid="77"/>
                                        </p:tgtEl>
                                        <p:attrNameLst>
                                          <p:attrName>style.visibility</p:attrName>
                                        </p:attrNameLst>
                                      </p:cBhvr>
                                      <p:to>
                                        <p:strVal val="visible"/>
                                      </p:to>
                                    </p:set>
                                    <p:anim calcmode="lin" valueType="num">
                                      <p:cBhvr>
                                        <p:cTn id="87" dur="500" fill="hold"/>
                                        <p:tgtEl>
                                          <p:spTgt spid="77"/>
                                        </p:tgtEl>
                                        <p:attrNameLst>
                                          <p:attrName>ppt_w</p:attrName>
                                        </p:attrNameLst>
                                      </p:cBhvr>
                                      <p:tavLst>
                                        <p:tav tm="0">
                                          <p:val>
                                            <p:strVal val="4/3*#ppt_w"/>
                                          </p:val>
                                        </p:tav>
                                        <p:tav tm="100000">
                                          <p:val>
                                            <p:strVal val="#ppt_w"/>
                                          </p:val>
                                        </p:tav>
                                      </p:tavLst>
                                    </p:anim>
                                    <p:anim calcmode="lin" valueType="num">
                                      <p:cBhvr>
                                        <p:cTn id="88" dur="500" fill="hold"/>
                                        <p:tgtEl>
                                          <p:spTgt spid="77"/>
                                        </p:tgtEl>
                                        <p:attrNameLst>
                                          <p:attrName>ppt_h</p:attrName>
                                        </p:attrNameLst>
                                      </p:cBhvr>
                                      <p:tavLst>
                                        <p:tav tm="0">
                                          <p:val>
                                            <p:strVal val="4/3*#ppt_h"/>
                                          </p:val>
                                        </p:tav>
                                        <p:tav tm="100000">
                                          <p:val>
                                            <p:strVal val="#ppt_h"/>
                                          </p:val>
                                        </p:tav>
                                      </p:tavLst>
                                    </p:anim>
                                    <p:anim to="" calcmode="lin" valueType="num">
                                      <p:cBhvr>
                                        <p:cTn id="89" dur="500" fill="hold">
                                          <p:stCondLst>
                                            <p:cond delay="0"/>
                                          </p:stCondLst>
                                        </p:cTn>
                                        <p:tgtEl>
                                          <p:spTgt spid="77"/>
                                        </p:tgtEl>
                                        <p:attrNameLst>
                                          <p:attrName>ppt_x</p:attrName>
                                        </p:attrNameLst>
                                      </p:cBhvr>
                                      <p:tavLst>
                                        <p:tav tm="0">
                                          <p:val>
                                            <p:strVal val="#ppt_x+0.22491853"/>
                                          </p:val>
                                        </p:tav>
                                        <p:tav tm="100000">
                                          <p:val>
                                            <p:strVal val="#ppt_x+0.22491853"/>
                                          </p:val>
                                        </p:tav>
                                      </p:tavLst>
                                    </p:anim>
                                    <p:anim to="" calcmode="lin" valueType="num">
                                      <p:cBhvr>
                                        <p:cTn id="90" dur="500" fill="hold">
                                          <p:stCondLst>
                                            <p:cond delay="0"/>
                                          </p:stCondLst>
                                        </p:cTn>
                                        <p:tgtEl>
                                          <p:spTgt spid="77"/>
                                        </p:tgtEl>
                                        <p:attrNameLst>
                                          <p:attrName>ppt_y</p:attrName>
                                        </p:attrNameLst>
                                      </p:cBhvr>
                                      <p:tavLst>
                                        <p:tav tm="0">
                                          <p:val>
                                            <p:strVal val="#ppt_y+0"/>
                                          </p:val>
                                        </p:tav>
                                        <p:tav tm="100000">
                                          <p:val>
                                            <p:strVal val="#ppt_y+0"/>
                                          </p:val>
                                        </p:tav>
                                      </p:tavLst>
                                    </p:anim>
                                  </p:childTnLst>
                                </p:cTn>
                              </p:par>
                              <p:par>
                                <p:cTn id="91" presetID="23" presetClass="entr" presetSubtype="288" fill="hold" nodeType="withEffect">
                                  <p:stCondLst>
                                    <p:cond delay="0"/>
                                  </p:stCondLst>
                                  <p:childTnLst>
                                    <p:set>
                                      <p:cBhvr>
                                        <p:cTn id="92" dur="1" fill="hold">
                                          <p:stCondLst>
                                            <p:cond delay="0"/>
                                          </p:stCondLst>
                                        </p:cTn>
                                        <p:tgtEl>
                                          <p:spTgt spid="13"/>
                                        </p:tgtEl>
                                        <p:attrNameLst>
                                          <p:attrName>style.visibility</p:attrName>
                                        </p:attrNameLst>
                                      </p:cBhvr>
                                      <p:to>
                                        <p:strVal val="visible"/>
                                      </p:to>
                                    </p:set>
                                    <p:anim calcmode="lin" valueType="num">
                                      <p:cBhvr>
                                        <p:cTn id="93" dur="500" fill="hold"/>
                                        <p:tgtEl>
                                          <p:spTgt spid="13"/>
                                        </p:tgtEl>
                                        <p:attrNameLst>
                                          <p:attrName>ppt_w</p:attrName>
                                        </p:attrNameLst>
                                      </p:cBhvr>
                                      <p:tavLst>
                                        <p:tav tm="0">
                                          <p:val>
                                            <p:strVal val="4/3*#ppt_w"/>
                                          </p:val>
                                        </p:tav>
                                        <p:tav tm="100000">
                                          <p:val>
                                            <p:strVal val="#ppt_w"/>
                                          </p:val>
                                        </p:tav>
                                      </p:tavLst>
                                    </p:anim>
                                    <p:anim calcmode="lin" valueType="num">
                                      <p:cBhvr>
                                        <p:cTn id="94" dur="500" fill="hold"/>
                                        <p:tgtEl>
                                          <p:spTgt spid="13"/>
                                        </p:tgtEl>
                                        <p:attrNameLst>
                                          <p:attrName>ppt_h</p:attrName>
                                        </p:attrNameLst>
                                      </p:cBhvr>
                                      <p:tavLst>
                                        <p:tav tm="0">
                                          <p:val>
                                            <p:strVal val="4/3*#ppt_h"/>
                                          </p:val>
                                        </p:tav>
                                        <p:tav tm="100000">
                                          <p:val>
                                            <p:strVal val="#ppt_h"/>
                                          </p:val>
                                        </p:tav>
                                      </p:tavLst>
                                    </p:anim>
                                    <p:anim to="" calcmode="lin" valueType="num">
                                      <p:cBhvr>
                                        <p:cTn id="95" dur="500" fill="hold">
                                          <p:stCondLst>
                                            <p:cond delay="0"/>
                                          </p:stCondLst>
                                        </p:cTn>
                                        <p:tgtEl>
                                          <p:spTgt spid="13"/>
                                        </p:tgtEl>
                                        <p:attrNameLst>
                                          <p:attrName>ppt_x</p:attrName>
                                        </p:attrNameLst>
                                      </p:cBhvr>
                                      <p:tavLst>
                                        <p:tav tm="0">
                                          <p:val>
                                            <p:strVal val="#ppt_x+0.22491859"/>
                                          </p:val>
                                        </p:tav>
                                        <p:tav tm="100000">
                                          <p:val>
                                            <p:strVal val="#ppt_x+0.22491859"/>
                                          </p:val>
                                        </p:tav>
                                      </p:tavLst>
                                    </p:anim>
                                    <p:anim to="" calcmode="lin" valueType="num">
                                      <p:cBhvr>
                                        <p:cTn id="96" dur="500" fill="hold">
                                          <p:stCondLst>
                                            <p:cond delay="0"/>
                                          </p:stCondLst>
                                        </p:cTn>
                                        <p:tgtEl>
                                          <p:spTgt spid="13"/>
                                        </p:tgtEl>
                                        <p:attrNameLst>
                                          <p:attrName>ppt_y</p:attrName>
                                        </p:attrNameLst>
                                      </p:cBhvr>
                                      <p:tavLst>
                                        <p:tav tm="0">
                                          <p:val>
                                            <p:strVal val="#ppt_y+0"/>
                                          </p:val>
                                        </p:tav>
                                        <p:tav tm="100000">
                                          <p:val>
                                            <p:strVal val="#ppt_y+0"/>
                                          </p:val>
                                        </p:tav>
                                      </p:tavLst>
                                    </p:anim>
                                  </p:childTnLst>
                                </p:cTn>
                              </p:par>
                              <p:par>
                                <p:cTn id="97" presetID="23" presetClass="entr" presetSubtype="288" fill="hold" grpId="0" nodeType="withEffect">
                                  <p:stCondLst>
                                    <p:cond delay="0"/>
                                  </p:stCondLst>
                                  <p:childTnLst>
                                    <p:set>
                                      <p:cBhvr>
                                        <p:cTn id="98" dur="1" fill="hold">
                                          <p:stCondLst>
                                            <p:cond delay="0"/>
                                          </p:stCondLst>
                                        </p:cTn>
                                        <p:tgtEl>
                                          <p:spTgt spid="118"/>
                                        </p:tgtEl>
                                        <p:attrNameLst>
                                          <p:attrName>style.visibility</p:attrName>
                                        </p:attrNameLst>
                                      </p:cBhvr>
                                      <p:to>
                                        <p:strVal val="visible"/>
                                      </p:to>
                                    </p:set>
                                    <p:anim calcmode="lin" valueType="num">
                                      <p:cBhvr>
                                        <p:cTn id="99" dur="500" fill="hold"/>
                                        <p:tgtEl>
                                          <p:spTgt spid="118"/>
                                        </p:tgtEl>
                                        <p:attrNameLst>
                                          <p:attrName>ppt_w</p:attrName>
                                        </p:attrNameLst>
                                      </p:cBhvr>
                                      <p:tavLst>
                                        <p:tav tm="0">
                                          <p:val>
                                            <p:strVal val="4/3*#ppt_w"/>
                                          </p:val>
                                        </p:tav>
                                        <p:tav tm="100000">
                                          <p:val>
                                            <p:strVal val="#ppt_w"/>
                                          </p:val>
                                        </p:tav>
                                      </p:tavLst>
                                    </p:anim>
                                    <p:anim calcmode="lin" valueType="num">
                                      <p:cBhvr>
                                        <p:cTn id="100" dur="500" fill="hold"/>
                                        <p:tgtEl>
                                          <p:spTgt spid="118"/>
                                        </p:tgtEl>
                                        <p:attrNameLst>
                                          <p:attrName>ppt_h</p:attrName>
                                        </p:attrNameLst>
                                      </p:cBhvr>
                                      <p:tavLst>
                                        <p:tav tm="0">
                                          <p:val>
                                            <p:strVal val="4/3*#ppt_h"/>
                                          </p:val>
                                        </p:tav>
                                        <p:tav tm="100000">
                                          <p:val>
                                            <p:strVal val="#ppt_h"/>
                                          </p:val>
                                        </p:tav>
                                      </p:tavLst>
                                    </p:anim>
                                    <p:anim to="" calcmode="lin" valueType="num">
                                      <p:cBhvr>
                                        <p:cTn id="101" dur="500" fill="hold">
                                          <p:stCondLst>
                                            <p:cond delay="0"/>
                                          </p:stCondLst>
                                        </p:cTn>
                                        <p:tgtEl>
                                          <p:spTgt spid="118"/>
                                        </p:tgtEl>
                                        <p:attrNameLst>
                                          <p:attrName>ppt_x</p:attrName>
                                        </p:attrNameLst>
                                      </p:cBhvr>
                                      <p:tavLst>
                                        <p:tav tm="0">
                                          <p:val>
                                            <p:strVal val="#ppt_x+0.22491856"/>
                                          </p:val>
                                        </p:tav>
                                        <p:tav tm="100000">
                                          <p:val>
                                            <p:strVal val="#ppt_x+0.22491856"/>
                                          </p:val>
                                        </p:tav>
                                      </p:tavLst>
                                    </p:anim>
                                    <p:anim to="" calcmode="lin" valueType="num">
                                      <p:cBhvr>
                                        <p:cTn id="102" dur="500" fill="hold">
                                          <p:stCondLst>
                                            <p:cond delay="0"/>
                                          </p:stCondLst>
                                        </p:cTn>
                                        <p:tgtEl>
                                          <p:spTgt spid="118"/>
                                        </p:tgtEl>
                                        <p:attrNameLst>
                                          <p:attrName>ppt_y</p:attrName>
                                        </p:attrNameLst>
                                      </p:cBhvr>
                                      <p:tavLst>
                                        <p:tav tm="0">
                                          <p:val>
                                            <p:strVal val="#ppt_y+0"/>
                                          </p:val>
                                        </p:tav>
                                        <p:tav tm="100000">
                                          <p:val>
                                            <p:strVal val="#ppt_y+0"/>
                                          </p:val>
                                        </p:tav>
                                      </p:tavLst>
                                    </p:anim>
                                  </p:childTnLst>
                                </p:cTn>
                              </p:par>
                              <p:par>
                                <p:cTn id="103" presetID="23" presetClass="entr" presetSubtype="288" fill="hold" grpId="0" nodeType="withEffect">
                                  <p:stCondLst>
                                    <p:cond delay="0"/>
                                  </p:stCondLst>
                                  <p:childTnLst>
                                    <p:set>
                                      <p:cBhvr>
                                        <p:cTn id="104" dur="1" fill="hold">
                                          <p:stCondLst>
                                            <p:cond delay="0"/>
                                          </p:stCondLst>
                                        </p:cTn>
                                        <p:tgtEl>
                                          <p:spTgt spid="15"/>
                                        </p:tgtEl>
                                        <p:attrNameLst>
                                          <p:attrName>style.visibility</p:attrName>
                                        </p:attrNameLst>
                                      </p:cBhvr>
                                      <p:to>
                                        <p:strVal val="visible"/>
                                      </p:to>
                                    </p:set>
                                    <p:anim calcmode="lin" valueType="num">
                                      <p:cBhvr>
                                        <p:cTn id="105" dur="500" fill="hold"/>
                                        <p:tgtEl>
                                          <p:spTgt spid="15"/>
                                        </p:tgtEl>
                                        <p:attrNameLst>
                                          <p:attrName>ppt_w</p:attrName>
                                        </p:attrNameLst>
                                      </p:cBhvr>
                                      <p:tavLst>
                                        <p:tav tm="0">
                                          <p:val>
                                            <p:strVal val="4/3*#ppt_w"/>
                                          </p:val>
                                        </p:tav>
                                        <p:tav tm="100000">
                                          <p:val>
                                            <p:strVal val="#ppt_w"/>
                                          </p:val>
                                        </p:tav>
                                      </p:tavLst>
                                    </p:anim>
                                    <p:anim calcmode="lin" valueType="num">
                                      <p:cBhvr>
                                        <p:cTn id="106" dur="500" fill="hold"/>
                                        <p:tgtEl>
                                          <p:spTgt spid="15"/>
                                        </p:tgtEl>
                                        <p:attrNameLst>
                                          <p:attrName>ppt_h</p:attrName>
                                        </p:attrNameLst>
                                      </p:cBhvr>
                                      <p:tavLst>
                                        <p:tav tm="0">
                                          <p:val>
                                            <p:strVal val="4/3*#ppt_h"/>
                                          </p:val>
                                        </p:tav>
                                        <p:tav tm="100000">
                                          <p:val>
                                            <p:strVal val="#ppt_h"/>
                                          </p:val>
                                        </p:tav>
                                      </p:tavLst>
                                    </p:anim>
                                    <p:anim to="" calcmode="lin" valueType="num">
                                      <p:cBhvr>
                                        <p:cTn id="107" dur="500" fill="hold">
                                          <p:stCondLst>
                                            <p:cond delay="0"/>
                                          </p:stCondLst>
                                        </p:cTn>
                                        <p:tgtEl>
                                          <p:spTgt spid="15"/>
                                        </p:tgtEl>
                                        <p:attrNameLst>
                                          <p:attrName>ppt_x</p:attrName>
                                        </p:attrNameLst>
                                      </p:cBhvr>
                                      <p:tavLst>
                                        <p:tav tm="0">
                                          <p:val>
                                            <p:strVal val="#ppt_x+0.22491856"/>
                                          </p:val>
                                        </p:tav>
                                        <p:tav tm="100000">
                                          <p:val>
                                            <p:strVal val="#ppt_x+0.22491856"/>
                                          </p:val>
                                        </p:tav>
                                      </p:tavLst>
                                    </p:anim>
                                    <p:anim to="" calcmode="lin" valueType="num">
                                      <p:cBhvr>
                                        <p:cTn id="108" dur="500" fill="hold">
                                          <p:stCondLst>
                                            <p:cond delay="0"/>
                                          </p:stCondLst>
                                        </p:cTn>
                                        <p:tgtEl>
                                          <p:spTgt spid="15"/>
                                        </p:tgtEl>
                                        <p:attrNameLst>
                                          <p:attrName>ppt_y</p:attrName>
                                        </p:attrNameLst>
                                      </p:cBhvr>
                                      <p:tavLst>
                                        <p:tav tm="0">
                                          <p:val>
                                            <p:strVal val="#ppt_y+0"/>
                                          </p:val>
                                        </p:tav>
                                        <p:tav tm="100000">
                                          <p:val>
                                            <p:strVal val="#ppt_y+0"/>
                                          </p:val>
                                        </p:tav>
                                      </p:tavLst>
                                    </p:anim>
                                  </p:childTnLst>
                                </p:cTn>
                              </p:par>
                              <p:par>
                                <p:cTn id="109" presetID="23" presetClass="entr" presetSubtype="288" fill="hold" nodeType="withEffect">
                                  <p:stCondLst>
                                    <p:cond delay="0"/>
                                  </p:stCondLst>
                                  <p:childTnLst>
                                    <p:set>
                                      <p:cBhvr>
                                        <p:cTn id="110" dur="1" fill="hold">
                                          <p:stCondLst>
                                            <p:cond delay="0"/>
                                          </p:stCondLst>
                                        </p:cTn>
                                        <p:tgtEl>
                                          <p:spTgt spid="16"/>
                                        </p:tgtEl>
                                        <p:attrNameLst>
                                          <p:attrName>style.visibility</p:attrName>
                                        </p:attrNameLst>
                                      </p:cBhvr>
                                      <p:to>
                                        <p:strVal val="visible"/>
                                      </p:to>
                                    </p:set>
                                    <p:anim calcmode="lin" valueType="num">
                                      <p:cBhvr>
                                        <p:cTn id="111" dur="500" fill="hold"/>
                                        <p:tgtEl>
                                          <p:spTgt spid="16"/>
                                        </p:tgtEl>
                                        <p:attrNameLst>
                                          <p:attrName>ppt_w</p:attrName>
                                        </p:attrNameLst>
                                      </p:cBhvr>
                                      <p:tavLst>
                                        <p:tav tm="0">
                                          <p:val>
                                            <p:strVal val="4/3*#ppt_w"/>
                                          </p:val>
                                        </p:tav>
                                        <p:tav tm="100000">
                                          <p:val>
                                            <p:strVal val="#ppt_w"/>
                                          </p:val>
                                        </p:tav>
                                      </p:tavLst>
                                    </p:anim>
                                    <p:anim calcmode="lin" valueType="num">
                                      <p:cBhvr>
                                        <p:cTn id="112" dur="500" fill="hold"/>
                                        <p:tgtEl>
                                          <p:spTgt spid="16"/>
                                        </p:tgtEl>
                                        <p:attrNameLst>
                                          <p:attrName>ppt_h</p:attrName>
                                        </p:attrNameLst>
                                      </p:cBhvr>
                                      <p:tavLst>
                                        <p:tav tm="0">
                                          <p:val>
                                            <p:strVal val="4/3*#ppt_h"/>
                                          </p:val>
                                        </p:tav>
                                        <p:tav tm="100000">
                                          <p:val>
                                            <p:strVal val="#ppt_h"/>
                                          </p:val>
                                        </p:tav>
                                      </p:tavLst>
                                    </p:anim>
                                    <p:anim to="" calcmode="lin" valueType="num">
                                      <p:cBhvr>
                                        <p:cTn id="113" dur="500" fill="hold">
                                          <p:stCondLst>
                                            <p:cond delay="0"/>
                                          </p:stCondLst>
                                        </p:cTn>
                                        <p:tgtEl>
                                          <p:spTgt spid="16"/>
                                        </p:tgtEl>
                                        <p:attrNameLst>
                                          <p:attrName>ppt_x</p:attrName>
                                        </p:attrNameLst>
                                      </p:cBhvr>
                                      <p:tavLst>
                                        <p:tav tm="0">
                                          <p:val>
                                            <p:strVal val="#ppt_x+0.22491856"/>
                                          </p:val>
                                        </p:tav>
                                        <p:tav tm="100000">
                                          <p:val>
                                            <p:strVal val="#ppt_x+0.22491856"/>
                                          </p:val>
                                        </p:tav>
                                      </p:tavLst>
                                    </p:anim>
                                    <p:anim to="" calcmode="lin" valueType="num">
                                      <p:cBhvr>
                                        <p:cTn id="114" dur="500" fill="hold">
                                          <p:stCondLst>
                                            <p:cond delay="0"/>
                                          </p:stCondLst>
                                        </p:cTn>
                                        <p:tgtEl>
                                          <p:spTgt spid="16"/>
                                        </p:tgtEl>
                                        <p:attrNameLst>
                                          <p:attrName>ppt_y</p:attrName>
                                        </p:attrNameLst>
                                      </p:cBhvr>
                                      <p:tavLst>
                                        <p:tav tm="0">
                                          <p:val>
                                            <p:strVal val="#ppt_y+0"/>
                                          </p:val>
                                        </p:tav>
                                        <p:tav tm="100000">
                                          <p:val>
                                            <p:strVal val="#ppt_y+0"/>
                                          </p:val>
                                        </p:tav>
                                      </p:tavLst>
                                    </p:anim>
                                  </p:childTnLst>
                                </p:cTn>
                              </p:par>
                              <p:par>
                                <p:cTn id="115" presetID="23" presetClass="entr" presetSubtype="288" fill="hold" grpId="0" nodeType="withEffect">
                                  <p:stCondLst>
                                    <p:cond delay="0"/>
                                  </p:stCondLst>
                                  <p:childTnLst>
                                    <p:set>
                                      <p:cBhvr>
                                        <p:cTn id="116" dur="1" fill="hold">
                                          <p:stCondLst>
                                            <p:cond delay="0"/>
                                          </p:stCondLst>
                                        </p:cTn>
                                        <p:tgtEl>
                                          <p:spTgt spid="18"/>
                                        </p:tgtEl>
                                        <p:attrNameLst>
                                          <p:attrName>style.visibility</p:attrName>
                                        </p:attrNameLst>
                                      </p:cBhvr>
                                      <p:to>
                                        <p:strVal val="visible"/>
                                      </p:to>
                                    </p:set>
                                    <p:anim calcmode="lin" valueType="num">
                                      <p:cBhvr>
                                        <p:cTn id="117" dur="500" fill="hold"/>
                                        <p:tgtEl>
                                          <p:spTgt spid="18"/>
                                        </p:tgtEl>
                                        <p:attrNameLst>
                                          <p:attrName>ppt_w</p:attrName>
                                        </p:attrNameLst>
                                      </p:cBhvr>
                                      <p:tavLst>
                                        <p:tav tm="0">
                                          <p:val>
                                            <p:strVal val="4/3*#ppt_w"/>
                                          </p:val>
                                        </p:tav>
                                        <p:tav tm="100000">
                                          <p:val>
                                            <p:strVal val="#ppt_w"/>
                                          </p:val>
                                        </p:tav>
                                      </p:tavLst>
                                    </p:anim>
                                    <p:anim calcmode="lin" valueType="num">
                                      <p:cBhvr>
                                        <p:cTn id="118" dur="500" fill="hold"/>
                                        <p:tgtEl>
                                          <p:spTgt spid="18"/>
                                        </p:tgtEl>
                                        <p:attrNameLst>
                                          <p:attrName>ppt_h</p:attrName>
                                        </p:attrNameLst>
                                      </p:cBhvr>
                                      <p:tavLst>
                                        <p:tav tm="0">
                                          <p:val>
                                            <p:strVal val="4/3*#ppt_h"/>
                                          </p:val>
                                        </p:tav>
                                        <p:tav tm="100000">
                                          <p:val>
                                            <p:strVal val="#ppt_h"/>
                                          </p:val>
                                        </p:tav>
                                      </p:tavLst>
                                    </p:anim>
                                    <p:anim to="" calcmode="lin" valueType="num">
                                      <p:cBhvr>
                                        <p:cTn id="119" dur="500" fill="hold">
                                          <p:stCondLst>
                                            <p:cond delay="0"/>
                                          </p:stCondLst>
                                        </p:cTn>
                                        <p:tgtEl>
                                          <p:spTgt spid="18"/>
                                        </p:tgtEl>
                                        <p:attrNameLst>
                                          <p:attrName>ppt_x</p:attrName>
                                        </p:attrNameLst>
                                      </p:cBhvr>
                                      <p:tavLst>
                                        <p:tav tm="0">
                                          <p:val>
                                            <p:strVal val="#ppt_x+0.22491856"/>
                                          </p:val>
                                        </p:tav>
                                        <p:tav tm="100000">
                                          <p:val>
                                            <p:strVal val="#ppt_x+0.22491856"/>
                                          </p:val>
                                        </p:tav>
                                      </p:tavLst>
                                    </p:anim>
                                    <p:anim to="" calcmode="lin" valueType="num">
                                      <p:cBhvr>
                                        <p:cTn id="120" dur="500" fill="hold">
                                          <p:stCondLst>
                                            <p:cond delay="0"/>
                                          </p:stCondLst>
                                        </p:cTn>
                                        <p:tgtEl>
                                          <p:spTgt spid="18"/>
                                        </p:tgtEl>
                                        <p:attrNameLst>
                                          <p:attrName>ppt_y</p:attrName>
                                        </p:attrNameLst>
                                      </p:cBhvr>
                                      <p:tavLst>
                                        <p:tav tm="0">
                                          <p:val>
                                            <p:strVal val="#ppt_y+0"/>
                                          </p:val>
                                        </p:tav>
                                        <p:tav tm="100000">
                                          <p:val>
                                            <p:strVal val="#ppt_y+0"/>
                                          </p:val>
                                        </p:tav>
                                      </p:tavLst>
                                    </p:anim>
                                  </p:childTnLst>
                                </p:cTn>
                              </p:par>
                              <p:par>
                                <p:cTn id="121" presetID="23" presetClass="entr" presetSubtype="288" fill="hold" grpId="0" nodeType="withEffect">
                                  <p:stCondLst>
                                    <p:cond delay="0"/>
                                  </p:stCondLst>
                                  <p:childTnLst>
                                    <p:set>
                                      <p:cBhvr>
                                        <p:cTn id="122" dur="1" fill="hold">
                                          <p:stCondLst>
                                            <p:cond delay="0"/>
                                          </p:stCondLst>
                                        </p:cTn>
                                        <p:tgtEl>
                                          <p:spTgt spid="19"/>
                                        </p:tgtEl>
                                        <p:attrNameLst>
                                          <p:attrName>style.visibility</p:attrName>
                                        </p:attrNameLst>
                                      </p:cBhvr>
                                      <p:to>
                                        <p:strVal val="visible"/>
                                      </p:to>
                                    </p:set>
                                    <p:anim calcmode="lin" valueType="num">
                                      <p:cBhvr>
                                        <p:cTn id="123" dur="500" fill="hold"/>
                                        <p:tgtEl>
                                          <p:spTgt spid="19"/>
                                        </p:tgtEl>
                                        <p:attrNameLst>
                                          <p:attrName>ppt_w</p:attrName>
                                        </p:attrNameLst>
                                      </p:cBhvr>
                                      <p:tavLst>
                                        <p:tav tm="0">
                                          <p:val>
                                            <p:strVal val="4/3*#ppt_w"/>
                                          </p:val>
                                        </p:tav>
                                        <p:tav tm="100000">
                                          <p:val>
                                            <p:strVal val="#ppt_w"/>
                                          </p:val>
                                        </p:tav>
                                      </p:tavLst>
                                    </p:anim>
                                    <p:anim calcmode="lin" valueType="num">
                                      <p:cBhvr>
                                        <p:cTn id="124" dur="500" fill="hold"/>
                                        <p:tgtEl>
                                          <p:spTgt spid="19"/>
                                        </p:tgtEl>
                                        <p:attrNameLst>
                                          <p:attrName>ppt_h</p:attrName>
                                        </p:attrNameLst>
                                      </p:cBhvr>
                                      <p:tavLst>
                                        <p:tav tm="0">
                                          <p:val>
                                            <p:strVal val="4/3*#ppt_h"/>
                                          </p:val>
                                        </p:tav>
                                        <p:tav tm="100000">
                                          <p:val>
                                            <p:strVal val="#ppt_h"/>
                                          </p:val>
                                        </p:tav>
                                      </p:tavLst>
                                    </p:anim>
                                    <p:anim to="" calcmode="lin" valueType="num">
                                      <p:cBhvr>
                                        <p:cTn id="125" dur="500" fill="hold">
                                          <p:stCondLst>
                                            <p:cond delay="0"/>
                                          </p:stCondLst>
                                        </p:cTn>
                                        <p:tgtEl>
                                          <p:spTgt spid="19"/>
                                        </p:tgtEl>
                                        <p:attrNameLst>
                                          <p:attrName>ppt_x</p:attrName>
                                        </p:attrNameLst>
                                      </p:cBhvr>
                                      <p:tavLst>
                                        <p:tav tm="0">
                                          <p:val>
                                            <p:strVal val="#ppt_x+0.22491856"/>
                                          </p:val>
                                        </p:tav>
                                        <p:tav tm="100000">
                                          <p:val>
                                            <p:strVal val="#ppt_x+0.22491856"/>
                                          </p:val>
                                        </p:tav>
                                      </p:tavLst>
                                    </p:anim>
                                    <p:anim to="" calcmode="lin" valueType="num">
                                      <p:cBhvr>
                                        <p:cTn id="126" dur="500" fill="hold">
                                          <p:stCondLst>
                                            <p:cond delay="0"/>
                                          </p:stCondLst>
                                        </p:cTn>
                                        <p:tgtEl>
                                          <p:spTgt spid="19"/>
                                        </p:tgtEl>
                                        <p:attrNameLst>
                                          <p:attrName>ppt_y</p:attrName>
                                        </p:attrNameLst>
                                      </p:cBhvr>
                                      <p:tavLst>
                                        <p:tav tm="0">
                                          <p:val>
                                            <p:strVal val="#ppt_y+0"/>
                                          </p:val>
                                        </p:tav>
                                        <p:tav tm="100000">
                                          <p:val>
                                            <p:strVal val="#ppt_y+0"/>
                                          </p:val>
                                        </p:tav>
                                      </p:tavLst>
                                    </p:anim>
                                  </p:childTnLst>
                                </p:cTn>
                              </p:par>
                              <p:par>
                                <p:cTn id="127" presetID="23" presetClass="entr" presetSubtype="288" fill="hold" grpId="0" nodeType="withEffect">
                                  <p:stCondLst>
                                    <p:cond delay="0"/>
                                  </p:stCondLst>
                                  <p:childTnLst>
                                    <p:set>
                                      <p:cBhvr>
                                        <p:cTn id="128" dur="1" fill="hold">
                                          <p:stCondLst>
                                            <p:cond delay="0"/>
                                          </p:stCondLst>
                                        </p:cTn>
                                        <p:tgtEl>
                                          <p:spTgt spid="20"/>
                                        </p:tgtEl>
                                        <p:attrNameLst>
                                          <p:attrName>style.visibility</p:attrName>
                                        </p:attrNameLst>
                                      </p:cBhvr>
                                      <p:to>
                                        <p:strVal val="visible"/>
                                      </p:to>
                                    </p:set>
                                    <p:anim calcmode="lin" valueType="num">
                                      <p:cBhvr>
                                        <p:cTn id="129" dur="500" fill="hold"/>
                                        <p:tgtEl>
                                          <p:spTgt spid="20"/>
                                        </p:tgtEl>
                                        <p:attrNameLst>
                                          <p:attrName>ppt_w</p:attrName>
                                        </p:attrNameLst>
                                      </p:cBhvr>
                                      <p:tavLst>
                                        <p:tav tm="0">
                                          <p:val>
                                            <p:strVal val="4/3*#ppt_w"/>
                                          </p:val>
                                        </p:tav>
                                        <p:tav tm="100000">
                                          <p:val>
                                            <p:strVal val="#ppt_w"/>
                                          </p:val>
                                        </p:tav>
                                      </p:tavLst>
                                    </p:anim>
                                    <p:anim calcmode="lin" valueType="num">
                                      <p:cBhvr>
                                        <p:cTn id="130" dur="500" fill="hold"/>
                                        <p:tgtEl>
                                          <p:spTgt spid="20"/>
                                        </p:tgtEl>
                                        <p:attrNameLst>
                                          <p:attrName>ppt_h</p:attrName>
                                        </p:attrNameLst>
                                      </p:cBhvr>
                                      <p:tavLst>
                                        <p:tav tm="0">
                                          <p:val>
                                            <p:strVal val="4/3*#ppt_h"/>
                                          </p:val>
                                        </p:tav>
                                        <p:tav tm="100000">
                                          <p:val>
                                            <p:strVal val="#ppt_h"/>
                                          </p:val>
                                        </p:tav>
                                      </p:tavLst>
                                    </p:anim>
                                    <p:anim to="" calcmode="lin" valueType="num">
                                      <p:cBhvr>
                                        <p:cTn id="131" dur="500" fill="hold">
                                          <p:stCondLst>
                                            <p:cond delay="0"/>
                                          </p:stCondLst>
                                        </p:cTn>
                                        <p:tgtEl>
                                          <p:spTgt spid="20"/>
                                        </p:tgtEl>
                                        <p:attrNameLst>
                                          <p:attrName>ppt_x</p:attrName>
                                        </p:attrNameLst>
                                      </p:cBhvr>
                                      <p:tavLst>
                                        <p:tav tm="0">
                                          <p:val>
                                            <p:strVal val="#ppt_x+0.22491856"/>
                                          </p:val>
                                        </p:tav>
                                        <p:tav tm="100000">
                                          <p:val>
                                            <p:strVal val="#ppt_x+0.22491856"/>
                                          </p:val>
                                        </p:tav>
                                      </p:tavLst>
                                    </p:anim>
                                    <p:anim to="" calcmode="lin" valueType="num">
                                      <p:cBhvr>
                                        <p:cTn id="132" dur="500" fill="hold">
                                          <p:stCondLst>
                                            <p:cond delay="0"/>
                                          </p:stCondLst>
                                        </p:cTn>
                                        <p:tgtEl>
                                          <p:spTgt spid="20"/>
                                        </p:tgtEl>
                                        <p:attrNameLst>
                                          <p:attrName>ppt_y</p:attrName>
                                        </p:attrNameLst>
                                      </p:cBhvr>
                                      <p:tavLst>
                                        <p:tav tm="0">
                                          <p:val>
                                            <p:strVal val="#ppt_y+0"/>
                                          </p:val>
                                        </p:tav>
                                        <p:tav tm="100000">
                                          <p:val>
                                            <p:strVal val="#ppt_y+0"/>
                                          </p:val>
                                        </p:tav>
                                      </p:tavLst>
                                    </p:anim>
                                  </p:childTnLst>
                                </p:cTn>
                              </p:par>
                              <p:par>
                                <p:cTn id="133" presetID="23" presetClass="entr" presetSubtype="288" fill="hold" grpId="0" nodeType="withEffect">
                                  <p:stCondLst>
                                    <p:cond delay="0"/>
                                  </p:stCondLst>
                                  <p:childTnLst>
                                    <p:set>
                                      <p:cBhvr>
                                        <p:cTn id="134" dur="1" fill="hold">
                                          <p:stCondLst>
                                            <p:cond delay="0"/>
                                          </p:stCondLst>
                                        </p:cTn>
                                        <p:tgtEl>
                                          <p:spTgt spid="22"/>
                                        </p:tgtEl>
                                        <p:attrNameLst>
                                          <p:attrName>style.visibility</p:attrName>
                                        </p:attrNameLst>
                                      </p:cBhvr>
                                      <p:to>
                                        <p:strVal val="visible"/>
                                      </p:to>
                                    </p:set>
                                    <p:anim calcmode="lin" valueType="num">
                                      <p:cBhvr>
                                        <p:cTn id="135" dur="500" fill="hold"/>
                                        <p:tgtEl>
                                          <p:spTgt spid="22"/>
                                        </p:tgtEl>
                                        <p:attrNameLst>
                                          <p:attrName>ppt_w</p:attrName>
                                        </p:attrNameLst>
                                      </p:cBhvr>
                                      <p:tavLst>
                                        <p:tav tm="0">
                                          <p:val>
                                            <p:strVal val="4/3*#ppt_w"/>
                                          </p:val>
                                        </p:tav>
                                        <p:tav tm="100000">
                                          <p:val>
                                            <p:strVal val="#ppt_w"/>
                                          </p:val>
                                        </p:tav>
                                      </p:tavLst>
                                    </p:anim>
                                    <p:anim calcmode="lin" valueType="num">
                                      <p:cBhvr>
                                        <p:cTn id="136" dur="500" fill="hold"/>
                                        <p:tgtEl>
                                          <p:spTgt spid="22"/>
                                        </p:tgtEl>
                                        <p:attrNameLst>
                                          <p:attrName>ppt_h</p:attrName>
                                        </p:attrNameLst>
                                      </p:cBhvr>
                                      <p:tavLst>
                                        <p:tav tm="0">
                                          <p:val>
                                            <p:strVal val="4/3*#ppt_h"/>
                                          </p:val>
                                        </p:tav>
                                        <p:tav tm="100000">
                                          <p:val>
                                            <p:strVal val="#ppt_h"/>
                                          </p:val>
                                        </p:tav>
                                      </p:tavLst>
                                    </p:anim>
                                    <p:anim to="" calcmode="lin" valueType="num">
                                      <p:cBhvr>
                                        <p:cTn id="137" dur="500" fill="hold">
                                          <p:stCondLst>
                                            <p:cond delay="0"/>
                                          </p:stCondLst>
                                        </p:cTn>
                                        <p:tgtEl>
                                          <p:spTgt spid="22"/>
                                        </p:tgtEl>
                                        <p:attrNameLst>
                                          <p:attrName>ppt_x</p:attrName>
                                        </p:attrNameLst>
                                      </p:cBhvr>
                                      <p:tavLst>
                                        <p:tav tm="0">
                                          <p:val>
                                            <p:strVal val="#ppt_x+0.22491856"/>
                                          </p:val>
                                        </p:tav>
                                        <p:tav tm="100000">
                                          <p:val>
                                            <p:strVal val="#ppt_x+0.22491856"/>
                                          </p:val>
                                        </p:tav>
                                      </p:tavLst>
                                    </p:anim>
                                    <p:anim to="" calcmode="lin" valueType="num">
                                      <p:cBhvr>
                                        <p:cTn id="138" dur="500" fill="hold">
                                          <p:stCondLst>
                                            <p:cond delay="0"/>
                                          </p:stCondLst>
                                        </p:cTn>
                                        <p:tgtEl>
                                          <p:spTgt spid="22"/>
                                        </p:tgtEl>
                                        <p:attrNameLst>
                                          <p:attrName>ppt_y</p:attrName>
                                        </p:attrNameLst>
                                      </p:cBhvr>
                                      <p:tavLst>
                                        <p:tav tm="0">
                                          <p:val>
                                            <p:strVal val="#ppt_y+0"/>
                                          </p:val>
                                        </p:tav>
                                        <p:tav tm="100000">
                                          <p:val>
                                            <p:strVal val="#ppt_y+0"/>
                                          </p:val>
                                        </p:tav>
                                      </p:tavLst>
                                    </p:anim>
                                  </p:childTnLst>
                                </p:cTn>
                              </p:par>
                              <p:par>
                                <p:cTn id="139" presetID="35" presetClass="path" presetSubtype="0" accel="50000" decel="50000" fill="hold" grpId="1" nodeType="withEffect">
                                  <p:stCondLst>
                                    <p:cond delay="0"/>
                                  </p:stCondLst>
                                  <p:childTnLst>
                                    <p:anim to="" calcmode="lin" valueType="num">
                                      <p:cBhvr>
                                        <p:cTn id="140" dur="500" fill="hold">
                                          <p:stCondLst>
                                            <p:cond delay="0"/>
                                          </p:stCondLst>
                                        </p:cTn>
                                        <p:tgtEl>
                                          <p:spTgt spid="2"/>
                                        </p:tgtEl>
                                        <p:attrNameLst>
                                          <p:attrName>ppt_x</p:attrName>
                                        </p:attrNameLst>
                                      </p:cBhvr>
                                      <p:tavLst>
                                        <p:tav tm="0">
                                          <p:val>
                                            <p:strVal val="ppt_x"/>
                                          </p:val>
                                        </p:tav>
                                        <p:tav tm="100000">
                                          <p:val>
                                            <p:strVal val="#ppt_x+0.22491856"/>
                                          </p:val>
                                        </p:tav>
                                      </p:tavLst>
                                    </p:anim>
                                    <p:anim to="" calcmode="lin" valueType="num">
                                      <p:cBhvr>
                                        <p:cTn id="141" dur="500" fill="hold">
                                          <p:stCondLst>
                                            <p:cond delay="0"/>
                                          </p:stCondLst>
                                        </p:cTn>
                                        <p:tgtEl>
                                          <p:spTgt spid="2"/>
                                        </p:tgtEl>
                                        <p:attrNameLst>
                                          <p:attrName>ppt_y</p:attrName>
                                        </p:attrNameLst>
                                      </p:cBhvr>
                                      <p:tavLst>
                                        <p:tav tm="0">
                                          <p:val>
                                            <p:strVal val="ppt_y"/>
                                          </p:val>
                                        </p:tav>
                                        <p:tav tm="100000">
                                          <p:val>
                                            <p:strVal val="#ppt_y+0"/>
                                          </p:val>
                                        </p:tav>
                                      </p:tavLst>
                                    </p:anim>
                                    <p:anim to="" calcmode="lin" valueType="num">
                                      <p:cBhvr>
                                        <p:cTn id="142" dur="500" fill="hold">
                                          <p:stCondLst>
                                            <p:cond delay="0"/>
                                          </p:stCondLst>
                                        </p:cTn>
                                        <p:tgtEl>
                                          <p:spTgt spid="2"/>
                                        </p:tgtEl>
                                        <p:attrNameLst>
                                          <p:attrName>ppt_w</p:attrName>
                                        </p:attrNameLst>
                                      </p:cBhvr>
                                      <p:tavLst>
                                        <p:tav tm="0">
                                          <p:val>
                                            <p:strVal val="ppt_w"/>
                                          </p:val>
                                        </p:tav>
                                        <p:tav tm="100000">
                                          <p:val>
                                            <p:strVal val="#ppt_w"/>
                                          </p:val>
                                        </p:tav>
                                      </p:tavLst>
                                    </p:anim>
                                    <p:anim to="" calcmode="lin" valueType="num">
                                      <p:cBhvr>
                                        <p:cTn id="143" dur="500" fill="hold">
                                          <p:stCondLst>
                                            <p:cond delay="0"/>
                                          </p:stCondLst>
                                        </p:cTn>
                                        <p:tgtEl>
                                          <p:spTgt spid="2"/>
                                        </p:tgtEl>
                                        <p:attrNameLst>
                                          <p:attrName>ppt_h</p:attrName>
                                        </p:attrNameLst>
                                      </p:cBhvr>
                                      <p:tavLst>
                                        <p:tav tm="0">
                                          <p:val>
                                            <p:strVal val="ppt_h"/>
                                          </p:val>
                                        </p:tav>
                                        <p:tav tm="100000">
                                          <p:val>
                                            <p:strVal val="#ppt_h"/>
                                          </p:val>
                                        </p:tav>
                                      </p:tavLst>
                                    </p:anim>
                                  </p:childTnLst>
                                </p:cTn>
                              </p:par>
                              <p:par>
                                <p:cTn id="144" presetID="35" presetClass="path" presetSubtype="0" accel="50000" decel="50000" fill="hold" grpId="1" nodeType="withEffect">
                                  <p:stCondLst>
                                    <p:cond delay="0"/>
                                  </p:stCondLst>
                                  <p:childTnLst>
                                    <p:anim to="" calcmode="lin" valueType="num">
                                      <p:cBhvr>
                                        <p:cTn id="145" dur="500" fill="hold">
                                          <p:stCondLst>
                                            <p:cond delay="0"/>
                                          </p:stCondLst>
                                        </p:cTn>
                                        <p:tgtEl>
                                          <p:spTgt spid="59"/>
                                        </p:tgtEl>
                                        <p:attrNameLst>
                                          <p:attrName>ppt_x</p:attrName>
                                        </p:attrNameLst>
                                      </p:cBhvr>
                                      <p:tavLst>
                                        <p:tav tm="0">
                                          <p:val>
                                            <p:strVal val="ppt_x"/>
                                          </p:val>
                                        </p:tav>
                                        <p:tav tm="100000">
                                          <p:val>
                                            <p:strVal val="#ppt_x+0.22491854"/>
                                          </p:val>
                                        </p:tav>
                                      </p:tavLst>
                                    </p:anim>
                                    <p:anim to="" calcmode="lin" valueType="num">
                                      <p:cBhvr>
                                        <p:cTn id="146" dur="500" fill="hold">
                                          <p:stCondLst>
                                            <p:cond delay="0"/>
                                          </p:stCondLst>
                                        </p:cTn>
                                        <p:tgtEl>
                                          <p:spTgt spid="59"/>
                                        </p:tgtEl>
                                        <p:attrNameLst>
                                          <p:attrName>ppt_y</p:attrName>
                                        </p:attrNameLst>
                                      </p:cBhvr>
                                      <p:tavLst>
                                        <p:tav tm="0">
                                          <p:val>
                                            <p:strVal val="ppt_y"/>
                                          </p:val>
                                        </p:tav>
                                        <p:tav tm="100000">
                                          <p:val>
                                            <p:strVal val="#ppt_y+0"/>
                                          </p:val>
                                        </p:tav>
                                      </p:tavLst>
                                    </p:anim>
                                    <p:anim to="" calcmode="lin" valueType="num">
                                      <p:cBhvr>
                                        <p:cTn id="147" dur="500" fill="hold">
                                          <p:stCondLst>
                                            <p:cond delay="0"/>
                                          </p:stCondLst>
                                        </p:cTn>
                                        <p:tgtEl>
                                          <p:spTgt spid="59"/>
                                        </p:tgtEl>
                                        <p:attrNameLst>
                                          <p:attrName>ppt_w</p:attrName>
                                        </p:attrNameLst>
                                      </p:cBhvr>
                                      <p:tavLst>
                                        <p:tav tm="0">
                                          <p:val>
                                            <p:strVal val="ppt_w"/>
                                          </p:val>
                                        </p:tav>
                                        <p:tav tm="100000">
                                          <p:val>
                                            <p:strVal val="#ppt_w"/>
                                          </p:val>
                                        </p:tav>
                                      </p:tavLst>
                                    </p:anim>
                                    <p:anim to="" calcmode="lin" valueType="num">
                                      <p:cBhvr>
                                        <p:cTn id="148" dur="500" fill="hold">
                                          <p:stCondLst>
                                            <p:cond delay="0"/>
                                          </p:stCondLst>
                                        </p:cTn>
                                        <p:tgtEl>
                                          <p:spTgt spid="59"/>
                                        </p:tgtEl>
                                        <p:attrNameLst>
                                          <p:attrName>ppt_h</p:attrName>
                                        </p:attrNameLst>
                                      </p:cBhvr>
                                      <p:tavLst>
                                        <p:tav tm="0">
                                          <p:val>
                                            <p:strVal val="ppt_h"/>
                                          </p:val>
                                        </p:tav>
                                        <p:tav tm="100000">
                                          <p:val>
                                            <p:strVal val="#ppt_h"/>
                                          </p:val>
                                        </p:tav>
                                      </p:tavLst>
                                    </p:anim>
                                  </p:childTnLst>
                                </p:cTn>
                              </p:par>
                              <p:par>
                                <p:cTn id="149" presetID="35" presetClass="path" presetSubtype="0" accel="50000" decel="50000" fill="hold" grpId="1" nodeType="withEffect">
                                  <p:stCondLst>
                                    <p:cond delay="0"/>
                                  </p:stCondLst>
                                  <p:childTnLst>
                                    <p:anim to="" calcmode="lin" valueType="num">
                                      <p:cBhvr>
                                        <p:cTn id="150" dur="500" fill="hold">
                                          <p:stCondLst>
                                            <p:cond delay="0"/>
                                          </p:stCondLst>
                                        </p:cTn>
                                        <p:tgtEl>
                                          <p:spTgt spid="5"/>
                                        </p:tgtEl>
                                        <p:attrNameLst>
                                          <p:attrName>ppt_x</p:attrName>
                                        </p:attrNameLst>
                                      </p:cBhvr>
                                      <p:tavLst>
                                        <p:tav tm="0">
                                          <p:val>
                                            <p:strVal val="ppt_x"/>
                                          </p:val>
                                        </p:tav>
                                        <p:tav tm="100000">
                                          <p:val>
                                            <p:strVal val="#ppt_x+0.22491856"/>
                                          </p:val>
                                        </p:tav>
                                      </p:tavLst>
                                    </p:anim>
                                    <p:anim to="" calcmode="lin" valueType="num">
                                      <p:cBhvr>
                                        <p:cTn id="151"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152"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153"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154" presetID="35" presetClass="path" presetSubtype="0" accel="50000" decel="50000" fill="hold" nodeType="withEffect">
                                  <p:stCondLst>
                                    <p:cond delay="0"/>
                                  </p:stCondLst>
                                  <p:childTnLst>
                                    <p:anim to="" calcmode="lin" valueType="num">
                                      <p:cBhvr>
                                        <p:cTn id="155" dur="500" fill="hold">
                                          <p:stCondLst>
                                            <p:cond delay="0"/>
                                          </p:stCondLst>
                                        </p:cTn>
                                        <p:tgtEl>
                                          <p:spTgt spid="8"/>
                                        </p:tgtEl>
                                        <p:attrNameLst>
                                          <p:attrName>ppt_x</p:attrName>
                                        </p:attrNameLst>
                                      </p:cBhvr>
                                      <p:tavLst>
                                        <p:tav tm="0">
                                          <p:val>
                                            <p:strVal val="ppt_x"/>
                                          </p:val>
                                        </p:tav>
                                        <p:tav tm="100000">
                                          <p:val>
                                            <p:strVal val="#ppt_x+0.22491854"/>
                                          </p:val>
                                        </p:tav>
                                      </p:tavLst>
                                    </p:anim>
                                    <p:anim to="" calcmode="lin" valueType="num">
                                      <p:cBhvr>
                                        <p:cTn id="156"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157"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58"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59" presetID="35" presetClass="path" presetSubtype="0" accel="50000" decel="50000" fill="hold" grpId="1" nodeType="withEffect">
                                  <p:stCondLst>
                                    <p:cond delay="0"/>
                                  </p:stCondLst>
                                  <p:childTnLst>
                                    <p:anim to="" calcmode="lin" valueType="num">
                                      <p:cBhvr>
                                        <p:cTn id="160" dur="500" fill="hold">
                                          <p:stCondLst>
                                            <p:cond delay="0"/>
                                          </p:stCondLst>
                                        </p:cTn>
                                        <p:tgtEl>
                                          <p:spTgt spid="10"/>
                                        </p:tgtEl>
                                        <p:attrNameLst>
                                          <p:attrName>ppt_x</p:attrName>
                                        </p:attrNameLst>
                                      </p:cBhvr>
                                      <p:tavLst>
                                        <p:tav tm="0">
                                          <p:val>
                                            <p:strVal val="ppt_x"/>
                                          </p:val>
                                        </p:tav>
                                        <p:tav tm="100000">
                                          <p:val>
                                            <p:strVal val="#ppt_x+0.22491856"/>
                                          </p:val>
                                        </p:tav>
                                      </p:tavLst>
                                    </p:anim>
                                    <p:anim to="" calcmode="lin" valueType="num">
                                      <p:cBhvr>
                                        <p:cTn id="161"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162"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63"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64" presetID="35" presetClass="path" presetSubtype="0" accel="50000" decel="50000" fill="hold" nodeType="withEffect">
                                  <p:stCondLst>
                                    <p:cond delay="0"/>
                                  </p:stCondLst>
                                  <p:childTnLst>
                                    <p:anim to="" calcmode="lin" valueType="num">
                                      <p:cBhvr>
                                        <p:cTn id="165" dur="500" fill="hold">
                                          <p:stCondLst>
                                            <p:cond delay="0"/>
                                          </p:stCondLst>
                                        </p:cTn>
                                        <p:tgtEl>
                                          <p:spTgt spid="11"/>
                                        </p:tgtEl>
                                        <p:attrNameLst>
                                          <p:attrName>ppt_x</p:attrName>
                                        </p:attrNameLst>
                                      </p:cBhvr>
                                      <p:tavLst>
                                        <p:tav tm="0">
                                          <p:val>
                                            <p:strVal val="ppt_x"/>
                                          </p:val>
                                        </p:tav>
                                        <p:tav tm="100000">
                                          <p:val>
                                            <p:strVal val="#ppt_x+0.22491854"/>
                                          </p:val>
                                        </p:tav>
                                      </p:tavLst>
                                    </p:anim>
                                    <p:anim to="" calcmode="lin" valueType="num">
                                      <p:cBhvr>
                                        <p:cTn id="166"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167"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168"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169" presetID="35" presetClass="path" presetSubtype="0" accel="50000" decel="50000" fill="hold" grpId="1" nodeType="withEffect">
                                  <p:stCondLst>
                                    <p:cond delay="0"/>
                                  </p:stCondLst>
                                  <p:childTnLst>
                                    <p:anim to="" calcmode="lin" valueType="num">
                                      <p:cBhvr>
                                        <p:cTn id="170" dur="500" fill="hold">
                                          <p:stCondLst>
                                            <p:cond delay="0"/>
                                          </p:stCondLst>
                                        </p:cTn>
                                        <p:tgtEl>
                                          <p:spTgt spid="30"/>
                                        </p:tgtEl>
                                        <p:attrNameLst>
                                          <p:attrName>ppt_x</p:attrName>
                                        </p:attrNameLst>
                                      </p:cBhvr>
                                      <p:tavLst>
                                        <p:tav tm="0">
                                          <p:val>
                                            <p:strVal val="ppt_x"/>
                                          </p:val>
                                        </p:tav>
                                        <p:tav tm="100000">
                                          <p:val>
                                            <p:strVal val="#ppt_x+0.22491856"/>
                                          </p:val>
                                        </p:tav>
                                      </p:tavLst>
                                    </p:anim>
                                    <p:anim to="" calcmode="lin" valueType="num">
                                      <p:cBhvr>
                                        <p:cTn id="171" dur="500" fill="hold">
                                          <p:stCondLst>
                                            <p:cond delay="0"/>
                                          </p:stCondLst>
                                        </p:cTn>
                                        <p:tgtEl>
                                          <p:spTgt spid="30"/>
                                        </p:tgtEl>
                                        <p:attrNameLst>
                                          <p:attrName>ppt_y</p:attrName>
                                        </p:attrNameLst>
                                      </p:cBhvr>
                                      <p:tavLst>
                                        <p:tav tm="0">
                                          <p:val>
                                            <p:strVal val="ppt_y"/>
                                          </p:val>
                                        </p:tav>
                                        <p:tav tm="100000">
                                          <p:val>
                                            <p:strVal val="#ppt_y+0"/>
                                          </p:val>
                                        </p:tav>
                                      </p:tavLst>
                                    </p:anim>
                                    <p:anim to="" calcmode="lin" valueType="num">
                                      <p:cBhvr>
                                        <p:cTn id="172" dur="500" fill="hold">
                                          <p:stCondLst>
                                            <p:cond delay="0"/>
                                          </p:stCondLst>
                                        </p:cTn>
                                        <p:tgtEl>
                                          <p:spTgt spid="30"/>
                                        </p:tgtEl>
                                        <p:attrNameLst>
                                          <p:attrName>ppt_w</p:attrName>
                                        </p:attrNameLst>
                                      </p:cBhvr>
                                      <p:tavLst>
                                        <p:tav tm="0">
                                          <p:val>
                                            <p:strVal val="ppt_w"/>
                                          </p:val>
                                        </p:tav>
                                        <p:tav tm="100000">
                                          <p:val>
                                            <p:strVal val="#ppt_w"/>
                                          </p:val>
                                        </p:tav>
                                      </p:tavLst>
                                    </p:anim>
                                    <p:anim to="" calcmode="lin" valueType="num">
                                      <p:cBhvr>
                                        <p:cTn id="173" dur="500" fill="hold">
                                          <p:stCondLst>
                                            <p:cond delay="0"/>
                                          </p:stCondLst>
                                        </p:cTn>
                                        <p:tgtEl>
                                          <p:spTgt spid="30"/>
                                        </p:tgtEl>
                                        <p:attrNameLst>
                                          <p:attrName>ppt_h</p:attrName>
                                        </p:attrNameLst>
                                      </p:cBhvr>
                                      <p:tavLst>
                                        <p:tav tm="0">
                                          <p:val>
                                            <p:strVal val="ppt_h"/>
                                          </p:val>
                                        </p:tav>
                                        <p:tav tm="100000">
                                          <p:val>
                                            <p:strVal val="#ppt_h"/>
                                          </p:val>
                                        </p:tav>
                                      </p:tavLst>
                                    </p:anim>
                                  </p:childTnLst>
                                </p:cTn>
                              </p:par>
                              <p:par>
                                <p:cTn id="174" presetID="35" presetClass="path" presetSubtype="0" accel="50000" decel="50000" fill="hold" grpId="1" nodeType="withEffect">
                                  <p:stCondLst>
                                    <p:cond delay="0"/>
                                  </p:stCondLst>
                                  <p:childTnLst>
                                    <p:anim to="" calcmode="lin" valueType="num">
                                      <p:cBhvr>
                                        <p:cTn id="175" dur="500" fill="hold">
                                          <p:stCondLst>
                                            <p:cond delay="0"/>
                                          </p:stCondLst>
                                        </p:cTn>
                                        <p:tgtEl>
                                          <p:spTgt spid="4"/>
                                        </p:tgtEl>
                                        <p:attrNameLst>
                                          <p:attrName>ppt_x</p:attrName>
                                        </p:attrNameLst>
                                      </p:cBhvr>
                                      <p:tavLst>
                                        <p:tav tm="0">
                                          <p:val>
                                            <p:strVal val="ppt_x"/>
                                          </p:val>
                                        </p:tav>
                                        <p:tav tm="100000">
                                          <p:val>
                                            <p:strVal val="#ppt_x+0.22491856"/>
                                          </p:val>
                                        </p:tav>
                                      </p:tavLst>
                                    </p:anim>
                                    <p:anim to="" calcmode="lin" valueType="num">
                                      <p:cBhvr>
                                        <p:cTn id="176"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177"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178"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179" presetID="35" presetClass="path" presetSubtype="0" accel="50000" decel="50000" fill="hold" grpId="1" nodeType="withEffect">
                                  <p:stCondLst>
                                    <p:cond delay="0"/>
                                  </p:stCondLst>
                                  <p:childTnLst>
                                    <p:anim to="" calcmode="lin" valueType="num">
                                      <p:cBhvr>
                                        <p:cTn id="180" dur="500" fill="hold">
                                          <p:stCondLst>
                                            <p:cond delay="0"/>
                                          </p:stCondLst>
                                        </p:cTn>
                                        <p:tgtEl>
                                          <p:spTgt spid="6"/>
                                        </p:tgtEl>
                                        <p:attrNameLst>
                                          <p:attrName>ppt_x</p:attrName>
                                        </p:attrNameLst>
                                      </p:cBhvr>
                                      <p:tavLst>
                                        <p:tav tm="0">
                                          <p:val>
                                            <p:strVal val="ppt_x"/>
                                          </p:val>
                                        </p:tav>
                                        <p:tav tm="100000">
                                          <p:val>
                                            <p:strVal val="#ppt_x+0.22491856"/>
                                          </p:val>
                                        </p:tav>
                                      </p:tavLst>
                                    </p:anim>
                                    <p:anim to="" calcmode="lin" valueType="num">
                                      <p:cBhvr>
                                        <p:cTn id="181"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182"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183"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184" presetID="35" presetClass="path" presetSubtype="0" accel="50000" decel="50000" fill="hold" grpId="1" nodeType="withEffect">
                                  <p:stCondLst>
                                    <p:cond delay="0"/>
                                  </p:stCondLst>
                                  <p:childTnLst>
                                    <p:anim to="" calcmode="lin" valueType="num">
                                      <p:cBhvr>
                                        <p:cTn id="185" dur="500" fill="hold">
                                          <p:stCondLst>
                                            <p:cond delay="0"/>
                                          </p:stCondLst>
                                        </p:cTn>
                                        <p:tgtEl>
                                          <p:spTgt spid="9"/>
                                        </p:tgtEl>
                                        <p:attrNameLst>
                                          <p:attrName>ppt_x</p:attrName>
                                        </p:attrNameLst>
                                      </p:cBhvr>
                                      <p:tavLst>
                                        <p:tav tm="0">
                                          <p:val>
                                            <p:strVal val="ppt_x"/>
                                          </p:val>
                                        </p:tav>
                                        <p:tav tm="100000">
                                          <p:val>
                                            <p:strVal val="#ppt_x+0.22491856"/>
                                          </p:val>
                                        </p:tav>
                                      </p:tavLst>
                                    </p:anim>
                                    <p:anim to="" calcmode="lin" valueType="num">
                                      <p:cBhvr>
                                        <p:cTn id="186"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187"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188" dur="500" fill="hold">
                                          <p:stCondLst>
                                            <p:cond delay="0"/>
                                          </p:stCondLst>
                                        </p:cTn>
                                        <p:tgtEl>
                                          <p:spTgt spid="9"/>
                                        </p:tgtEl>
                                        <p:attrNameLst>
                                          <p:attrName>ppt_h</p:attrName>
                                        </p:attrNameLst>
                                      </p:cBhvr>
                                      <p:tavLst>
                                        <p:tav tm="0">
                                          <p:val>
                                            <p:strVal val="ppt_h"/>
                                          </p:val>
                                        </p:tav>
                                        <p:tav tm="100000">
                                          <p:val>
                                            <p:strVal val="#ppt_h"/>
                                          </p:val>
                                        </p:tav>
                                      </p:tavLst>
                                    </p:anim>
                                  </p:childTnLst>
                                </p:cTn>
                              </p:par>
                            </p:childTnLst>
                          </p:cTn>
                        </p:par>
                      </p:childTnLst>
                    </p:cTn>
                  </p:par>
                  <p:par>
                    <p:cTn id="189" fill="hold">
                      <p:stCondLst>
                        <p:cond delay="indefinite"/>
                      </p:stCondLst>
                      <p:childTnLst>
                        <p:par>
                          <p:cTn id="190" fill="hold">
                            <p:stCondLst>
                              <p:cond delay="0"/>
                            </p:stCondLst>
                            <p:childTnLst>
                              <p:par>
                                <p:cTn id="191" presetID="23" presetClass="entr" presetSubtype="288" fill="hold" grpId="0" nodeType="clickEffect">
                                  <p:stCondLst>
                                    <p:cond delay="0"/>
                                  </p:stCondLst>
                                  <p:childTnLst>
                                    <p:set>
                                      <p:cBhvr>
                                        <p:cTn id="192" dur="1" fill="hold">
                                          <p:stCondLst>
                                            <p:cond delay="0"/>
                                          </p:stCondLst>
                                        </p:cTn>
                                        <p:tgtEl>
                                          <p:spTgt spid="56"/>
                                        </p:tgtEl>
                                        <p:attrNameLst>
                                          <p:attrName>style.visibility</p:attrName>
                                        </p:attrNameLst>
                                      </p:cBhvr>
                                      <p:to>
                                        <p:strVal val="visible"/>
                                      </p:to>
                                    </p:set>
                                    <p:anim calcmode="lin" valueType="num">
                                      <p:cBhvr>
                                        <p:cTn id="193" dur="500" fill="hold"/>
                                        <p:tgtEl>
                                          <p:spTgt spid="56"/>
                                        </p:tgtEl>
                                        <p:attrNameLst>
                                          <p:attrName>ppt_w</p:attrName>
                                        </p:attrNameLst>
                                      </p:cBhvr>
                                      <p:tavLst>
                                        <p:tav tm="0">
                                          <p:val>
                                            <p:strVal val="4/3*#ppt_w"/>
                                          </p:val>
                                        </p:tav>
                                        <p:tav tm="100000">
                                          <p:val>
                                            <p:strVal val="#ppt_w"/>
                                          </p:val>
                                        </p:tav>
                                      </p:tavLst>
                                    </p:anim>
                                    <p:anim calcmode="lin" valueType="num">
                                      <p:cBhvr>
                                        <p:cTn id="194" dur="500" fill="hold"/>
                                        <p:tgtEl>
                                          <p:spTgt spid="56"/>
                                        </p:tgtEl>
                                        <p:attrNameLst>
                                          <p:attrName>ppt_h</p:attrName>
                                        </p:attrNameLst>
                                      </p:cBhvr>
                                      <p:tavLst>
                                        <p:tav tm="0">
                                          <p:val>
                                            <p:strVal val="4/3*#ppt_h"/>
                                          </p:val>
                                        </p:tav>
                                        <p:tav tm="100000">
                                          <p:val>
                                            <p:strVal val="#ppt_h"/>
                                          </p:val>
                                        </p:tav>
                                      </p:tavLst>
                                    </p:anim>
                                    <p:anim to="" calcmode="lin" valueType="num">
                                      <p:cBhvr>
                                        <p:cTn id="195" dur="500" fill="hold">
                                          <p:stCondLst>
                                            <p:cond delay="0"/>
                                          </p:stCondLst>
                                        </p:cTn>
                                        <p:tgtEl>
                                          <p:spTgt spid="56"/>
                                        </p:tgtEl>
                                        <p:attrNameLst>
                                          <p:attrName>ppt_x</p:attrName>
                                        </p:attrNameLst>
                                      </p:cBhvr>
                                      <p:tavLst>
                                        <p:tav tm="0">
                                          <p:val>
                                            <p:strVal val="#ppt_x+0.11286761"/>
                                          </p:val>
                                        </p:tav>
                                        <p:tav tm="100000">
                                          <p:val>
                                            <p:strVal val="#ppt_x+0.11286761"/>
                                          </p:val>
                                        </p:tav>
                                      </p:tavLst>
                                    </p:anim>
                                    <p:anim to="" calcmode="lin" valueType="num">
                                      <p:cBhvr>
                                        <p:cTn id="196" dur="500" fill="hold">
                                          <p:stCondLst>
                                            <p:cond delay="0"/>
                                          </p:stCondLst>
                                        </p:cTn>
                                        <p:tgtEl>
                                          <p:spTgt spid="56"/>
                                        </p:tgtEl>
                                        <p:attrNameLst>
                                          <p:attrName>ppt_y</p:attrName>
                                        </p:attrNameLst>
                                      </p:cBhvr>
                                      <p:tavLst>
                                        <p:tav tm="0">
                                          <p:val>
                                            <p:strVal val="#ppt_y+0"/>
                                          </p:val>
                                        </p:tav>
                                        <p:tav tm="100000">
                                          <p:val>
                                            <p:strVal val="#ppt_y+0"/>
                                          </p:val>
                                        </p:tav>
                                      </p:tavLst>
                                    </p:anim>
                                  </p:childTnLst>
                                </p:cTn>
                              </p:par>
                              <p:par>
                                <p:cTn id="197" presetID="23" presetClass="entr" presetSubtype="288" fill="hold" grpId="0" nodeType="withEffect">
                                  <p:stCondLst>
                                    <p:cond delay="0"/>
                                  </p:stCondLst>
                                  <p:childTnLst>
                                    <p:set>
                                      <p:cBhvr>
                                        <p:cTn id="198" dur="1" fill="hold">
                                          <p:stCondLst>
                                            <p:cond delay="0"/>
                                          </p:stCondLst>
                                        </p:cTn>
                                        <p:tgtEl>
                                          <p:spTgt spid="84"/>
                                        </p:tgtEl>
                                        <p:attrNameLst>
                                          <p:attrName>style.visibility</p:attrName>
                                        </p:attrNameLst>
                                      </p:cBhvr>
                                      <p:to>
                                        <p:strVal val="visible"/>
                                      </p:to>
                                    </p:set>
                                    <p:anim calcmode="lin" valueType="num">
                                      <p:cBhvr>
                                        <p:cTn id="199" dur="500" fill="hold"/>
                                        <p:tgtEl>
                                          <p:spTgt spid="84"/>
                                        </p:tgtEl>
                                        <p:attrNameLst>
                                          <p:attrName>ppt_w</p:attrName>
                                        </p:attrNameLst>
                                      </p:cBhvr>
                                      <p:tavLst>
                                        <p:tav tm="0">
                                          <p:val>
                                            <p:strVal val="4/3*#ppt_w"/>
                                          </p:val>
                                        </p:tav>
                                        <p:tav tm="100000">
                                          <p:val>
                                            <p:strVal val="#ppt_w"/>
                                          </p:val>
                                        </p:tav>
                                      </p:tavLst>
                                    </p:anim>
                                    <p:anim calcmode="lin" valueType="num">
                                      <p:cBhvr>
                                        <p:cTn id="200" dur="500" fill="hold"/>
                                        <p:tgtEl>
                                          <p:spTgt spid="84"/>
                                        </p:tgtEl>
                                        <p:attrNameLst>
                                          <p:attrName>ppt_h</p:attrName>
                                        </p:attrNameLst>
                                      </p:cBhvr>
                                      <p:tavLst>
                                        <p:tav tm="0">
                                          <p:val>
                                            <p:strVal val="4/3*#ppt_h"/>
                                          </p:val>
                                        </p:tav>
                                        <p:tav tm="100000">
                                          <p:val>
                                            <p:strVal val="#ppt_h"/>
                                          </p:val>
                                        </p:tav>
                                      </p:tavLst>
                                    </p:anim>
                                    <p:anim to="" calcmode="lin" valueType="num">
                                      <p:cBhvr>
                                        <p:cTn id="201" dur="500" fill="hold">
                                          <p:stCondLst>
                                            <p:cond delay="0"/>
                                          </p:stCondLst>
                                        </p:cTn>
                                        <p:tgtEl>
                                          <p:spTgt spid="84"/>
                                        </p:tgtEl>
                                        <p:attrNameLst>
                                          <p:attrName>ppt_x</p:attrName>
                                        </p:attrNameLst>
                                      </p:cBhvr>
                                      <p:tavLst>
                                        <p:tav tm="0">
                                          <p:val>
                                            <p:strVal val="#ppt_x+0.11286761"/>
                                          </p:val>
                                        </p:tav>
                                        <p:tav tm="100000">
                                          <p:val>
                                            <p:strVal val="#ppt_x+0.11286761"/>
                                          </p:val>
                                        </p:tav>
                                      </p:tavLst>
                                    </p:anim>
                                    <p:anim to="" calcmode="lin" valueType="num">
                                      <p:cBhvr>
                                        <p:cTn id="202" dur="500" fill="hold">
                                          <p:stCondLst>
                                            <p:cond delay="0"/>
                                          </p:stCondLst>
                                        </p:cTn>
                                        <p:tgtEl>
                                          <p:spTgt spid="84"/>
                                        </p:tgtEl>
                                        <p:attrNameLst>
                                          <p:attrName>ppt_y</p:attrName>
                                        </p:attrNameLst>
                                      </p:cBhvr>
                                      <p:tavLst>
                                        <p:tav tm="0">
                                          <p:val>
                                            <p:strVal val="#ppt_y+0"/>
                                          </p:val>
                                        </p:tav>
                                        <p:tav tm="100000">
                                          <p:val>
                                            <p:strVal val="#ppt_y+0"/>
                                          </p:val>
                                        </p:tav>
                                      </p:tavLst>
                                    </p:anim>
                                  </p:childTnLst>
                                </p:cTn>
                              </p:par>
                              <p:par>
                                <p:cTn id="203" presetID="23" presetClass="entr" presetSubtype="288" fill="hold" nodeType="withEffect">
                                  <p:stCondLst>
                                    <p:cond delay="0"/>
                                  </p:stCondLst>
                                  <p:childTnLst>
                                    <p:set>
                                      <p:cBhvr>
                                        <p:cTn id="204" dur="1" fill="hold">
                                          <p:stCondLst>
                                            <p:cond delay="0"/>
                                          </p:stCondLst>
                                        </p:cTn>
                                        <p:tgtEl>
                                          <p:spTgt spid="23"/>
                                        </p:tgtEl>
                                        <p:attrNameLst>
                                          <p:attrName>style.visibility</p:attrName>
                                        </p:attrNameLst>
                                      </p:cBhvr>
                                      <p:to>
                                        <p:strVal val="visible"/>
                                      </p:to>
                                    </p:set>
                                    <p:anim calcmode="lin" valueType="num">
                                      <p:cBhvr>
                                        <p:cTn id="205" dur="500" fill="hold"/>
                                        <p:tgtEl>
                                          <p:spTgt spid="23"/>
                                        </p:tgtEl>
                                        <p:attrNameLst>
                                          <p:attrName>ppt_w</p:attrName>
                                        </p:attrNameLst>
                                      </p:cBhvr>
                                      <p:tavLst>
                                        <p:tav tm="0">
                                          <p:val>
                                            <p:strVal val="4/3*#ppt_w"/>
                                          </p:val>
                                        </p:tav>
                                        <p:tav tm="100000">
                                          <p:val>
                                            <p:strVal val="#ppt_w"/>
                                          </p:val>
                                        </p:tav>
                                      </p:tavLst>
                                    </p:anim>
                                    <p:anim calcmode="lin" valueType="num">
                                      <p:cBhvr>
                                        <p:cTn id="206" dur="500" fill="hold"/>
                                        <p:tgtEl>
                                          <p:spTgt spid="23"/>
                                        </p:tgtEl>
                                        <p:attrNameLst>
                                          <p:attrName>ppt_h</p:attrName>
                                        </p:attrNameLst>
                                      </p:cBhvr>
                                      <p:tavLst>
                                        <p:tav tm="0">
                                          <p:val>
                                            <p:strVal val="4/3*#ppt_h"/>
                                          </p:val>
                                        </p:tav>
                                        <p:tav tm="100000">
                                          <p:val>
                                            <p:strVal val="#ppt_h"/>
                                          </p:val>
                                        </p:tav>
                                      </p:tavLst>
                                    </p:anim>
                                    <p:anim to="" calcmode="lin" valueType="num">
                                      <p:cBhvr>
                                        <p:cTn id="207" dur="500" fill="hold">
                                          <p:stCondLst>
                                            <p:cond delay="0"/>
                                          </p:stCondLst>
                                        </p:cTn>
                                        <p:tgtEl>
                                          <p:spTgt spid="23"/>
                                        </p:tgtEl>
                                        <p:attrNameLst>
                                          <p:attrName>ppt_x</p:attrName>
                                        </p:attrNameLst>
                                      </p:cBhvr>
                                      <p:tavLst>
                                        <p:tav tm="0">
                                          <p:val>
                                            <p:strVal val="#ppt_x+0.11286761"/>
                                          </p:val>
                                        </p:tav>
                                        <p:tav tm="100000">
                                          <p:val>
                                            <p:strVal val="#ppt_x+0.11286761"/>
                                          </p:val>
                                        </p:tav>
                                      </p:tavLst>
                                    </p:anim>
                                    <p:anim to="" calcmode="lin" valueType="num">
                                      <p:cBhvr>
                                        <p:cTn id="208" dur="500" fill="hold">
                                          <p:stCondLst>
                                            <p:cond delay="0"/>
                                          </p:stCondLst>
                                        </p:cTn>
                                        <p:tgtEl>
                                          <p:spTgt spid="23"/>
                                        </p:tgtEl>
                                        <p:attrNameLst>
                                          <p:attrName>ppt_y</p:attrName>
                                        </p:attrNameLst>
                                      </p:cBhvr>
                                      <p:tavLst>
                                        <p:tav tm="0">
                                          <p:val>
                                            <p:strVal val="#ppt_y+0"/>
                                          </p:val>
                                        </p:tav>
                                        <p:tav tm="100000">
                                          <p:val>
                                            <p:strVal val="#ppt_y+0"/>
                                          </p:val>
                                        </p:tav>
                                      </p:tavLst>
                                    </p:anim>
                                  </p:childTnLst>
                                </p:cTn>
                              </p:par>
                              <p:par>
                                <p:cTn id="209" presetID="23" presetClass="entr" presetSubtype="288" fill="hold" grpId="0" nodeType="withEffect">
                                  <p:stCondLst>
                                    <p:cond delay="0"/>
                                  </p:stCondLst>
                                  <p:childTnLst>
                                    <p:set>
                                      <p:cBhvr>
                                        <p:cTn id="210" dur="1" fill="hold">
                                          <p:stCondLst>
                                            <p:cond delay="0"/>
                                          </p:stCondLst>
                                        </p:cTn>
                                        <p:tgtEl>
                                          <p:spTgt spid="119"/>
                                        </p:tgtEl>
                                        <p:attrNameLst>
                                          <p:attrName>style.visibility</p:attrName>
                                        </p:attrNameLst>
                                      </p:cBhvr>
                                      <p:to>
                                        <p:strVal val="visible"/>
                                      </p:to>
                                    </p:set>
                                    <p:anim calcmode="lin" valueType="num">
                                      <p:cBhvr>
                                        <p:cTn id="211" dur="500" fill="hold"/>
                                        <p:tgtEl>
                                          <p:spTgt spid="119"/>
                                        </p:tgtEl>
                                        <p:attrNameLst>
                                          <p:attrName>ppt_w</p:attrName>
                                        </p:attrNameLst>
                                      </p:cBhvr>
                                      <p:tavLst>
                                        <p:tav tm="0">
                                          <p:val>
                                            <p:strVal val="4/3*#ppt_w"/>
                                          </p:val>
                                        </p:tav>
                                        <p:tav tm="100000">
                                          <p:val>
                                            <p:strVal val="#ppt_w"/>
                                          </p:val>
                                        </p:tav>
                                      </p:tavLst>
                                    </p:anim>
                                    <p:anim calcmode="lin" valueType="num">
                                      <p:cBhvr>
                                        <p:cTn id="212" dur="500" fill="hold"/>
                                        <p:tgtEl>
                                          <p:spTgt spid="119"/>
                                        </p:tgtEl>
                                        <p:attrNameLst>
                                          <p:attrName>ppt_h</p:attrName>
                                        </p:attrNameLst>
                                      </p:cBhvr>
                                      <p:tavLst>
                                        <p:tav tm="0">
                                          <p:val>
                                            <p:strVal val="4/3*#ppt_h"/>
                                          </p:val>
                                        </p:tav>
                                        <p:tav tm="100000">
                                          <p:val>
                                            <p:strVal val="#ppt_h"/>
                                          </p:val>
                                        </p:tav>
                                      </p:tavLst>
                                    </p:anim>
                                    <p:anim to="" calcmode="lin" valueType="num">
                                      <p:cBhvr>
                                        <p:cTn id="213" dur="500" fill="hold">
                                          <p:stCondLst>
                                            <p:cond delay="0"/>
                                          </p:stCondLst>
                                        </p:cTn>
                                        <p:tgtEl>
                                          <p:spTgt spid="119"/>
                                        </p:tgtEl>
                                        <p:attrNameLst>
                                          <p:attrName>ppt_x</p:attrName>
                                        </p:attrNameLst>
                                      </p:cBhvr>
                                      <p:tavLst>
                                        <p:tav tm="0">
                                          <p:val>
                                            <p:strVal val="#ppt_x+0.11286761"/>
                                          </p:val>
                                        </p:tav>
                                        <p:tav tm="100000">
                                          <p:val>
                                            <p:strVal val="#ppt_x+0.11286761"/>
                                          </p:val>
                                        </p:tav>
                                      </p:tavLst>
                                    </p:anim>
                                    <p:anim to="" calcmode="lin" valueType="num">
                                      <p:cBhvr>
                                        <p:cTn id="214" dur="500" fill="hold">
                                          <p:stCondLst>
                                            <p:cond delay="0"/>
                                          </p:stCondLst>
                                        </p:cTn>
                                        <p:tgtEl>
                                          <p:spTgt spid="119"/>
                                        </p:tgtEl>
                                        <p:attrNameLst>
                                          <p:attrName>ppt_y</p:attrName>
                                        </p:attrNameLst>
                                      </p:cBhvr>
                                      <p:tavLst>
                                        <p:tav tm="0">
                                          <p:val>
                                            <p:strVal val="#ppt_y+0"/>
                                          </p:val>
                                        </p:tav>
                                        <p:tav tm="100000">
                                          <p:val>
                                            <p:strVal val="#ppt_y+0"/>
                                          </p:val>
                                        </p:tav>
                                      </p:tavLst>
                                    </p:anim>
                                  </p:childTnLst>
                                </p:cTn>
                              </p:par>
                              <p:par>
                                <p:cTn id="215" presetID="23" presetClass="entr" presetSubtype="288" fill="hold" grpId="0" nodeType="withEffect">
                                  <p:stCondLst>
                                    <p:cond delay="0"/>
                                  </p:stCondLst>
                                  <p:childTnLst>
                                    <p:set>
                                      <p:cBhvr>
                                        <p:cTn id="216" dur="1" fill="hold">
                                          <p:stCondLst>
                                            <p:cond delay="0"/>
                                          </p:stCondLst>
                                        </p:cTn>
                                        <p:tgtEl>
                                          <p:spTgt spid="24"/>
                                        </p:tgtEl>
                                        <p:attrNameLst>
                                          <p:attrName>style.visibility</p:attrName>
                                        </p:attrNameLst>
                                      </p:cBhvr>
                                      <p:to>
                                        <p:strVal val="visible"/>
                                      </p:to>
                                    </p:set>
                                    <p:anim calcmode="lin" valueType="num">
                                      <p:cBhvr>
                                        <p:cTn id="217" dur="500" fill="hold"/>
                                        <p:tgtEl>
                                          <p:spTgt spid="24"/>
                                        </p:tgtEl>
                                        <p:attrNameLst>
                                          <p:attrName>ppt_w</p:attrName>
                                        </p:attrNameLst>
                                      </p:cBhvr>
                                      <p:tavLst>
                                        <p:tav tm="0">
                                          <p:val>
                                            <p:strVal val="4/3*#ppt_w"/>
                                          </p:val>
                                        </p:tav>
                                        <p:tav tm="100000">
                                          <p:val>
                                            <p:strVal val="#ppt_w"/>
                                          </p:val>
                                        </p:tav>
                                      </p:tavLst>
                                    </p:anim>
                                    <p:anim calcmode="lin" valueType="num">
                                      <p:cBhvr>
                                        <p:cTn id="218" dur="500" fill="hold"/>
                                        <p:tgtEl>
                                          <p:spTgt spid="24"/>
                                        </p:tgtEl>
                                        <p:attrNameLst>
                                          <p:attrName>ppt_h</p:attrName>
                                        </p:attrNameLst>
                                      </p:cBhvr>
                                      <p:tavLst>
                                        <p:tav tm="0">
                                          <p:val>
                                            <p:strVal val="4/3*#ppt_h"/>
                                          </p:val>
                                        </p:tav>
                                        <p:tav tm="100000">
                                          <p:val>
                                            <p:strVal val="#ppt_h"/>
                                          </p:val>
                                        </p:tav>
                                      </p:tavLst>
                                    </p:anim>
                                    <p:anim to="" calcmode="lin" valueType="num">
                                      <p:cBhvr>
                                        <p:cTn id="219" dur="500" fill="hold">
                                          <p:stCondLst>
                                            <p:cond delay="0"/>
                                          </p:stCondLst>
                                        </p:cTn>
                                        <p:tgtEl>
                                          <p:spTgt spid="24"/>
                                        </p:tgtEl>
                                        <p:attrNameLst>
                                          <p:attrName>ppt_x</p:attrName>
                                        </p:attrNameLst>
                                      </p:cBhvr>
                                      <p:tavLst>
                                        <p:tav tm="0">
                                          <p:val>
                                            <p:strVal val="#ppt_x+0.11286761"/>
                                          </p:val>
                                        </p:tav>
                                        <p:tav tm="100000">
                                          <p:val>
                                            <p:strVal val="#ppt_x+0.11286761"/>
                                          </p:val>
                                        </p:tav>
                                      </p:tavLst>
                                    </p:anim>
                                    <p:anim to="" calcmode="lin" valueType="num">
                                      <p:cBhvr>
                                        <p:cTn id="220" dur="500" fill="hold">
                                          <p:stCondLst>
                                            <p:cond delay="0"/>
                                          </p:stCondLst>
                                        </p:cTn>
                                        <p:tgtEl>
                                          <p:spTgt spid="24"/>
                                        </p:tgtEl>
                                        <p:attrNameLst>
                                          <p:attrName>ppt_y</p:attrName>
                                        </p:attrNameLst>
                                      </p:cBhvr>
                                      <p:tavLst>
                                        <p:tav tm="0">
                                          <p:val>
                                            <p:strVal val="#ppt_y+0"/>
                                          </p:val>
                                        </p:tav>
                                        <p:tav tm="100000">
                                          <p:val>
                                            <p:strVal val="#ppt_y+0"/>
                                          </p:val>
                                        </p:tav>
                                      </p:tavLst>
                                    </p:anim>
                                  </p:childTnLst>
                                </p:cTn>
                              </p:par>
                              <p:par>
                                <p:cTn id="221" presetID="23" presetClass="entr" presetSubtype="288" fill="hold" nodeType="withEffect">
                                  <p:stCondLst>
                                    <p:cond delay="0"/>
                                  </p:stCondLst>
                                  <p:childTnLst>
                                    <p:set>
                                      <p:cBhvr>
                                        <p:cTn id="222" dur="1" fill="hold">
                                          <p:stCondLst>
                                            <p:cond delay="0"/>
                                          </p:stCondLst>
                                        </p:cTn>
                                        <p:tgtEl>
                                          <p:spTgt spid="25"/>
                                        </p:tgtEl>
                                        <p:attrNameLst>
                                          <p:attrName>style.visibility</p:attrName>
                                        </p:attrNameLst>
                                      </p:cBhvr>
                                      <p:to>
                                        <p:strVal val="visible"/>
                                      </p:to>
                                    </p:set>
                                    <p:anim calcmode="lin" valueType="num">
                                      <p:cBhvr>
                                        <p:cTn id="223" dur="500" fill="hold"/>
                                        <p:tgtEl>
                                          <p:spTgt spid="25"/>
                                        </p:tgtEl>
                                        <p:attrNameLst>
                                          <p:attrName>ppt_w</p:attrName>
                                        </p:attrNameLst>
                                      </p:cBhvr>
                                      <p:tavLst>
                                        <p:tav tm="0">
                                          <p:val>
                                            <p:strVal val="4/3*#ppt_w"/>
                                          </p:val>
                                        </p:tav>
                                        <p:tav tm="100000">
                                          <p:val>
                                            <p:strVal val="#ppt_w"/>
                                          </p:val>
                                        </p:tav>
                                      </p:tavLst>
                                    </p:anim>
                                    <p:anim calcmode="lin" valueType="num">
                                      <p:cBhvr>
                                        <p:cTn id="224" dur="500" fill="hold"/>
                                        <p:tgtEl>
                                          <p:spTgt spid="25"/>
                                        </p:tgtEl>
                                        <p:attrNameLst>
                                          <p:attrName>ppt_h</p:attrName>
                                        </p:attrNameLst>
                                      </p:cBhvr>
                                      <p:tavLst>
                                        <p:tav tm="0">
                                          <p:val>
                                            <p:strVal val="4/3*#ppt_h"/>
                                          </p:val>
                                        </p:tav>
                                        <p:tav tm="100000">
                                          <p:val>
                                            <p:strVal val="#ppt_h"/>
                                          </p:val>
                                        </p:tav>
                                      </p:tavLst>
                                    </p:anim>
                                    <p:anim to="" calcmode="lin" valueType="num">
                                      <p:cBhvr>
                                        <p:cTn id="225" dur="500" fill="hold">
                                          <p:stCondLst>
                                            <p:cond delay="0"/>
                                          </p:stCondLst>
                                        </p:cTn>
                                        <p:tgtEl>
                                          <p:spTgt spid="25"/>
                                        </p:tgtEl>
                                        <p:attrNameLst>
                                          <p:attrName>ppt_x</p:attrName>
                                        </p:attrNameLst>
                                      </p:cBhvr>
                                      <p:tavLst>
                                        <p:tav tm="0">
                                          <p:val>
                                            <p:strVal val="#ppt_x+0.11286761"/>
                                          </p:val>
                                        </p:tav>
                                        <p:tav tm="100000">
                                          <p:val>
                                            <p:strVal val="#ppt_x+0.11286761"/>
                                          </p:val>
                                        </p:tav>
                                      </p:tavLst>
                                    </p:anim>
                                    <p:anim to="" calcmode="lin" valueType="num">
                                      <p:cBhvr>
                                        <p:cTn id="226" dur="500" fill="hold">
                                          <p:stCondLst>
                                            <p:cond delay="0"/>
                                          </p:stCondLst>
                                        </p:cTn>
                                        <p:tgtEl>
                                          <p:spTgt spid="25"/>
                                        </p:tgtEl>
                                        <p:attrNameLst>
                                          <p:attrName>ppt_y</p:attrName>
                                        </p:attrNameLst>
                                      </p:cBhvr>
                                      <p:tavLst>
                                        <p:tav tm="0">
                                          <p:val>
                                            <p:strVal val="#ppt_y+0"/>
                                          </p:val>
                                        </p:tav>
                                        <p:tav tm="100000">
                                          <p:val>
                                            <p:strVal val="#ppt_y+0"/>
                                          </p:val>
                                        </p:tav>
                                      </p:tavLst>
                                    </p:anim>
                                  </p:childTnLst>
                                </p:cTn>
                              </p:par>
                              <p:par>
                                <p:cTn id="227" presetID="23" presetClass="entr" presetSubtype="288" fill="hold" grpId="0" nodeType="withEffect">
                                  <p:stCondLst>
                                    <p:cond delay="0"/>
                                  </p:stCondLst>
                                  <p:childTnLst>
                                    <p:set>
                                      <p:cBhvr>
                                        <p:cTn id="228" dur="1" fill="hold">
                                          <p:stCondLst>
                                            <p:cond delay="0"/>
                                          </p:stCondLst>
                                        </p:cTn>
                                        <p:tgtEl>
                                          <p:spTgt spid="27"/>
                                        </p:tgtEl>
                                        <p:attrNameLst>
                                          <p:attrName>style.visibility</p:attrName>
                                        </p:attrNameLst>
                                      </p:cBhvr>
                                      <p:to>
                                        <p:strVal val="visible"/>
                                      </p:to>
                                    </p:set>
                                    <p:anim calcmode="lin" valueType="num">
                                      <p:cBhvr>
                                        <p:cTn id="229" dur="500" fill="hold"/>
                                        <p:tgtEl>
                                          <p:spTgt spid="27"/>
                                        </p:tgtEl>
                                        <p:attrNameLst>
                                          <p:attrName>ppt_w</p:attrName>
                                        </p:attrNameLst>
                                      </p:cBhvr>
                                      <p:tavLst>
                                        <p:tav tm="0">
                                          <p:val>
                                            <p:strVal val="4/3*#ppt_w"/>
                                          </p:val>
                                        </p:tav>
                                        <p:tav tm="100000">
                                          <p:val>
                                            <p:strVal val="#ppt_w"/>
                                          </p:val>
                                        </p:tav>
                                      </p:tavLst>
                                    </p:anim>
                                    <p:anim calcmode="lin" valueType="num">
                                      <p:cBhvr>
                                        <p:cTn id="230" dur="500" fill="hold"/>
                                        <p:tgtEl>
                                          <p:spTgt spid="27"/>
                                        </p:tgtEl>
                                        <p:attrNameLst>
                                          <p:attrName>ppt_h</p:attrName>
                                        </p:attrNameLst>
                                      </p:cBhvr>
                                      <p:tavLst>
                                        <p:tav tm="0">
                                          <p:val>
                                            <p:strVal val="4/3*#ppt_h"/>
                                          </p:val>
                                        </p:tav>
                                        <p:tav tm="100000">
                                          <p:val>
                                            <p:strVal val="#ppt_h"/>
                                          </p:val>
                                        </p:tav>
                                      </p:tavLst>
                                    </p:anim>
                                    <p:anim to="" calcmode="lin" valueType="num">
                                      <p:cBhvr>
                                        <p:cTn id="231" dur="500" fill="hold">
                                          <p:stCondLst>
                                            <p:cond delay="0"/>
                                          </p:stCondLst>
                                        </p:cTn>
                                        <p:tgtEl>
                                          <p:spTgt spid="27"/>
                                        </p:tgtEl>
                                        <p:attrNameLst>
                                          <p:attrName>ppt_x</p:attrName>
                                        </p:attrNameLst>
                                      </p:cBhvr>
                                      <p:tavLst>
                                        <p:tav tm="0">
                                          <p:val>
                                            <p:strVal val="#ppt_x+0.11286761"/>
                                          </p:val>
                                        </p:tav>
                                        <p:tav tm="100000">
                                          <p:val>
                                            <p:strVal val="#ppt_x+0.11286761"/>
                                          </p:val>
                                        </p:tav>
                                      </p:tavLst>
                                    </p:anim>
                                    <p:anim to="" calcmode="lin" valueType="num">
                                      <p:cBhvr>
                                        <p:cTn id="232" dur="500" fill="hold">
                                          <p:stCondLst>
                                            <p:cond delay="0"/>
                                          </p:stCondLst>
                                        </p:cTn>
                                        <p:tgtEl>
                                          <p:spTgt spid="27"/>
                                        </p:tgtEl>
                                        <p:attrNameLst>
                                          <p:attrName>ppt_y</p:attrName>
                                        </p:attrNameLst>
                                      </p:cBhvr>
                                      <p:tavLst>
                                        <p:tav tm="0">
                                          <p:val>
                                            <p:strVal val="#ppt_y+0"/>
                                          </p:val>
                                        </p:tav>
                                        <p:tav tm="100000">
                                          <p:val>
                                            <p:strVal val="#ppt_y+0"/>
                                          </p:val>
                                        </p:tav>
                                      </p:tavLst>
                                    </p:anim>
                                  </p:childTnLst>
                                </p:cTn>
                              </p:par>
                              <p:par>
                                <p:cTn id="233" presetID="23" presetClass="entr" presetSubtype="288" fill="hold" grpId="0" nodeType="withEffect">
                                  <p:stCondLst>
                                    <p:cond delay="0"/>
                                  </p:stCondLst>
                                  <p:childTnLst>
                                    <p:set>
                                      <p:cBhvr>
                                        <p:cTn id="234" dur="1" fill="hold">
                                          <p:stCondLst>
                                            <p:cond delay="0"/>
                                          </p:stCondLst>
                                        </p:cTn>
                                        <p:tgtEl>
                                          <p:spTgt spid="31"/>
                                        </p:tgtEl>
                                        <p:attrNameLst>
                                          <p:attrName>style.visibility</p:attrName>
                                        </p:attrNameLst>
                                      </p:cBhvr>
                                      <p:to>
                                        <p:strVal val="visible"/>
                                      </p:to>
                                    </p:set>
                                    <p:anim calcmode="lin" valueType="num">
                                      <p:cBhvr>
                                        <p:cTn id="235" dur="500" fill="hold"/>
                                        <p:tgtEl>
                                          <p:spTgt spid="31"/>
                                        </p:tgtEl>
                                        <p:attrNameLst>
                                          <p:attrName>ppt_w</p:attrName>
                                        </p:attrNameLst>
                                      </p:cBhvr>
                                      <p:tavLst>
                                        <p:tav tm="0">
                                          <p:val>
                                            <p:strVal val="4/3*#ppt_w"/>
                                          </p:val>
                                        </p:tav>
                                        <p:tav tm="100000">
                                          <p:val>
                                            <p:strVal val="#ppt_w"/>
                                          </p:val>
                                        </p:tav>
                                      </p:tavLst>
                                    </p:anim>
                                    <p:anim calcmode="lin" valueType="num">
                                      <p:cBhvr>
                                        <p:cTn id="236" dur="500" fill="hold"/>
                                        <p:tgtEl>
                                          <p:spTgt spid="31"/>
                                        </p:tgtEl>
                                        <p:attrNameLst>
                                          <p:attrName>ppt_h</p:attrName>
                                        </p:attrNameLst>
                                      </p:cBhvr>
                                      <p:tavLst>
                                        <p:tav tm="0">
                                          <p:val>
                                            <p:strVal val="4/3*#ppt_h"/>
                                          </p:val>
                                        </p:tav>
                                        <p:tav tm="100000">
                                          <p:val>
                                            <p:strVal val="#ppt_h"/>
                                          </p:val>
                                        </p:tav>
                                      </p:tavLst>
                                    </p:anim>
                                    <p:anim to="" calcmode="lin" valueType="num">
                                      <p:cBhvr>
                                        <p:cTn id="237" dur="500" fill="hold">
                                          <p:stCondLst>
                                            <p:cond delay="0"/>
                                          </p:stCondLst>
                                        </p:cTn>
                                        <p:tgtEl>
                                          <p:spTgt spid="31"/>
                                        </p:tgtEl>
                                        <p:attrNameLst>
                                          <p:attrName>ppt_x</p:attrName>
                                        </p:attrNameLst>
                                      </p:cBhvr>
                                      <p:tavLst>
                                        <p:tav tm="0">
                                          <p:val>
                                            <p:strVal val="#ppt_x+0.11286761"/>
                                          </p:val>
                                        </p:tav>
                                        <p:tav tm="100000">
                                          <p:val>
                                            <p:strVal val="#ppt_x+0.11286761"/>
                                          </p:val>
                                        </p:tav>
                                      </p:tavLst>
                                    </p:anim>
                                    <p:anim to="" calcmode="lin" valueType="num">
                                      <p:cBhvr>
                                        <p:cTn id="238" dur="500" fill="hold">
                                          <p:stCondLst>
                                            <p:cond delay="0"/>
                                          </p:stCondLst>
                                        </p:cTn>
                                        <p:tgtEl>
                                          <p:spTgt spid="31"/>
                                        </p:tgtEl>
                                        <p:attrNameLst>
                                          <p:attrName>ppt_y</p:attrName>
                                        </p:attrNameLst>
                                      </p:cBhvr>
                                      <p:tavLst>
                                        <p:tav tm="0">
                                          <p:val>
                                            <p:strVal val="#ppt_y+0"/>
                                          </p:val>
                                        </p:tav>
                                        <p:tav tm="100000">
                                          <p:val>
                                            <p:strVal val="#ppt_y+0"/>
                                          </p:val>
                                        </p:tav>
                                      </p:tavLst>
                                    </p:anim>
                                  </p:childTnLst>
                                </p:cTn>
                              </p:par>
                              <p:par>
                                <p:cTn id="239" presetID="23" presetClass="entr" presetSubtype="288" fill="hold" grpId="0" nodeType="withEffect">
                                  <p:stCondLst>
                                    <p:cond delay="0"/>
                                  </p:stCondLst>
                                  <p:childTnLst>
                                    <p:set>
                                      <p:cBhvr>
                                        <p:cTn id="240" dur="1" fill="hold">
                                          <p:stCondLst>
                                            <p:cond delay="0"/>
                                          </p:stCondLst>
                                        </p:cTn>
                                        <p:tgtEl>
                                          <p:spTgt spid="32"/>
                                        </p:tgtEl>
                                        <p:attrNameLst>
                                          <p:attrName>style.visibility</p:attrName>
                                        </p:attrNameLst>
                                      </p:cBhvr>
                                      <p:to>
                                        <p:strVal val="visible"/>
                                      </p:to>
                                    </p:set>
                                    <p:anim calcmode="lin" valueType="num">
                                      <p:cBhvr>
                                        <p:cTn id="241" dur="500" fill="hold"/>
                                        <p:tgtEl>
                                          <p:spTgt spid="32"/>
                                        </p:tgtEl>
                                        <p:attrNameLst>
                                          <p:attrName>ppt_w</p:attrName>
                                        </p:attrNameLst>
                                      </p:cBhvr>
                                      <p:tavLst>
                                        <p:tav tm="0">
                                          <p:val>
                                            <p:strVal val="4/3*#ppt_w"/>
                                          </p:val>
                                        </p:tav>
                                        <p:tav tm="100000">
                                          <p:val>
                                            <p:strVal val="#ppt_w"/>
                                          </p:val>
                                        </p:tav>
                                      </p:tavLst>
                                    </p:anim>
                                    <p:anim calcmode="lin" valueType="num">
                                      <p:cBhvr>
                                        <p:cTn id="242" dur="500" fill="hold"/>
                                        <p:tgtEl>
                                          <p:spTgt spid="32"/>
                                        </p:tgtEl>
                                        <p:attrNameLst>
                                          <p:attrName>ppt_h</p:attrName>
                                        </p:attrNameLst>
                                      </p:cBhvr>
                                      <p:tavLst>
                                        <p:tav tm="0">
                                          <p:val>
                                            <p:strVal val="4/3*#ppt_h"/>
                                          </p:val>
                                        </p:tav>
                                        <p:tav tm="100000">
                                          <p:val>
                                            <p:strVal val="#ppt_h"/>
                                          </p:val>
                                        </p:tav>
                                      </p:tavLst>
                                    </p:anim>
                                    <p:anim to="" calcmode="lin" valueType="num">
                                      <p:cBhvr>
                                        <p:cTn id="243" dur="500" fill="hold">
                                          <p:stCondLst>
                                            <p:cond delay="0"/>
                                          </p:stCondLst>
                                        </p:cTn>
                                        <p:tgtEl>
                                          <p:spTgt spid="32"/>
                                        </p:tgtEl>
                                        <p:attrNameLst>
                                          <p:attrName>ppt_x</p:attrName>
                                        </p:attrNameLst>
                                      </p:cBhvr>
                                      <p:tavLst>
                                        <p:tav tm="0">
                                          <p:val>
                                            <p:strVal val="#ppt_x+0.11286761"/>
                                          </p:val>
                                        </p:tav>
                                        <p:tav tm="100000">
                                          <p:val>
                                            <p:strVal val="#ppt_x+0.11286761"/>
                                          </p:val>
                                        </p:tav>
                                      </p:tavLst>
                                    </p:anim>
                                    <p:anim to="" calcmode="lin" valueType="num">
                                      <p:cBhvr>
                                        <p:cTn id="244" dur="500" fill="hold">
                                          <p:stCondLst>
                                            <p:cond delay="0"/>
                                          </p:stCondLst>
                                        </p:cTn>
                                        <p:tgtEl>
                                          <p:spTgt spid="32"/>
                                        </p:tgtEl>
                                        <p:attrNameLst>
                                          <p:attrName>ppt_y</p:attrName>
                                        </p:attrNameLst>
                                      </p:cBhvr>
                                      <p:tavLst>
                                        <p:tav tm="0">
                                          <p:val>
                                            <p:strVal val="#ppt_y+0"/>
                                          </p:val>
                                        </p:tav>
                                        <p:tav tm="100000">
                                          <p:val>
                                            <p:strVal val="#ppt_y+0"/>
                                          </p:val>
                                        </p:tav>
                                      </p:tavLst>
                                    </p:anim>
                                  </p:childTnLst>
                                </p:cTn>
                              </p:par>
                              <p:par>
                                <p:cTn id="245" presetID="23" presetClass="entr" presetSubtype="288" fill="hold" grpId="0" nodeType="withEffect">
                                  <p:stCondLst>
                                    <p:cond delay="0"/>
                                  </p:stCondLst>
                                  <p:childTnLst>
                                    <p:set>
                                      <p:cBhvr>
                                        <p:cTn id="246" dur="1" fill="hold">
                                          <p:stCondLst>
                                            <p:cond delay="0"/>
                                          </p:stCondLst>
                                        </p:cTn>
                                        <p:tgtEl>
                                          <p:spTgt spid="33"/>
                                        </p:tgtEl>
                                        <p:attrNameLst>
                                          <p:attrName>style.visibility</p:attrName>
                                        </p:attrNameLst>
                                      </p:cBhvr>
                                      <p:to>
                                        <p:strVal val="visible"/>
                                      </p:to>
                                    </p:set>
                                    <p:anim calcmode="lin" valueType="num">
                                      <p:cBhvr>
                                        <p:cTn id="247" dur="500" fill="hold"/>
                                        <p:tgtEl>
                                          <p:spTgt spid="33"/>
                                        </p:tgtEl>
                                        <p:attrNameLst>
                                          <p:attrName>ppt_w</p:attrName>
                                        </p:attrNameLst>
                                      </p:cBhvr>
                                      <p:tavLst>
                                        <p:tav tm="0">
                                          <p:val>
                                            <p:strVal val="4/3*#ppt_w"/>
                                          </p:val>
                                        </p:tav>
                                        <p:tav tm="100000">
                                          <p:val>
                                            <p:strVal val="#ppt_w"/>
                                          </p:val>
                                        </p:tav>
                                      </p:tavLst>
                                    </p:anim>
                                    <p:anim calcmode="lin" valueType="num">
                                      <p:cBhvr>
                                        <p:cTn id="248" dur="500" fill="hold"/>
                                        <p:tgtEl>
                                          <p:spTgt spid="33"/>
                                        </p:tgtEl>
                                        <p:attrNameLst>
                                          <p:attrName>ppt_h</p:attrName>
                                        </p:attrNameLst>
                                      </p:cBhvr>
                                      <p:tavLst>
                                        <p:tav tm="0">
                                          <p:val>
                                            <p:strVal val="4/3*#ppt_h"/>
                                          </p:val>
                                        </p:tav>
                                        <p:tav tm="100000">
                                          <p:val>
                                            <p:strVal val="#ppt_h"/>
                                          </p:val>
                                        </p:tav>
                                      </p:tavLst>
                                    </p:anim>
                                    <p:anim to="" calcmode="lin" valueType="num">
                                      <p:cBhvr>
                                        <p:cTn id="249" dur="500" fill="hold">
                                          <p:stCondLst>
                                            <p:cond delay="0"/>
                                          </p:stCondLst>
                                        </p:cTn>
                                        <p:tgtEl>
                                          <p:spTgt spid="33"/>
                                        </p:tgtEl>
                                        <p:attrNameLst>
                                          <p:attrName>ppt_x</p:attrName>
                                        </p:attrNameLst>
                                      </p:cBhvr>
                                      <p:tavLst>
                                        <p:tav tm="0">
                                          <p:val>
                                            <p:strVal val="#ppt_x+0.11286761"/>
                                          </p:val>
                                        </p:tav>
                                        <p:tav tm="100000">
                                          <p:val>
                                            <p:strVal val="#ppt_x+0.11286761"/>
                                          </p:val>
                                        </p:tav>
                                      </p:tavLst>
                                    </p:anim>
                                    <p:anim to="" calcmode="lin" valueType="num">
                                      <p:cBhvr>
                                        <p:cTn id="250" dur="500" fill="hold">
                                          <p:stCondLst>
                                            <p:cond delay="0"/>
                                          </p:stCondLst>
                                        </p:cTn>
                                        <p:tgtEl>
                                          <p:spTgt spid="33"/>
                                        </p:tgtEl>
                                        <p:attrNameLst>
                                          <p:attrName>ppt_y</p:attrName>
                                        </p:attrNameLst>
                                      </p:cBhvr>
                                      <p:tavLst>
                                        <p:tav tm="0">
                                          <p:val>
                                            <p:strVal val="#ppt_y+0"/>
                                          </p:val>
                                        </p:tav>
                                        <p:tav tm="100000">
                                          <p:val>
                                            <p:strVal val="#ppt_y+0"/>
                                          </p:val>
                                        </p:tav>
                                      </p:tavLst>
                                    </p:anim>
                                  </p:childTnLst>
                                </p:cTn>
                              </p:par>
                              <p:par>
                                <p:cTn id="251" presetID="35" presetClass="path" presetSubtype="0" accel="50000" decel="50000" fill="hold" grpId="2" nodeType="withEffect">
                                  <p:stCondLst>
                                    <p:cond delay="0"/>
                                  </p:stCondLst>
                                  <p:childTnLst>
                                    <p:anim to="" calcmode="lin" valueType="num">
                                      <p:cBhvr>
                                        <p:cTn id="252" dur="500" fill="hold">
                                          <p:stCondLst>
                                            <p:cond delay="0"/>
                                          </p:stCondLst>
                                        </p:cTn>
                                        <p:tgtEl>
                                          <p:spTgt spid="2"/>
                                        </p:tgtEl>
                                        <p:attrNameLst>
                                          <p:attrName>ppt_x</p:attrName>
                                        </p:attrNameLst>
                                      </p:cBhvr>
                                      <p:tavLst>
                                        <p:tav tm="0">
                                          <p:val>
                                            <p:strVal val="ppt_x"/>
                                          </p:val>
                                        </p:tav>
                                        <p:tav tm="100000">
                                          <p:val>
                                            <p:strVal val="#ppt_x+0.11286761"/>
                                          </p:val>
                                        </p:tav>
                                      </p:tavLst>
                                    </p:anim>
                                    <p:anim to="" calcmode="lin" valueType="num">
                                      <p:cBhvr>
                                        <p:cTn id="253" dur="500" fill="hold">
                                          <p:stCondLst>
                                            <p:cond delay="0"/>
                                          </p:stCondLst>
                                        </p:cTn>
                                        <p:tgtEl>
                                          <p:spTgt spid="2"/>
                                        </p:tgtEl>
                                        <p:attrNameLst>
                                          <p:attrName>ppt_y</p:attrName>
                                        </p:attrNameLst>
                                      </p:cBhvr>
                                      <p:tavLst>
                                        <p:tav tm="0">
                                          <p:val>
                                            <p:strVal val="ppt_y"/>
                                          </p:val>
                                        </p:tav>
                                        <p:tav tm="100000">
                                          <p:val>
                                            <p:strVal val="#ppt_y+0"/>
                                          </p:val>
                                        </p:tav>
                                      </p:tavLst>
                                    </p:anim>
                                    <p:anim to="" calcmode="lin" valueType="num">
                                      <p:cBhvr>
                                        <p:cTn id="254" dur="500" fill="hold">
                                          <p:stCondLst>
                                            <p:cond delay="0"/>
                                          </p:stCondLst>
                                        </p:cTn>
                                        <p:tgtEl>
                                          <p:spTgt spid="2"/>
                                        </p:tgtEl>
                                        <p:attrNameLst>
                                          <p:attrName>ppt_w</p:attrName>
                                        </p:attrNameLst>
                                      </p:cBhvr>
                                      <p:tavLst>
                                        <p:tav tm="0">
                                          <p:val>
                                            <p:strVal val="ppt_w"/>
                                          </p:val>
                                        </p:tav>
                                        <p:tav tm="100000">
                                          <p:val>
                                            <p:strVal val="#ppt_w"/>
                                          </p:val>
                                        </p:tav>
                                      </p:tavLst>
                                    </p:anim>
                                    <p:anim to="" calcmode="lin" valueType="num">
                                      <p:cBhvr>
                                        <p:cTn id="255" dur="500" fill="hold">
                                          <p:stCondLst>
                                            <p:cond delay="0"/>
                                          </p:stCondLst>
                                        </p:cTn>
                                        <p:tgtEl>
                                          <p:spTgt spid="2"/>
                                        </p:tgtEl>
                                        <p:attrNameLst>
                                          <p:attrName>ppt_h</p:attrName>
                                        </p:attrNameLst>
                                      </p:cBhvr>
                                      <p:tavLst>
                                        <p:tav tm="0">
                                          <p:val>
                                            <p:strVal val="ppt_h"/>
                                          </p:val>
                                        </p:tav>
                                        <p:tav tm="100000">
                                          <p:val>
                                            <p:strVal val="#ppt_h"/>
                                          </p:val>
                                        </p:tav>
                                      </p:tavLst>
                                    </p:anim>
                                  </p:childTnLst>
                                </p:cTn>
                              </p:par>
                              <p:par>
                                <p:cTn id="256" presetID="35" presetClass="path" presetSubtype="0" accel="50000" decel="50000" fill="hold" grpId="2" nodeType="withEffect">
                                  <p:stCondLst>
                                    <p:cond delay="0"/>
                                  </p:stCondLst>
                                  <p:childTnLst>
                                    <p:anim to="" calcmode="lin" valueType="num">
                                      <p:cBhvr>
                                        <p:cTn id="257" dur="500" fill="hold">
                                          <p:stCondLst>
                                            <p:cond delay="0"/>
                                          </p:stCondLst>
                                        </p:cTn>
                                        <p:tgtEl>
                                          <p:spTgt spid="59"/>
                                        </p:tgtEl>
                                        <p:attrNameLst>
                                          <p:attrName>ppt_x</p:attrName>
                                        </p:attrNameLst>
                                      </p:cBhvr>
                                      <p:tavLst>
                                        <p:tav tm="0">
                                          <p:val>
                                            <p:strVal val="ppt_x"/>
                                          </p:val>
                                        </p:tav>
                                        <p:tav tm="100000">
                                          <p:val>
                                            <p:strVal val="#ppt_x+0.112867594"/>
                                          </p:val>
                                        </p:tav>
                                      </p:tavLst>
                                    </p:anim>
                                    <p:anim to="" calcmode="lin" valueType="num">
                                      <p:cBhvr>
                                        <p:cTn id="258" dur="500" fill="hold">
                                          <p:stCondLst>
                                            <p:cond delay="0"/>
                                          </p:stCondLst>
                                        </p:cTn>
                                        <p:tgtEl>
                                          <p:spTgt spid="59"/>
                                        </p:tgtEl>
                                        <p:attrNameLst>
                                          <p:attrName>ppt_y</p:attrName>
                                        </p:attrNameLst>
                                      </p:cBhvr>
                                      <p:tavLst>
                                        <p:tav tm="0">
                                          <p:val>
                                            <p:strVal val="ppt_y"/>
                                          </p:val>
                                        </p:tav>
                                        <p:tav tm="100000">
                                          <p:val>
                                            <p:strVal val="#ppt_y+0"/>
                                          </p:val>
                                        </p:tav>
                                      </p:tavLst>
                                    </p:anim>
                                    <p:anim to="" calcmode="lin" valueType="num">
                                      <p:cBhvr>
                                        <p:cTn id="259" dur="500" fill="hold">
                                          <p:stCondLst>
                                            <p:cond delay="0"/>
                                          </p:stCondLst>
                                        </p:cTn>
                                        <p:tgtEl>
                                          <p:spTgt spid="59"/>
                                        </p:tgtEl>
                                        <p:attrNameLst>
                                          <p:attrName>ppt_w</p:attrName>
                                        </p:attrNameLst>
                                      </p:cBhvr>
                                      <p:tavLst>
                                        <p:tav tm="0">
                                          <p:val>
                                            <p:strVal val="ppt_w"/>
                                          </p:val>
                                        </p:tav>
                                        <p:tav tm="100000">
                                          <p:val>
                                            <p:strVal val="#ppt_w"/>
                                          </p:val>
                                        </p:tav>
                                      </p:tavLst>
                                    </p:anim>
                                    <p:anim to="" calcmode="lin" valueType="num">
                                      <p:cBhvr>
                                        <p:cTn id="260" dur="500" fill="hold">
                                          <p:stCondLst>
                                            <p:cond delay="0"/>
                                          </p:stCondLst>
                                        </p:cTn>
                                        <p:tgtEl>
                                          <p:spTgt spid="59"/>
                                        </p:tgtEl>
                                        <p:attrNameLst>
                                          <p:attrName>ppt_h</p:attrName>
                                        </p:attrNameLst>
                                      </p:cBhvr>
                                      <p:tavLst>
                                        <p:tav tm="0">
                                          <p:val>
                                            <p:strVal val="ppt_h"/>
                                          </p:val>
                                        </p:tav>
                                        <p:tav tm="100000">
                                          <p:val>
                                            <p:strVal val="#ppt_h"/>
                                          </p:val>
                                        </p:tav>
                                      </p:tavLst>
                                    </p:anim>
                                  </p:childTnLst>
                                </p:cTn>
                              </p:par>
                              <p:par>
                                <p:cTn id="261" presetID="35" presetClass="path" presetSubtype="0" accel="50000" decel="50000" fill="hold" grpId="2" nodeType="withEffect">
                                  <p:stCondLst>
                                    <p:cond delay="0"/>
                                  </p:stCondLst>
                                  <p:childTnLst>
                                    <p:anim to="" calcmode="lin" valueType="num">
                                      <p:cBhvr>
                                        <p:cTn id="262" dur="500" fill="hold">
                                          <p:stCondLst>
                                            <p:cond delay="0"/>
                                          </p:stCondLst>
                                        </p:cTn>
                                        <p:tgtEl>
                                          <p:spTgt spid="5"/>
                                        </p:tgtEl>
                                        <p:attrNameLst>
                                          <p:attrName>ppt_x</p:attrName>
                                        </p:attrNameLst>
                                      </p:cBhvr>
                                      <p:tavLst>
                                        <p:tav tm="0">
                                          <p:val>
                                            <p:strVal val="ppt_x"/>
                                          </p:val>
                                        </p:tav>
                                        <p:tav tm="100000">
                                          <p:val>
                                            <p:strVal val="#ppt_x+0.11286761"/>
                                          </p:val>
                                        </p:tav>
                                      </p:tavLst>
                                    </p:anim>
                                    <p:anim to="" calcmode="lin" valueType="num">
                                      <p:cBhvr>
                                        <p:cTn id="263"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264"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265"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266" presetID="35" presetClass="path" presetSubtype="0" accel="50000" decel="50000" fill="hold" nodeType="withEffect">
                                  <p:stCondLst>
                                    <p:cond delay="0"/>
                                  </p:stCondLst>
                                  <p:childTnLst>
                                    <p:anim to="" calcmode="lin" valueType="num">
                                      <p:cBhvr>
                                        <p:cTn id="267" dur="500" fill="hold">
                                          <p:stCondLst>
                                            <p:cond delay="0"/>
                                          </p:stCondLst>
                                        </p:cTn>
                                        <p:tgtEl>
                                          <p:spTgt spid="8"/>
                                        </p:tgtEl>
                                        <p:attrNameLst>
                                          <p:attrName>ppt_x</p:attrName>
                                        </p:attrNameLst>
                                      </p:cBhvr>
                                      <p:tavLst>
                                        <p:tav tm="0">
                                          <p:val>
                                            <p:strVal val="ppt_x"/>
                                          </p:val>
                                        </p:tav>
                                        <p:tav tm="100000">
                                          <p:val>
                                            <p:strVal val="#ppt_x+0.112867594"/>
                                          </p:val>
                                        </p:tav>
                                      </p:tavLst>
                                    </p:anim>
                                    <p:anim to="" calcmode="lin" valueType="num">
                                      <p:cBhvr>
                                        <p:cTn id="268"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269"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270"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271" presetID="35" presetClass="path" presetSubtype="0" accel="50000" decel="50000" fill="hold" grpId="2" nodeType="withEffect">
                                  <p:stCondLst>
                                    <p:cond delay="0"/>
                                  </p:stCondLst>
                                  <p:childTnLst>
                                    <p:anim to="" calcmode="lin" valueType="num">
                                      <p:cBhvr>
                                        <p:cTn id="272" dur="500" fill="hold">
                                          <p:stCondLst>
                                            <p:cond delay="0"/>
                                          </p:stCondLst>
                                        </p:cTn>
                                        <p:tgtEl>
                                          <p:spTgt spid="10"/>
                                        </p:tgtEl>
                                        <p:attrNameLst>
                                          <p:attrName>ppt_x</p:attrName>
                                        </p:attrNameLst>
                                      </p:cBhvr>
                                      <p:tavLst>
                                        <p:tav tm="0">
                                          <p:val>
                                            <p:strVal val="ppt_x"/>
                                          </p:val>
                                        </p:tav>
                                        <p:tav tm="100000">
                                          <p:val>
                                            <p:strVal val="#ppt_x+0.11286761"/>
                                          </p:val>
                                        </p:tav>
                                      </p:tavLst>
                                    </p:anim>
                                    <p:anim to="" calcmode="lin" valueType="num">
                                      <p:cBhvr>
                                        <p:cTn id="273"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274"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275"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276" presetID="35" presetClass="path" presetSubtype="0" accel="50000" decel="50000" fill="hold" nodeType="withEffect">
                                  <p:stCondLst>
                                    <p:cond delay="0"/>
                                  </p:stCondLst>
                                  <p:childTnLst>
                                    <p:anim to="" calcmode="lin" valueType="num">
                                      <p:cBhvr>
                                        <p:cTn id="277" dur="500" fill="hold">
                                          <p:stCondLst>
                                            <p:cond delay="0"/>
                                          </p:stCondLst>
                                        </p:cTn>
                                        <p:tgtEl>
                                          <p:spTgt spid="11"/>
                                        </p:tgtEl>
                                        <p:attrNameLst>
                                          <p:attrName>ppt_x</p:attrName>
                                        </p:attrNameLst>
                                      </p:cBhvr>
                                      <p:tavLst>
                                        <p:tav tm="0">
                                          <p:val>
                                            <p:strVal val="ppt_x"/>
                                          </p:val>
                                        </p:tav>
                                        <p:tav tm="100000">
                                          <p:val>
                                            <p:strVal val="#ppt_x+0.112867594"/>
                                          </p:val>
                                        </p:tav>
                                      </p:tavLst>
                                    </p:anim>
                                    <p:anim to="" calcmode="lin" valueType="num">
                                      <p:cBhvr>
                                        <p:cTn id="278"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279"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280"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281" presetID="35" presetClass="path" presetSubtype="0" accel="50000" decel="50000" fill="hold" grpId="2" nodeType="withEffect">
                                  <p:stCondLst>
                                    <p:cond delay="0"/>
                                  </p:stCondLst>
                                  <p:childTnLst>
                                    <p:anim to="" calcmode="lin" valueType="num">
                                      <p:cBhvr>
                                        <p:cTn id="282" dur="500" fill="hold">
                                          <p:stCondLst>
                                            <p:cond delay="0"/>
                                          </p:stCondLst>
                                        </p:cTn>
                                        <p:tgtEl>
                                          <p:spTgt spid="30"/>
                                        </p:tgtEl>
                                        <p:attrNameLst>
                                          <p:attrName>ppt_x</p:attrName>
                                        </p:attrNameLst>
                                      </p:cBhvr>
                                      <p:tavLst>
                                        <p:tav tm="0">
                                          <p:val>
                                            <p:strVal val="ppt_x"/>
                                          </p:val>
                                        </p:tav>
                                        <p:tav tm="100000">
                                          <p:val>
                                            <p:strVal val="#ppt_x+0.11286761"/>
                                          </p:val>
                                        </p:tav>
                                      </p:tavLst>
                                    </p:anim>
                                    <p:anim to="" calcmode="lin" valueType="num">
                                      <p:cBhvr>
                                        <p:cTn id="283" dur="500" fill="hold">
                                          <p:stCondLst>
                                            <p:cond delay="0"/>
                                          </p:stCondLst>
                                        </p:cTn>
                                        <p:tgtEl>
                                          <p:spTgt spid="30"/>
                                        </p:tgtEl>
                                        <p:attrNameLst>
                                          <p:attrName>ppt_y</p:attrName>
                                        </p:attrNameLst>
                                      </p:cBhvr>
                                      <p:tavLst>
                                        <p:tav tm="0">
                                          <p:val>
                                            <p:strVal val="ppt_y"/>
                                          </p:val>
                                        </p:tav>
                                        <p:tav tm="100000">
                                          <p:val>
                                            <p:strVal val="#ppt_y+0"/>
                                          </p:val>
                                        </p:tav>
                                      </p:tavLst>
                                    </p:anim>
                                    <p:anim to="" calcmode="lin" valueType="num">
                                      <p:cBhvr>
                                        <p:cTn id="284" dur="500" fill="hold">
                                          <p:stCondLst>
                                            <p:cond delay="0"/>
                                          </p:stCondLst>
                                        </p:cTn>
                                        <p:tgtEl>
                                          <p:spTgt spid="30"/>
                                        </p:tgtEl>
                                        <p:attrNameLst>
                                          <p:attrName>ppt_w</p:attrName>
                                        </p:attrNameLst>
                                      </p:cBhvr>
                                      <p:tavLst>
                                        <p:tav tm="0">
                                          <p:val>
                                            <p:strVal val="ppt_w"/>
                                          </p:val>
                                        </p:tav>
                                        <p:tav tm="100000">
                                          <p:val>
                                            <p:strVal val="#ppt_w"/>
                                          </p:val>
                                        </p:tav>
                                      </p:tavLst>
                                    </p:anim>
                                    <p:anim to="" calcmode="lin" valueType="num">
                                      <p:cBhvr>
                                        <p:cTn id="285" dur="500" fill="hold">
                                          <p:stCondLst>
                                            <p:cond delay="0"/>
                                          </p:stCondLst>
                                        </p:cTn>
                                        <p:tgtEl>
                                          <p:spTgt spid="30"/>
                                        </p:tgtEl>
                                        <p:attrNameLst>
                                          <p:attrName>ppt_h</p:attrName>
                                        </p:attrNameLst>
                                      </p:cBhvr>
                                      <p:tavLst>
                                        <p:tav tm="0">
                                          <p:val>
                                            <p:strVal val="ppt_h"/>
                                          </p:val>
                                        </p:tav>
                                        <p:tav tm="100000">
                                          <p:val>
                                            <p:strVal val="#ppt_h"/>
                                          </p:val>
                                        </p:tav>
                                      </p:tavLst>
                                    </p:anim>
                                  </p:childTnLst>
                                </p:cTn>
                              </p:par>
                              <p:par>
                                <p:cTn id="286" presetID="35" presetClass="path" presetSubtype="0" accel="50000" decel="50000" fill="hold" grpId="2" nodeType="withEffect">
                                  <p:stCondLst>
                                    <p:cond delay="0"/>
                                  </p:stCondLst>
                                  <p:childTnLst>
                                    <p:anim to="" calcmode="lin" valueType="num">
                                      <p:cBhvr>
                                        <p:cTn id="287" dur="500" fill="hold">
                                          <p:stCondLst>
                                            <p:cond delay="0"/>
                                          </p:stCondLst>
                                        </p:cTn>
                                        <p:tgtEl>
                                          <p:spTgt spid="4"/>
                                        </p:tgtEl>
                                        <p:attrNameLst>
                                          <p:attrName>ppt_x</p:attrName>
                                        </p:attrNameLst>
                                      </p:cBhvr>
                                      <p:tavLst>
                                        <p:tav tm="0">
                                          <p:val>
                                            <p:strVal val="ppt_x"/>
                                          </p:val>
                                        </p:tav>
                                        <p:tav tm="100000">
                                          <p:val>
                                            <p:strVal val="#ppt_x+0.11286761"/>
                                          </p:val>
                                        </p:tav>
                                      </p:tavLst>
                                    </p:anim>
                                    <p:anim to="" calcmode="lin" valueType="num">
                                      <p:cBhvr>
                                        <p:cTn id="288"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289"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290"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291" presetID="35" presetClass="path" presetSubtype="0" accel="50000" decel="50000" fill="hold" grpId="2" nodeType="withEffect">
                                  <p:stCondLst>
                                    <p:cond delay="0"/>
                                  </p:stCondLst>
                                  <p:childTnLst>
                                    <p:anim to="" calcmode="lin" valueType="num">
                                      <p:cBhvr>
                                        <p:cTn id="292" dur="500" fill="hold">
                                          <p:stCondLst>
                                            <p:cond delay="0"/>
                                          </p:stCondLst>
                                        </p:cTn>
                                        <p:tgtEl>
                                          <p:spTgt spid="6"/>
                                        </p:tgtEl>
                                        <p:attrNameLst>
                                          <p:attrName>ppt_x</p:attrName>
                                        </p:attrNameLst>
                                      </p:cBhvr>
                                      <p:tavLst>
                                        <p:tav tm="0">
                                          <p:val>
                                            <p:strVal val="ppt_x"/>
                                          </p:val>
                                        </p:tav>
                                        <p:tav tm="100000">
                                          <p:val>
                                            <p:strVal val="#ppt_x+0.11286761"/>
                                          </p:val>
                                        </p:tav>
                                      </p:tavLst>
                                    </p:anim>
                                    <p:anim to="" calcmode="lin" valueType="num">
                                      <p:cBhvr>
                                        <p:cTn id="293"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294"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295"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296" presetID="35" presetClass="path" presetSubtype="0" accel="50000" decel="50000" fill="hold" grpId="2" nodeType="withEffect">
                                  <p:stCondLst>
                                    <p:cond delay="0"/>
                                  </p:stCondLst>
                                  <p:childTnLst>
                                    <p:anim to="" calcmode="lin" valueType="num">
                                      <p:cBhvr>
                                        <p:cTn id="297" dur="500" fill="hold">
                                          <p:stCondLst>
                                            <p:cond delay="0"/>
                                          </p:stCondLst>
                                        </p:cTn>
                                        <p:tgtEl>
                                          <p:spTgt spid="9"/>
                                        </p:tgtEl>
                                        <p:attrNameLst>
                                          <p:attrName>ppt_x</p:attrName>
                                        </p:attrNameLst>
                                      </p:cBhvr>
                                      <p:tavLst>
                                        <p:tav tm="0">
                                          <p:val>
                                            <p:strVal val="ppt_x"/>
                                          </p:val>
                                        </p:tav>
                                        <p:tav tm="100000">
                                          <p:val>
                                            <p:strVal val="#ppt_x+0.11286761"/>
                                          </p:val>
                                        </p:tav>
                                      </p:tavLst>
                                    </p:anim>
                                    <p:anim to="" calcmode="lin" valueType="num">
                                      <p:cBhvr>
                                        <p:cTn id="298"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299"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300"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301" presetID="35" presetClass="path" presetSubtype="0" accel="50000" decel="50000" fill="hold" grpId="1" nodeType="withEffect">
                                  <p:stCondLst>
                                    <p:cond delay="0"/>
                                  </p:stCondLst>
                                  <p:childTnLst>
                                    <p:anim to="" calcmode="lin" valueType="num">
                                      <p:cBhvr>
                                        <p:cTn id="302" dur="500" fill="hold">
                                          <p:stCondLst>
                                            <p:cond delay="0"/>
                                          </p:stCondLst>
                                        </p:cTn>
                                        <p:tgtEl>
                                          <p:spTgt spid="55"/>
                                        </p:tgtEl>
                                        <p:attrNameLst>
                                          <p:attrName>ppt_x</p:attrName>
                                        </p:attrNameLst>
                                      </p:cBhvr>
                                      <p:tavLst>
                                        <p:tav tm="0">
                                          <p:val>
                                            <p:strVal val="ppt_x"/>
                                          </p:val>
                                        </p:tav>
                                        <p:tav tm="100000">
                                          <p:val>
                                            <p:strVal val="#ppt_x+0.11286761"/>
                                          </p:val>
                                        </p:tav>
                                      </p:tavLst>
                                    </p:anim>
                                    <p:anim to="" calcmode="lin" valueType="num">
                                      <p:cBhvr>
                                        <p:cTn id="303" dur="500" fill="hold">
                                          <p:stCondLst>
                                            <p:cond delay="0"/>
                                          </p:stCondLst>
                                        </p:cTn>
                                        <p:tgtEl>
                                          <p:spTgt spid="55"/>
                                        </p:tgtEl>
                                        <p:attrNameLst>
                                          <p:attrName>ppt_y</p:attrName>
                                        </p:attrNameLst>
                                      </p:cBhvr>
                                      <p:tavLst>
                                        <p:tav tm="0">
                                          <p:val>
                                            <p:strVal val="ppt_y"/>
                                          </p:val>
                                        </p:tav>
                                        <p:tav tm="100000">
                                          <p:val>
                                            <p:strVal val="#ppt_y+0"/>
                                          </p:val>
                                        </p:tav>
                                      </p:tavLst>
                                    </p:anim>
                                    <p:anim to="" calcmode="lin" valueType="num">
                                      <p:cBhvr>
                                        <p:cTn id="304" dur="500" fill="hold">
                                          <p:stCondLst>
                                            <p:cond delay="0"/>
                                          </p:stCondLst>
                                        </p:cTn>
                                        <p:tgtEl>
                                          <p:spTgt spid="55"/>
                                        </p:tgtEl>
                                        <p:attrNameLst>
                                          <p:attrName>ppt_w</p:attrName>
                                        </p:attrNameLst>
                                      </p:cBhvr>
                                      <p:tavLst>
                                        <p:tav tm="0">
                                          <p:val>
                                            <p:strVal val="ppt_w"/>
                                          </p:val>
                                        </p:tav>
                                        <p:tav tm="100000">
                                          <p:val>
                                            <p:strVal val="#ppt_w"/>
                                          </p:val>
                                        </p:tav>
                                      </p:tavLst>
                                    </p:anim>
                                    <p:anim to="" calcmode="lin" valueType="num">
                                      <p:cBhvr>
                                        <p:cTn id="305" dur="500" fill="hold">
                                          <p:stCondLst>
                                            <p:cond delay="0"/>
                                          </p:stCondLst>
                                        </p:cTn>
                                        <p:tgtEl>
                                          <p:spTgt spid="55"/>
                                        </p:tgtEl>
                                        <p:attrNameLst>
                                          <p:attrName>ppt_h</p:attrName>
                                        </p:attrNameLst>
                                      </p:cBhvr>
                                      <p:tavLst>
                                        <p:tav tm="0">
                                          <p:val>
                                            <p:strVal val="ppt_h"/>
                                          </p:val>
                                        </p:tav>
                                        <p:tav tm="100000">
                                          <p:val>
                                            <p:strVal val="#ppt_h"/>
                                          </p:val>
                                        </p:tav>
                                      </p:tavLst>
                                    </p:anim>
                                  </p:childTnLst>
                                </p:cTn>
                              </p:par>
                              <p:par>
                                <p:cTn id="306" presetID="35" presetClass="path" presetSubtype="0" accel="50000" decel="50000" fill="hold" grpId="1" nodeType="withEffect">
                                  <p:stCondLst>
                                    <p:cond delay="0"/>
                                  </p:stCondLst>
                                  <p:childTnLst>
                                    <p:anim to="" calcmode="lin" valueType="num">
                                      <p:cBhvr>
                                        <p:cTn id="307" dur="500" fill="hold">
                                          <p:stCondLst>
                                            <p:cond delay="0"/>
                                          </p:stCondLst>
                                        </p:cTn>
                                        <p:tgtEl>
                                          <p:spTgt spid="77"/>
                                        </p:tgtEl>
                                        <p:attrNameLst>
                                          <p:attrName>ppt_x</p:attrName>
                                        </p:attrNameLst>
                                      </p:cBhvr>
                                      <p:tavLst>
                                        <p:tav tm="0">
                                          <p:val>
                                            <p:strVal val="ppt_x"/>
                                          </p:val>
                                        </p:tav>
                                        <p:tav tm="100000">
                                          <p:val>
                                            <p:strVal val="#ppt_x+0.11286761"/>
                                          </p:val>
                                        </p:tav>
                                      </p:tavLst>
                                    </p:anim>
                                    <p:anim to="" calcmode="lin" valueType="num">
                                      <p:cBhvr>
                                        <p:cTn id="308" dur="500" fill="hold">
                                          <p:stCondLst>
                                            <p:cond delay="0"/>
                                          </p:stCondLst>
                                        </p:cTn>
                                        <p:tgtEl>
                                          <p:spTgt spid="77"/>
                                        </p:tgtEl>
                                        <p:attrNameLst>
                                          <p:attrName>ppt_y</p:attrName>
                                        </p:attrNameLst>
                                      </p:cBhvr>
                                      <p:tavLst>
                                        <p:tav tm="0">
                                          <p:val>
                                            <p:strVal val="ppt_y"/>
                                          </p:val>
                                        </p:tav>
                                        <p:tav tm="100000">
                                          <p:val>
                                            <p:strVal val="#ppt_y+0"/>
                                          </p:val>
                                        </p:tav>
                                      </p:tavLst>
                                    </p:anim>
                                    <p:anim to="" calcmode="lin" valueType="num">
                                      <p:cBhvr>
                                        <p:cTn id="309" dur="500" fill="hold">
                                          <p:stCondLst>
                                            <p:cond delay="0"/>
                                          </p:stCondLst>
                                        </p:cTn>
                                        <p:tgtEl>
                                          <p:spTgt spid="77"/>
                                        </p:tgtEl>
                                        <p:attrNameLst>
                                          <p:attrName>ppt_w</p:attrName>
                                        </p:attrNameLst>
                                      </p:cBhvr>
                                      <p:tavLst>
                                        <p:tav tm="0">
                                          <p:val>
                                            <p:strVal val="ppt_w"/>
                                          </p:val>
                                        </p:tav>
                                        <p:tav tm="100000">
                                          <p:val>
                                            <p:strVal val="#ppt_w"/>
                                          </p:val>
                                        </p:tav>
                                      </p:tavLst>
                                    </p:anim>
                                    <p:anim to="" calcmode="lin" valueType="num">
                                      <p:cBhvr>
                                        <p:cTn id="310" dur="500" fill="hold">
                                          <p:stCondLst>
                                            <p:cond delay="0"/>
                                          </p:stCondLst>
                                        </p:cTn>
                                        <p:tgtEl>
                                          <p:spTgt spid="77"/>
                                        </p:tgtEl>
                                        <p:attrNameLst>
                                          <p:attrName>ppt_h</p:attrName>
                                        </p:attrNameLst>
                                      </p:cBhvr>
                                      <p:tavLst>
                                        <p:tav tm="0">
                                          <p:val>
                                            <p:strVal val="ppt_h"/>
                                          </p:val>
                                        </p:tav>
                                        <p:tav tm="100000">
                                          <p:val>
                                            <p:strVal val="#ppt_h"/>
                                          </p:val>
                                        </p:tav>
                                      </p:tavLst>
                                    </p:anim>
                                  </p:childTnLst>
                                </p:cTn>
                              </p:par>
                              <p:par>
                                <p:cTn id="311" presetID="35" presetClass="path" presetSubtype="0" accel="50000" decel="50000" fill="hold" nodeType="withEffect">
                                  <p:stCondLst>
                                    <p:cond delay="0"/>
                                  </p:stCondLst>
                                  <p:childTnLst>
                                    <p:anim to="" calcmode="lin" valueType="num">
                                      <p:cBhvr>
                                        <p:cTn id="312" dur="500" fill="hold">
                                          <p:stCondLst>
                                            <p:cond delay="0"/>
                                          </p:stCondLst>
                                        </p:cTn>
                                        <p:tgtEl>
                                          <p:spTgt spid="13"/>
                                        </p:tgtEl>
                                        <p:attrNameLst>
                                          <p:attrName>ppt_x</p:attrName>
                                        </p:attrNameLst>
                                      </p:cBhvr>
                                      <p:tavLst>
                                        <p:tav tm="0">
                                          <p:val>
                                            <p:strVal val="ppt_x"/>
                                          </p:val>
                                        </p:tav>
                                        <p:tav tm="100000">
                                          <p:val>
                                            <p:strVal val="#ppt_x+0.11286761"/>
                                          </p:val>
                                        </p:tav>
                                      </p:tavLst>
                                    </p:anim>
                                    <p:anim to="" calcmode="lin" valueType="num">
                                      <p:cBhvr>
                                        <p:cTn id="313" dur="500" fill="hold">
                                          <p:stCondLst>
                                            <p:cond delay="0"/>
                                          </p:stCondLst>
                                        </p:cTn>
                                        <p:tgtEl>
                                          <p:spTgt spid="13"/>
                                        </p:tgtEl>
                                        <p:attrNameLst>
                                          <p:attrName>ppt_y</p:attrName>
                                        </p:attrNameLst>
                                      </p:cBhvr>
                                      <p:tavLst>
                                        <p:tav tm="0">
                                          <p:val>
                                            <p:strVal val="ppt_y"/>
                                          </p:val>
                                        </p:tav>
                                        <p:tav tm="100000">
                                          <p:val>
                                            <p:strVal val="#ppt_y+0"/>
                                          </p:val>
                                        </p:tav>
                                      </p:tavLst>
                                    </p:anim>
                                    <p:anim to="" calcmode="lin" valueType="num">
                                      <p:cBhvr>
                                        <p:cTn id="314" dur="500" fill="hold">
                                          <p:stCondLst>
                                            <p:cond delay="0"/>
                                          </p:stCondLst>
                                        </p:cTn>
                                        <p:tgtEl>
                                          <p:spTgt spid="13"/>
                                        </p:tgtEl>
                                        <p:attrNameLst>
                                          <p:attrName>ppt_w</p:attrName>
                                        </p:attrNameLst>
                                      </p:cBhvr>
                                      <p:tavLst>
                                        <p:tav tm="0">
                                          <p:val>
                                            <p:strVal val="ppt_w"/>
                                          </p:val>
                                        </p:tav>
                                        <p:tav tm="100000">
                                          <p:val>
                                            <p:strVal val="#ppt_w"/>
                                          </p:val>
                                        </p:tav>
                                      </p:tavLst>
                                    </p:anim>
                                    <p:anim to="" calcmode="lin" valueType="num">
                                      <p:cBhvr>
                                        <p:cTn id="315" dur="500" fill="hold">
                                          <p:stCondLst>
                                            <p:cond delay="0"/>
                                          </p:stCondLst>
                                        </p:cTn>
                                        <p:tgtEl>
                                          <p:spTgt spid="13"/>
                                        </p:tgtEl>
                                        <p:attrNameLst>
                                          <p:attrName>ppt_h</p:attrName>
                                        </p:attrNameLst>
                                      </p:cBhvr>
                                      <p:tavLst>
                                        <p:tav tm="0">
                                          <p:val>
                                            <p:strVal val="ppt_h"/>
                                          </p:val>
                                        </p:tav>
                                        <p:tav tm="100000">
                                          <p:val>
                                            <p:strVal val="#ppt_h"/>
                                          </p:val>
                                        </p:tav>
                                      </p:tavLst>
                                    </p:anim>
                                  </p:childTnLst>
                                </p:cTn>
                              </p:par>
                              <p:par>
                                <p:cTn id="316" presetID="35" presetClass="path" presetSubtype="0" accel="50000" decel="50000" fill="hold" grpId="1" nodeType="withEffect">
                                  <p:stCondLst>
                                    <p:cond delay="0"/>
                                  </p:stCondLst>
                                  <p:childTnLst>
                                    <p:anim to="" calcmode="lin" valueType="num">
                                      <p:cBhvr>
                                        <p:cTn id="317" dur="500" fill="hold">
                                          <p:stCondLst>
                                            <p:cond delay="0"/>
                                          </p:stCondLst>
                                        </p:cTn>
                                        <p:tgtEl>
                                          <p:spTgt spid="118"/>
                                        </p:tgtEl>
                                        <p:attrNameLst>
                                          <p:attrName>ppt_x</p:attrName>
                                        </p:attrNameLst>
                                      </p:cBhvr>
                                      <p:tavLst>
                                        <p:tav tm="0">
                                          <p:val>
                                            <p:strVal val="ppt_x"/>
                                          </p:val>
                                        </p:tav>
                                        <p:tav tm="100000">
                                          <p:val>
                                            <p:strVal val="#ppt_x+0.11286761"/>
                                          </p:val>
                                        </p:tav>
                                      </p:tavLst>
                                    </p:anim>
                                    <p:anim to="" calcmode="lin" valueType="num">
                                      <p:cBhvr>
                                        <p:cTn id="318" dur="500" fill="hold">
                                          <p:stCondLst>
                                            <p:cond delay="0"/>
                                          </p:stCondLst>
                                        </p:cTn>
                                        <p:tgtEl>
                                          <p:spTgt spid="118"/>
                                        </p:tgtEl>
                                        <p:attrNameLst>
                                          <p:attrName>ppt_y</p:attrName>
                                        </p:attrNameLst>
                                      </p:cBhvr>
                                      <p:tavLst>
                                        <p:tav tm="0">
                                          <p:val>
                                            <p:strVal val="ppt_y"/>
                                          </p:val>
                                        </p:tav>
                                        <p:tav tm="100000">
                                          <p:val>
                                            <p:strVal val="#ppt_y+0"/>
                                          </p:val>
                                        </p:tav>
                                      </p:tavLst>
                                    </p:anim>
                                    <p:anim to="" calcmode="lin" valueType="num">
                                      <p:cBhvr>
                                        <p:cTn id="319" dur="500" fill="hold">
                                          <p:stCondLst>
                                            <p:cond delay="0"/>
                                          </p:stCondLst>
                                        </p:cTn>
                                        <p:tgtEl>
                                          <p:spTgt spid="118"/>
                                        </p:tgtEl>
                                        <p:attrNameLst>
                                          <p:attrName>ppt_w</p:attrName>
                                        </p:attrNameLst>
                                      </p:cBhvr>
                                      <p:tavLst>
                                        <p:tav tm="0">
                                          <p:val>
                                            <p:strVal val="ppt_w"/>
                                          </p:val>
                                        </p:tav>
                                        <p:tav tm="100000">
                                          <p:val>
                                            <p:strVal val="#ppt_w"/>
                                          </p:val>
                                        </p:tav>
                                      </p:tavLst>
                                    </p:anim>
                                    <p:anim to="" calcmode="lin" valueType="num">
                                      <p:cBhvr>
                                        <p:cTn id="320" dur="500" fill="hold">
                                          <p:stCondLst>
                                            <p:cond delay="0"/>
                                          </p:stCondLst>
                                        </p:cTn>
                                        <p:tgtEl>
                                          <p:spTgt spid="118"/>
                                        </p:tgtEl>
                                        <p:attrNameLst>
                                          <p:attrName>ppt_h</p:attrName>
                                        </p:attrNameLst>
                                      </p:cBhvr>
                                      <p:tavLst>
                                        <p:tav tm="0">
                                          <p:val>
                                            <p:strVal val="ppt_h"/>
                                          </p:val>
                                        </p:tav>
                                        <p:tav tm="100000">
                                          <p:val>
                                            <p:strVal val="#ppt_h"/>
                                          </p:val>
                                        </p:tav>
                                      </p:tavLst>
                                    </p:anim>
                                  </p:childTnLst>
                                </p:cTn>
                              </p:par>
                              <p:par>
                                <p:cTn id="321" presetID="35" presetClass="path" presetSubtype="0" accel="50000" decel="50000" fill="hold" grpId="1" nodeType="withEffect">
                                  <p:stCondLst>
                                    <p:cond delay="0"/>
                                  </p:stCondLst>
                                  <p:childTnLst>
                                    <p:anim to="" calcmode="lin" valueType="num">
                                      <p:cBhvr>
                                        <p:cTn id="322" dur="500" fill="hold">
                                          <p:stCondLst>
                                            <p:cond delay="0"/>
                                          </p:stCondLst>
                                        </p:cTn>
                                        <p:tgtEl>
                                          <p:spTgt spid="15"/>
                                        </p:tgtEl>
                                        <p:attrNameLst>
                                          <p:attrName>ppt_x</p:attrName>
                                        </p:attrNameLst>
                                      </p:cBhvr>
                                      <p:tavLst>
                                        <p:tav tm="0">
                                          <p:val>
                                            <p:strVal val="ppt_x"/>
                                          </p:val>
                                        </p:tav>
                                        <p:tav tm="100000">
                                          <p:val>
                                            <p:strVal val="#ppt_x+0.11286761"/>
                                          </p:val>
                                        </p:tav>
                                      </p:tavLst>
                                    </p:anim>
                                    <p:anim to="" calcmode="lin" valueType="num">
                                      <p:cBhvr>
                                        <p:cTn id="323" dur="500" fill="hold">
                                          <p:stCondLst>
                                            <p:cond delay="0"/>
                                          </p:stCondLst>
                                        </p:cTn>
                                        <p:tgtEl>
                                          <p:spTgt spid="15"/>
                                        </p:tgtEl>
                                        <p:attrNameLst>
                                          <p:attrName>ppt_y</p:attrName>
                                        </p:attrNameLst>
                                      </p:cBhvr>
                                      <p:tavLst>
                                        <p:tav tm="0">
                                          <p:val>
                                            <p:strVal val="ppt_y"/>
                                          </p:val>
                                        </p:tav>
                                        <p:tav tm="100000">
                                          <p:val>
                                            <p:strVal val="#ppt_y+0"/>
                                          </p:val>
                                        </p:tav>
                                      </p:tavLst>
                                    </p:anim>
                                    <p:anim to="" calcmode="lin" valueType="num">
                                      <p:cBhvr>
                                        <p:cTn id="324"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325"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326" presetID="35" presetClass="path" presetSubtype="0" accel="50000" decel="50000" fill="hold" nodeType="withEffect">
                                  <p:stCondLst>
                                    <p:cond delay="0"/>
                                  </p:stCondLst>
                                  <p:childTnLst>
                                    <p:anim to="" calcmode="lin" valueType="num">
                                      <p:cBhvr>
                                        <p:cTn id="327" dur="500" fill="hold">
                                          <p:stCondLst>
                                            <p:cond delay="0"/>
                                          </p:stCondLst>
                                        </p:cTn>
                                        <p:tgtEl>
                                          <p:spTgt spid="16"/>
                                        </p:tgtEl>
                                        <p:attrNameLst>
                                          <p:attrName>ppt_x</p:attrName>
                                        </p:attrNameLst>
                                      </p:cBhvr>
                                      <p:tavLst>
                                        <p:tav tm="0">
                                          <p:val>
                                            <p:strVal val="ppt_x"/>
                                          </p:val>
                                        </p:tav>
                                        <p:tav tm="100000">
                                          <p:val>
                                            <p:strVal val="#ppt_x+0.11286761"/>
                                          </p:val>
                                        </p:tav>
                                      </p:tavLst>
                                    </p:anim>
                                    <p:anim to="" calcmode="lin" valueType="num">
                                      <p:cBhvr>
                                        <p:cTn id="328" dur="500" fill="hold">
                                          <p:stCondLst>
                                            <p:cond delay="0"/>
                                          </p:stCondLst>
                                        </p:cTn>
                                        <p:tgtEl>
                                          <p:spTgt spid="16"/>
                                        </p:tgtEl>
                                        <p:attrNameLst>
                                          <p:attrName>ppt_y</p:attrName>
                                        </p:attrNameLst>
                                      </p:cBhvr>
                                      <p:tavLst>
                                        <p:tav tm="0">
                                          <p:val>
                                            <p:strVal val="ppt_y"/>
                                          </p:val>
                                        </p:tav>
                                        <p:tav tm="100000">
                                          <p:val>
                                            <p:strVal val="#ppt_y+0"/>
                                          </p:val>
                                        </p:tav>
                                      </p:tavLst>
                                    </p:anim>
                                    <p:anim to="" calcmode="lin" valueType="num">
                                      <p:cBhvr>
                                        <p:cTn id="329" dur="500" fill="hold">
                                          <p:stCondLst>
                                            <p:cond delay="0"/>
                                          </p:stCondLst>
                                        </p:cTn>
                                        <p:tgtEl>
                                          <p:spTgt spid="16"/>
                                        </p:tgtEl>
                                        <p:attrNameLst>
                                          <p:attrName>ppt_w</p:attrName>
                                        </p:attrNameLst>
                                      </p:cBhvr>
                                      <p:tavLst>
                                        <p:tav tm="0">
                                          <p:val>
                                            <p:strVal val="ppt_w"/>
                                          </p:val>
                                        </p:tav>
                                        <p:tav tm="100000">
                                          <p:val>
                                            <p:strVal val="#ppt_w"/>
                                          </p:val>
                                        </p:tav>
                                      </p:tavLst>
                                    </p:anim>
                                    <p:anim to="" calcmode="lin" valueType="num">
                                      <p:cBhvr>
                                        <p:cTn id="330" dur="500" fill="hold">
                                          <p:stCondLst>
                                            <p:cond delay="0"/>
                                          </p:stCondLst>
                                        </p:cTn>
                                        <p:tgtEl>
                                          <p:spTgt spid="16"/>
                                        </p:tgtEl>
                                        <p:attrNameLst>
                                          <p:attrName>ppt_h</p:attrName>
                                        </p:attrNameLst>
                                      </p:cBhvr>
                                      <p:tavLst>
                                        <p:tav tm="0">
                                          <p:val>
                                            <p:strVal val="ppt_h"/>
                                          </p:val>
                                        </p:tav>
                                        <p:tav tm="100000">
                                          <p:val>
                                            <p:strVal val="#ppt_h"/>
                                          </p:val>
                                        </p:tav>
                                      </p:tavLst>
                                    </p:anim>
                                  </p:childTnLst>
                                </p:cTn>
                              </p:par>
                              <p:par>
                                <p:cTn id="331" presetID="35" presetClass="path" presetSubtype="0" accel="50000" decel="50000" fill="hold" grpId="1" nodeType="withEffect">
                                  <p:stCondLst>
                                    <p:cond delay="0"/>
                                  </p:stCondLst>
                                  <p:childTnLst>
                                    <p:anim to="" calcmode="lin" valueType="num">
                                      <p:cBhvr>
                                        <p:cTn id="332" dur="500" fill="hold">
                                          <p:stCondLst>
                                            <p:cond delay="0"/>
                                          </p:stCondLst>
                                        </p:cTn>
                                        <p:tgtEl>
                                          <p:spTgt spid="18"/>
                                        </p:tgtEl>
                                        <p:attrNameLst>
                                          <p:attrName>ppt_x</p:attrName>
                                        </p:attrNameLst>
                                      </p:cBhvr>
                                      <p:tavLst>
                                        <p:tav tm="0">
                                          <p:val>
                                            <p:strVal val="ppt_x"/>
                                          </p:val>
                                        </p:tav>
                                        <p:tav tm="100000">
                                          <p:val>
                                            <p:strVal val="#ppt_x+0.11286761"/>
                                          </p:val>
                                        </p:tav>
                                      </p:tavLst>
                                    </p:anim>
                                    <p:anim to="" calcmode="lin" valueType="num">
                                      <p:cBhvr>
                                        <p:cTn id="333" dur="500" fill="hold">
                                          <p:stCondLst>
                                            <p:cond delay="0"/>
                                          </p:stCondLst>
                                        </p:cTn>
                                        <p:tgtEl>
                                          <p:spTgt spid="18"/>
                                        </p:tgtEl>
                                        <p:attrNameLst>
                                          <p:attrName>ppt_y</p:attrName>
                                        </p:attrNameLst>
                                      </p:cBhvr>
                                      <p:tavLst>
                                        <p:tav tm="0">
                                          <p:val>
                                            <p:strVal val="ppt_y"/>
                                          </p:val>
                                        </p:tav>
                                        <p:tav tm="100000">
                                          <p:val>
                                            <p:strVal val="#ppt_y+0"/>
                                          </p:val>
                                        </p:tav>
                                      </p:tavLst>
                                    </p:anim>
                                    <p:anim to="" calcmode="lin" valueType="num">
                                      <p:cBhvr>
                                        <p:cTn id="334" dur="500" fill="hold">
                                          <p:stCondLst>
                                            <p:cond delay="0"/>
                                          </p:stCondLst>
                                        </p:cTn>
                                        <p:tgtEl>
                                          <p:spTgt spid="18"/>
                                        </p:tgtEl>
                                        <p:attrNameLst>
                                          <p:attrName>ppt_w</p:attrName>
                                        </p:attrNameLst>
                                      </p:cBhvr>
                                      <p:tavLst>
                                        <p:tav tm="0">
                                          <p:val>
                                            <p:strVal val="ppt_w"/>
                                          </p:val>
                                        </p:tav>
                                        <p:tav tm="100000">
                                          <p:val>
                                            <p:strVal val="#ppt_w"/>
                                          </p:val>
                                        </p:tav>
                                      </p:tavLst>
                                    </p:anim>
                                    <p:anim to="" calcmode="lin" valueType="num">
                                      <p:cBhvr>
                                        <p:cTn id="335" dur="500" fill="hold">
                                          <p:stCondLst>
                                            <p:cond delay="0"/>
                                          </p:stCondLst>
                                        </p:cTn>
                                        <p:tgtEl>
                                          <p:spTgt spid="18"/>
                                        </p:tgtEl>
                                        <p:attrNameLst>
                                          <p:attrName>ppt_h</p:attrName>
                                        </p:attrNameLst>
                                      </p:cBhvr>
                                      <p:tavLst>
                                        <p:tav tm="0">
                                          <p:val>
                                            <p:strVal val="ppt_h"/>
                                          </p:val>
                                        </p:tav>
                                        <p:tav tm="100000">
                                          <p:val>
                                            <p:strVal val="#ppt_h"/>
                                          </p:val>
                                        </p:tav>
                                      </p:tavLst>
                                    </p:anim>
                                  </p:childTnLst>
                                </p:cTn>
                              </p:par>
                              <p:par>
                                <p:cTn id="336" presetID="35" presetClass="path" presetSubtype="0" accel="50000" decel="50000" fill="hold" grpId="1" nodeType="withEffect">
                                  <p:stCondLst>
                                    <p:cond delay="0"/>
                                  </p:stCondLst>
                                  <p:childTnLst>
                                    <p:anim to="" calcmode="lin" valueType="num">
                                      <p:cBhvr>
                                        <p:cTn id="337" dur="500" fill="hold">
                                          <p:stCondLst>
                                            <p:cond delay="0"/>
                                          </p:stCondLst>
                                        </p:cTn>
                                        <p:tgtEl>
                                          <p:spTgt spid="19"/>
                                        </p:tgtEl>
                                        <p:attrNameLst>
                                          <p:attrName>ppt_x</p:attrName>
                                        </p:attrNameLst>
                                      </p:cBhvr>
                                      <p:tavLst>
                                        <p:tav tm="0">
                                          <p:val>
                                            <p:strVal val="ppt_x"/>
                                          </p:val>
                                        </p:tav>
                                        <p:tav tm="100000">
                                          <p:val>
                                            <p:strVal val="#ppt_x+0.11286761"/>
                                          </p:val>
                                        </p:tav>
                                      </p:tavLst>
                                    </p:anim>
                                    <p:anim to="" calcmode="lin" valueType="num">
                                      <p:cBhvr>
                                        <p:cTn id="338" dur="500" fill="hold">
                                          <p:stCondLst>
                                            <p:cond delay="0"/>
                                          </p:stCondLst>
                                        </p:cTn>
                                        <p:tgtEl>
                                          <p:spTgt spid="19"/>
                                        </p:tgtEl>
                                        <p:attrNameLst>
                                          <p:attrName>ppt_y</p:attrName>
                                        </p:attrNameLst>
                                      </p:cBhvr>
                                      <p:tavLst>
                                        <p:tav tm="0">
                                          <p:val>
                                            <p:strVal val="ppt_y"/>
                                          </p:val>
                                        </p:tav>
                                        <p:tav tm="100000">
                                          <p:val>
                                            <p:strVal val="#ppt_y+0"/>
                                          </p:val>
                                        </p:tav>
                                      </p:tavLst>
                                    </p:anim>
                                    <p:anim to="" calcmode="lin" valueType="num">
                                      <p:cBhvr>
                                        <p:cTn id="339" dur="500" fill="hold">
                                          <p:stCondLst>
                                            <p:cond delay="0"/>
                                          </p:stCondLst>
                                        </p:cTn>
                                        <p:tgtEl>
                                          <p:spTgt spid="19"/>
                                        </p:tgtEl>
                                        <p:attrNameLst>
                                          <p:attrName>ppt_w</p:attrName>
                                        </p:attrNameLst>
                                      </p:cBhvr>
                                      <p:tavLst>
                                        <p:tav tm="0">
                                          <p:val>
                                            <p:strVal val="ppt_w"/>
                                          </p:val>
                                        </p:tav>
                                        <p:tav tm="100000">
                                          <p:val>
                                            <p:strVal val="#ppt_w"/>
                                          </p:val>
                                        </p:tav>
                                      </p:tavLst>
                                    </p:anim>
                                    <p:anim to="" calcmode="lin" valueType="num">
                                      <p:cBhvr>
                                        <p:cTn id="340" dur="500" fill="hold">
                                          <p:stCondLst>
                                            <p:cond delay="0"/>
                                          </p:stCondLst>
                                        </p:cTn>
                                        <p:tgtEl>
                                          <p:spTgt spid="19"/>
                                        </p:tgtEl>
                                        <p:attrNameLst>
                                          <p:attrName>ppt_h</p:attrName>
                                        </p:attrNameLst>
                                      </p:cBhvr>
                                      <p:tavLst>
                                        <p:tav tm="0">
                                          <p:val>
                                            <p:strVal val="ppt_h"/>
                                          </p:val>
                                        </p:tav>
                                        <p:tav tm="100000">
                                          <p:val>
                                            <p:strVal val="#ppt_h"/>
                                          </p:val>
                                        </p:tav>
                                      </p:tavLst>
                                    </p:anim>
                                  </p:childTnLst>
                                </p:cTn>
                              </p:par>
                              <p:par>
                                <p:cTn id="341" presetID="35" presetClass="path" presetSubtype="0" accel="50000" decel="50000" fill="hold" grpId="1" nodeType="withEffect">
                                  <p:stCondLst>
                                    <p:cond delay="0"/>
                                  </p:stCondLst>
                                  <p:childTnLst>
                                    <p:anim to="" calcmode="lin" valueType="num">
                                      <p:cBhvr>
                                        <p:cTn id="342" dur="500" fill="hold">
                                          <p:stCondLst>
                                            <p:cond delay="0"/>
                                          </p:stCondLst>
                                        </p:cTn>
                                        <p:tgtEl>
                                          <p:spTgt spid="20"/>
                                        </p:tgtEl>
                                        <p:attrNameLst>
                                          <p:attrName>ppt_x</p:attrName>
                                        </p:attrNameLst>
                                      </p:cBhvr>
                                      <p:tavLst>
                                        <p:tav tm="0">
                                          <p:val>
                                            <p:strVal val="ppt_x"/>
                                          </p:val>
                                        </p:tav>
                                        <p:tav tm="100000">
                                          <p:val>
                                            <p:strVal val="#ppt_x+0.11286761"/>
                                          </p:val>
                                        </p:tav>
                                      </p:tavLst>
                                    </p:anim>
                                    <p:anim to="" calcmode="lin" valueType="num">
                                      <p:cBhvr>
                                        <p:cTn id="343" dur="500" fill="hold">
                                          <p:stCondLst>
                                            <p:cond delay="0"/>
                                          </p:stCondLst>
                                        </p:cTn>
                                        <p:tgtEl>
                                          <p:spTgt spid="20"/>
                                        </p:tgtEl>
                                        <p:attrNameLst>
                                          <p:attrName>ppt_y</p:attrName>
                                        </p:attrNameLst>
                                      </p:cBhvr>
                                      <p:tavLst>
                                        <p:tav tm="0">
                                          <p:val>
                                            <p:strVal val="ppt_y"/>
                                          </p:val>
                                        </p:tav>
                                        <p:tav tm="100000">
                                          <p:val>
                                            <p:strVal val="#ppt_y+0"/>
                                          </p:val>
                                        </p:tav>
                                      </p:tavLst>
                                    </p:anim>
                                    <p:anim to="" calcmode="lin" valueType="num">
                                      <p:cBhvr>
                                        <p:cTn id="344" dur="500" fill="hold">
                                          <p:stCondLst>
                                            <p:cond delay="0"/>
                                          </p:stCondLst>
                                        </p:cTn>
                                        <p:tgtEl>
                                          <p:spTgt spid="20"/>
                                        </p:tgtEl>
                                        <p:attrNameLst>
                                          <p:attrName>ppt_w</p:attrName>
                                        </p:attrNameLst>
                                      </p:cBhvr>
                                      <p:tavLst>
                                        <p:tav tm="0">
                                          <p:val>
                                            <p:strVal val="ppt_w"/>
                                          </p:val>
                                        </p:tav>
                                        <p:tav tm="100000">
                                          <p:val>
                                            <p:strVal val="#ppt_w"/>
                                          </p:val>
                                        </p:tav>
                                      </p:tavLst>
                                    </p:anim>
                                    <p:anim to="" calcmode="lin" valueType="num">
                                      <p:cBhvr>
                                        <p:cTn id="345" dur="500" fill="hold">
                                          <p:stCondLst>
                                            <p:cond delay="0"/>
                                          </p:stCondLst>
                                        </p:cTn>
                                        <p:tgtEl>
                                          <p:spTgt spid="20"/>
                                        </p:tgtEl>
                                        <p:attrNameLst>
                                          <p:attrName>ppt_h</p:attrName>
                                        </p:attrNameLst>
                                      </p:cBhvr>
                                      <p:tavLst>
                                        <p:tav tm="0">
                                          <p:val>
                                            <p:strVal val="ppt_h"/>
                                          </p:val>
                                        </p:tav>
                                        <p:tav tm="100000">
                                          <p:val>
                                            <p:strVal val="#ppt_h"/>
                                          </p:val>
                                        </p:tav>
                                      </p:tavLst>
                                    </p:anim>
                                  </p:childTnLst>
                                </p:cTn>
                              </p:par>
                              <p:par>
                                <p:cTn id="346" presetID="35" presetClass="path" presetSubtype="0" accel="50000" decel="50000" fill="hold" grpId="1" nodeType="withEffect">
                                  <p:stCondLst>
                                    <p:cond delay="0"/>
                                  </p:stCondLst>
                                  <p:childTnLst>
                                    <p:anim to="" calcmode="lin" valueType="num">
                                      <p:cBhvr>
                                        <p:cTn id="347" dur="500" fill="hold">
                                          <p:stCondLst>
                                            <p:cond delay="0"/>
                                          </p:stCondLst>
                                        </p:cTn>
                                        <p:tgtEl>
                                          <p:spTgt spid="22"/>
                                        </p:tgtEl>
                                        <p:attrNameLst>
                                          <p:attrName>ppt_x</p:attrName>
                                        </p:attrNameLst>
                                      </p:cBhvr>
                                      <p:tavLst>
                                        <p:tav tm="0">
                                          <p:val>
                                            <p:strVal val="ppt_x"/>
                                          </p:val>
                                        </p:tav>
                                        <p:tav tm="100000">
                                          <p:val>
                                            <p:strVal val="#ppt_x+0.11286761"/>
                                          </p:val>
                                        </p:tav>
                                      </p:tavLst>
                                    </p:anim>
                                    <p:anim to="" calcmode="lin" valueType="num">
                                      <p:cBhvr>
                                        <p:cTn id="348" dur="500" fill="hold">
                                          <p:stCondLst>
                                            <p:cond delay="0"/>
                                          </p:stCondLst>
                                        </p:cTn>
                                        <p:tgtEl>
                                          <p:spTgt spid="22"/>
                                        </p:tgtEl>
                                        <p:attrNameLst>
                                          <p:attrName>ppt_y</p:attrName>
                                        </p:attrNameLst>
                                      </p:cBhvr>
                                      <p:tavLst>
                                        <p:tav tm="0">
                                          <p:val>
                                            <p:strVal val="ppt_y"/>
                                          </p:val>
                                        </p:tav>
                                        <p:tav tm="100000">
                                          <p:val>
                                            <p:strVal val="#ppt_y+0"/>
                                          </p:val>
                                        </p:tav>
                                      </p:tavLst>
                                    </p:anim>
                                    <p:anim to="" calcmode="lin" valueType="num">
                                      <p:cBhvr>
                                        <p:cTn id="349" dur="500" fill="hold">
                                          <p:stCondLst>
                                            <p:cond delay="0"/>
                                          </p:stCondLst>
                                        </p:cTn>
                                        <p:tgtEl>
                                          <p:spTgt spid="22"/>
                                        </p:tgtEl>
                                        <p:attrNameLst>
                                          <p:attrName>ppt_w</p:attrName>
                                        </p:attrNameLst>
                                      </p:cBhvr>
                                      <p:tavLst>
                                        <p:tav tm="0">
                                          <p:val>
                                            <p:strVal val="ppt_w"/>
                                          </p:val>
                                        </p:tav>
                                        <p:tav tm="100000">
                                          <p:val>
                                            <p:strVal val="#ppt_w"/>
                                          </p:val>
                                        </p:tav>
                                      </p:tavLst>
                                    </p:anim>
                                    <p:anim to="" calcmode="lin" valueType="num">
                                      <p:cBhvr>
                                        <p:cTn id="350" dur="500" fill="hold">
                                          <p:stCondLst>
                                            <p:cond delay="0"/>
                                          </p:stCondLst>
                                        </p:cTn>
                                        <p:tgtEl>
                                          <p:spTgt spid="22"/>
                                        </p:tgtEl>
                                        <p:attrNameLst>
                                          <p:attrName>ppt_h</p:attrName>
                                        </p:attrNameLst>
                                      </p:cBhvr>
                                      <p:tavLst>
                                        <p:tav tm="0">
                                          <p:val>
                                            <p:strVal val="ppt_h"/>
                                          </p:val>
                                        </p:tav>
                                        <p:tav tm="100000">
                                          <p:val>
                                            <p:strVal val="#ppt_h"/>
                                          </p:val>
                                        </p:tav>
                                      </p:tavLst>
                                    </p:anim>
                                  </p:childTnLst>
                                </p:cTn>
                              </p:par>
                            </p:childTnLst>
                          </p:cTn>
                        </p:par>
                      </p:childTnLst>
                    </p:cTn>
                  </p:par>
                  <p:par>
                    <p:cTn id="351" fill="hold">
                      <p:stCondLst>
                        <p:cond delay="indefinite"/>
                      </p:stCondLst>
                      <p:childTnLst>
                        <p:par>
                          <p:cTn id="352" fill="hold">
                            <p:stCondLst>
                              <p:cond delay="0"/>
                            </p:stCondLst>
                            <p:childTnLst>
                              <p:par>
                                <p:cTn id="353" presetID="23" presetClass="entr" presetSubtype="288" fill="hold" grpId="0" nodeType="clickEffect">
                                  <p:stCondLst>
                                    <p:cond delay="0"/>
                                  </p:stCondLst>
                                  <p:childTnLst>
                                    <p:set>
                                      <p:cBhvr>
                                        <p:cTn id="354" dur="1" fill="hold">
                                          <p:stCondLst>
                                            <p:cond delay="0"/>
                                          </p:stCondLst>
                                        </p:cTn>
                                        <p:tgtEl>
                                          <p:spTgt spid="57"/>
                                        </p:tgtEl>
                                        <p:attrNameLst>
                                          <p:attrName>style.visibility</p:attrName>
                                        </p:attrNameLst>
                                      </p:cBhvr>
                                      <p:to>
                                        <p:strVal val="visible"/>
                                      </p:to>
                                    </p:set>
                                    <p:anim calcmode="lin" valueType="num">
                                      <p:cBhvr>
                                        <p:cTn id="355" dur="500" fill="hold"/>
                                        <p:tgtEl>
                                          <p:spTgt spid="57"/>
                                        </p:tgtEl>
                                        <p:attrNameLst>
                                          <p:attrName>ppt_w</p:attrName>
                                        </p:attrNameLst>
                                      </p:cBhvr>
                                      <p:tavLst>
                                        <p:tav tm="0">
                                          <p:val>
                                            <p:strVal val="4/3*#ppt_w"/>
                                          </p:val>
                                        </p:tav>
                                        <p:tav tm="100000">
                                          <p:val>
                                            <p:strVal val="#ppt_w"/>
                                          </p:val>
                                        </p:tav>
                                      </p:tavLst>
                                    </p:anim>
                                    <p:anim calcmode="lin" valueType="num">
                                      <p:cBhvr>
                                        <p:cTn id="356" dur="500" fill="hold"/>
                                        <p:tgtEl>
                                          <p:spTgt spid="57"/>
                                        </p:tgtEl>
                                        <p:attrNameLst>
                                          <p:attrName>ppt_h</p:attrName>
                                        </p:attrNameLst>
                                      </p:cBhvr>
                                      <p:tavLst>
                                        <p:tav tm="0">
                                          <p:val>
                                            <p:strVal val="4/3*#ppt_h"/>
                                          </p:val>
                                        </p:tav>
                                        <p:tav tm="100000">
                                          <p:val>
                                            <p:strVal val="#ppt_h"/>
                                          </p:val>
                                        </p:tav>
                                      </p:tavLst>
                                    </p:anim>
                                    <p:anim to="" calcmode="lin" valueType="num">
                                      <p:cBhvr>
                                        <p:cTn id="357" dur="500" fill="hold">
                                          <p:stCondLst>
                                            <p:cond delay="0"/>
                                          </p:stCondLst>
                                        </p:cTn>
                                        <p:tgtEl>
                                          <p:spTgt spid="57"/>
                                        </p:tgtEl>
                                        <p:attrNameLst>
                                          <p:attrName>ppt_x</p:attrName>
                                        </p:attrNameLst>
                                      </p:cBhvr>
                                      <p:tavLst>
                                        <p:tav tm="0">
                                          <p:val>
                                            <p:strVal val="#ppt_x+0"/>
                                          </p:val>
                                        </p:tav>
                                        <p:tav tm="100000">
                                          <p:val>
                                            <p:strVal val="#ppt_x+0"/>
                                          </p:val>
                                        </p:tav>
                                      </p:tavLst>
                                    </p:anim>
                                    <p:anim to="" calcmode="lin" valueType="num">
                                      <p:cBhvr>
                                        <p:cTn id="358" dur="500" fill="hold">
                                          <p:stCondLst>
                                            <p:cond delay="0"/>
                                          </p:stCondLst>
                                        </p:cTn>
                                        <p:tgtEl>
                                          <p:spTgt spid="57"/>
                                        </p:tgtEl>
                                        <p:attrNameLst>
                                          <p:attrName>ppt_y</p:attrName>
                                        </p:attrNameLst>
                                      </p:cBhvr>
                                      <p:tavLst>
                                        <p:tav tm="0">
                                          <p:val>
                                            <p:strVal val="#ppt_y+0"/>
                                          </p:val>
                                        </p:tav>
                                        <p:tav tm="100000">
                                          <p:val>
                                            <p:strVal val="#ppt_y+0"/>
                                          </p:val>
                                        </p:tav>
                                      </p:tavLst>
                                    </p:anim>
                                  </p:childTnLst>
                                </p:cTn>
                              </p:par>
                              <p:par>
                                <p:cTn id="359" presetID="23" presetClass="entr" presetSubtype="288" fill="hold" grpId="0" nodeType="withEffect">
                                  <p:stCondLst>
                                    <p:cond delay="0"/>
                                  </p:stCondLst>
                                  <p:childTnLst>
                                    <p:set>
                                      <p:cBhvr>
                                        <p:cTn id="360" dur="1" fill="hold">
                                          <p:stCondLst>
                                            <p:cond delay="0"/>
                                          </p:stCondLst>
                                        </p:cTn>
                                        <p:tgtEl>
                                          <p:spTgt spid="91"/>
                                        </p:tgtEl>
                                        <p:attrNameLst>
                                          <p:attrName>style.visibility</p:attrName>
                                        </p:attrNameLst>
                                      </p:cBhvr>
                                      <p:to>
                                        <p:strVal val="visible"/>
                                      </p:to>
                                    </p:set>
                                    <p:anim calcmode="lin" valueType="num">
                                      <p:cBhvr>
                                        <p:cTn id="361" dur="500" fill="hold"/>
                                        <p:tgtEl>
                                          <p:spTgt spid="91"/>
                                        </p:tgtEl>
                                        <p:attrNameLst>
                                          <p:attrName>ppt_w</p:attrName>
                                        </p:attrNameLst>
                                      </p:cBhvr>
                                      <p:tavLst>
                                        <p:tav tm="0">
                                          <p:val>
                                            <p:strVal val="4/3*#ppt_w"/>
                                          </p:val>
                                        </p:tav>
                                        <p:tav tm="100000">
                                          <p:val>
                                            <p:strVal val="#ppt_w"/>
                                          </p:val>
                                        </p:tav>
                                      </p:tavLst>
                                    </p:anim>
                                    <p:anim calcmode="lin" valueType="num">
                                      <p:cBhvr>
                                        <p:cTn id="362" dur="500" fill="hold"/>
                                        <p:tgtEl>
                                          <p:spTgt spid="91"/>
                                        </p:tgtEl>
                                        <p:attrNameLst>
                                          <p:attrName>ppt_h</p:attrName>
                                        </p:attrNameLst>
                                      </p:cBhvr>
                                      <p:tavLst>
                                        <p:tav tm="0">
                                          <p:val>
                                            <p:strVal val="4/3*#ppt_h"/>
                                          </p:val>
                                        </p:tav>
                                        <p:tav tm="100000">
                                          <p:val>
                                            <p:strVal val="#ppt_h"/>
                                          </p:val>
                                        </p:tav>
                                      </p:tavLst>
                                    </p:anim>
                                    <p:anim to="" calcmode="lin" valueType="num">
                                      <p:cBhvr>
                                        <p:cTn id="363" dur="500" fill="hold">
                                          <p:stCondLst>
                                            <p:cond delay="0"/>
                                          </p:stCondLst>
                                        </p:cTn>
                                        <p:tgtEl>
                                          <p:spTgt spid="91"/>
                                        </p:tgtEl>
                                        <p:attrNameLst>
                                          <p:attrName>ppt_x</p:attrName>
                                        </p:attrNameLst>
                                      </p:cBhvr>
                                      <p:tavLst>
                                        <p:tav tm="0">
                                          <p:val>
                                            <p:strVal val="#ppt_x+0"/>
                                          </p:val>
                                        </p:tav>
                                        <p:tav tm="100000">
                                          <p:val>
                                            <p:strVal val="#ppt_x+0"/>
                                          </p:val>
                                        </p:tav>
                                      </p:tavLst>
                                    </p:anim>
                                    <p:anim to="" calcmode="lin" valueType="num">
                                      <p:cBhvr>
                                        <p:cTn id="364" dur="500" fill="hold">
                                          <p:stCondLst>
                                            <p:cond delay="0"/>
                                          </p:stCondLst>
                                        </p:cTn>
                                        <p:tgtEl>
                                          <p:spTgt spid="91"/>
                                        </p:tgtEl>
                                        <p:attrNameLst>
                                          <p:attrName>ppt_y</p:attrName>
                                        </p:attrNameLst>
                                      </p:cBhvr>
                                      <p:tavLst>
                                        <p:tav tm="0">
                                          <p:val>
                                            <p:strVal val="#ppt_y+0"/>
                                          </p:val>
                                        </p:tav>
                                        <p:tav tm="100000">
                                          <p:val>
                                            <p:strVal val="#ppt_y+0"/>
                                          </p:val>
                                        </p:tav>
                                      </p:tavLst>
                                    </p:anim>
                                  </p:childTnLst>
                                </p:cTn>
                              </p:par>
                              <p:par>
                                <p:cTn id="365" presetID="23" presetClass="entr" presetSubtype="288" fill="hold" nodeType="withEffect">
                                  <p:stCondLst>
                                    <p:cond delay="0"/>
                                  </p:stCondLst>
                                  <p:childTnLst>
                                    <p:set>
                                      <p:cBhvr>
                                        <p:cTn id="366" dur="1" fill="hold">
                                          <p:stCondLst>
                                            <p:cond delay="0"/>
                                          </p:stCondLst>
                                        </p:cTn>
                                        <p:tgtEl>
                                          <p:spTgt spid="34"/>
                                        </p:tgtEl>
                                        <p:attrNameLst>
                                          <p:attrName>style.visibility</p:attrName>
                                        </p:attrNameLst>
                                      </p:cBhvr>
                                      <p:to>
                                        <p:strVal val="visible"/>
                                      </p:to>
                                    </p:set>
                                    <p:anim calcmode="lin" valueType="num">
                                      <p:cBhvr>
                                        <p:cTn id="367" dur="500" fill="hold"/>
                                        <p:tgtEl>
                                          <p:spTgt spid="34"/>
                                        </p:tgtEl>
                                        <p:attrNameLst>
                                          <p:attrName>ppt_w</p:attrName>
                                        </p:attrNameLst>
                                      </p:cBhvr>
                                      <p:tavLst>
                                        <p:tav tm="0">
                                          <p:val>
                                            <p:strVal val="4/3*#ppt_w"/>
                                          </p:val>
                                        </p:tav>
                                        <p:tav tm="100000">
                                          <p:val>
                                            <p:strVal val="#ppt_w"/>
                                          </p:val>
                                        </p:tav>
                                      </p:tavLst>
                                    </p:anim>
                                    <p:anim calcmode="lin" valueType="num">
                                      <p:cBhvr>
                                        <p:cTn id="368" dur="500" fill="hold"/>
                                        <p:tgtEl>
                                          <p:spTgt spid="34"/>
                                        </p:tgtEl>
                                        <p:attrNameLst>
                                          <p:attrName>ppt_h</p:attrName>
                                        </p:attrNameLst>
                                      </p:cBhvr>
                                      <p:tavLst>
                                        <p:tav tm="0">
                                          <p:val>
                                            <p:strVal val="4/3*#ppt_h"/>
                                          </p:val>
                                        </p:tav>
                                        <p:tav tm="100000">
                                          <p:val>
                                            <p:strVal val="#ppt_h"/>
                                          </p:val>
                                        </p:tav>
                                      </p:tavLst>
                                    </p:anim>
                                    <p:anim to="" calcmode="lin" valueType="num">
                                      <p:cBhvr>
                                        <p:cTn id="369" dur="500" fill="hold">
                                          <p:stCondLst>
                                            <p:cond delay="0"/>
                                          </p:stCondLst>
                                        </p:cTn>
                                        <p:tgtEl>
                                          <p:spTgt spid="34"/>
                                        </p:tgtEl>
                                        <p:attrNameLst>
                                          <p:attrName>ppt_x</p:attrName>
                                        </p:attrNameLst>
                                      </p:cBhvr>
                                      <p:tavLst>
                                        <p:tav tm="0">
                                          <p:val>
                                            <p:strVal val="#ppt_x+0"/>
                                          </p:val>
                                        </p:tav>
                                        <p:tav tm="100000">
                                          <p:val>
                                            <p:strVal val="#ppt_x+0"/>
                                          </p:val>
                                        </p:tav>
                                      </p:tavLst>
                                    </p:anim>
                                    <p:anim to="" calcmode="lin" valueType="num">
                                      <p:cBhvr>
                                        <p:cTn id="370" dur="500" fill="hold">
                                          <p:stCondLst>
                                            <p:cond delay="0"/>
                                          </p:stCondLst>
                                        </p:cTn>
                                        <p:tgtEl>
                                          <p:spTgt spid="34"/>
                                        </p:tgtEl>
                                        <p:attrNameLst>
                                          <p:attrName>ppt_y</p:attrName>
                                        </p:attrNameLst>
                                      </p:cBhvr>
                                      <p:tavLst>
                                        <p:tav tm="0">
                                          <p:val>
                                            <p:strVal val="#ppt_y+0"/>
                                          </p:val>
                                        </p:tav>
                                        <p:tav tm="100000">
                                          <p:val>
                                            <p:strVal val="#ppt_y+0"/>
                                          </p:val>
                                        </p:tav>
                                      </p:tavLst>
                                    </p:anim>
                                  </p:childTnLst>
                                </p:cTn>
                              </p:par>
                              <p:par>
                                <p:cTn id="371" presetID="23" presetClass="entr" presetSubtype="288" fill="hold" grpId="0" nodeType="withEffect">
                                  <p:stCondLst>
                                    <p:cond delay="0"/>
                                  </p:stCondLst>
                                  <p:childTnLst>
                                    <p:set>
                                      <p:cBhvr>
                                        <p:cTn id="372" dur="1" fill="hold">
                                          <p:stCondLst>
                                            <p:cond delay="0"/>
                                          </p:stCondLst>
                                        </p:cTn>
                                        <p:tgtEl>
                                          <p:spTgt spid="120"/>
                                        </p:tgtEl>
                                        <p:attrNameLst>
                                          <p:attrName>style.visibility</p:attrName>
                                        </p:attrNameLst>
                                      </p:cBhvr>
                                      <p:to>
                                        <p:strVal val="visible"/>
                                      </p:to>
                                    </p:set>
                                    <p:anim calcmode="lin" valueType="num">
                                      <p:cBhvr>
                                        <p:cTn id="373" dur="500" fill="hold"/>
                                        <p:tgtEl>
                                          <p:spTgt spid="120"/>
                                        </p:tgtEl>
                                        <p:attrNameLst>
                                          <p:attrName>ppt_w</p:attrName>
                                        </p:attrNameLst>
                                      </p:cBhvr>
                                      <p:tavLst>
                                        <p:tav tm="0">
                                          <p:val>
                                            <p:strVal val="4/3*#ppt_w"/>
                                          </p:val>
                                        </p:tav>
                                        <p:tav tm="100000">
                                          <p:val>
                                            <p:strVal val="#ppt_w"/>
                                          </p:val>
                                        </p:tav>
                                      </p:tavLst>
                                    </p:anim>
                                    <p:anim calcmode="lin" valueType="num">
                                      <p:cBhvr>
                                        <p:cTn id="374" dur="500" fill="hold"/>
                                        <p:tgtEl>
                                          <p:spTgt spid="120"/>
                                        </p:tgtEl>
                                        <p:attrNameLst>
                                          <p:attrName>ppt_h</p:attrName>
                                        </p:attrNameLst>
                                      </p:cBhvr>
                                      <p:tavLst>
                                        <p:tav tm="0">
                                          <p:val>
                                            <p:strVal val="4/3*#ppt_h"/>
                                          </p:val>
                                        </p:tav>
                                        <p:tav tm="100000">
                                          <p:val>
                                            <p:strVal val="#ppt_h"/>
                                          </p:val>
                                        </p:tav>
                                      </p:tavLst>
                                    </p:anim>
                                    <p:anim to="" calcmode="lin" valueType="num">
                                      <p:cBhvr>
                                        <p:cTn id="375" dur="500" fill="hold">
                                          <p:stCondLst>
                                            <p:cond delay="0"/>
                                          </p:stCondLst>
                                        </p:cTn>
                                        <p:tgtEl>
                                          <p:spTgt spid="120"/>
                                        </p:tgtEl>
                                        <p:attrNameLst>
                                          <p:attrName>ppt_x</p:attrName>
                                        </p:attrNameLst>
                                      </p:cBhvr>
                                      <p:tavLst>
                                        <p:tav tm="0">
                                          <p:val>
                                            <p:strVal val="#ppt_x+0"/>
                                          </p:val>
                                        </p:tav>
                                        <p:tav tm="100000">
                                          <p:val>
                                            <p:strVal val="#ppt_x+0"/>
                                          </p:val>
                                        </p:tav>
                                      </p:tavLst>
                                    </p:anim>
                                    <p:anim to="" calcmode="lin" valueType="num">
                                      <p:cBhvr>
                                        <p:cTn id="376" dur="500" fill="hold">
                                          <p:stCondLst>
                                            <p:cond delay="0"/>
                                          </p:stCondLst>
                                        </p:cTn>
                                        <p:tgtEl>
                                          <p:spTgt spid="120"/>
                                        </p:tgtEl>
                                        <p:attrNameLst>
                                          <p:attrName>ppt_y</p:attrName>
                                        </p:attrNameLst>
                                      </p:cBhvr>
                                      <p:tavLst>
                                        <p:tav tm="0">
                                          <p:val>
                                            <p:strVal val="#ppt_y+0"/>
                                          </p:val>
                                        </p:tav>
                                        <p:tav tm="100000">
                                          <p:val>
                                            <p:strVal val="#ppt_y+0"/>
                                          </p:val>
                                        </p:tav>
                                      </p:tavLst>
                                    </p:anim>
                                  </p:childTnLst>
                                </p:cTn>
                              </p:par>
                              <p:par>
                                <p:cTn id="377" presetID="23" presetClass="entr" presetSubtype="288" fill="hold" grpId="0" nodeType="withEffect">
                                  <p:stCondLst>
                                    <p:cond delay="0"/>
                                  </p:stCondLst>
                                  <p:childTnLst>
                                    <p:set>
                                      <p:cBhvr>
                                        <p:cTn id="378" dur="1" fill="hold">
                                          <p:stCondLst>
                                            <p:cond delay="0"/>
                                          </p:stCondLst>
                                        </p:cTn>
                                        <p:tgtEl>
                                          <p:spTgt spid="35"/>
                                        </p:tgtEl>
                                        <p:attrNameLst>
                                          <p:attrName>style.visibility</p:attrName>
                                        </p:attrNameLst>
                                      </p:cBhvr>
                                      <p:to>
                                        <p:strVal val="visible"/>
                                      </p:to>
                                    </p:set>
                                    <p:anim calcmode="lin" valueType="num">
                                      <p:cBhvr>
                                        <p:cTn id="379" dur="500" fill="hold"/>
                                        <p:tgtEl>
                                          <p:spTgt spid="35"/>
                                        </p:tgtEl>
                                        <p:attrNameLst>
                                          <p:attrName>ppt_w</p:attrName>
                                        </p:attrNameLst>
                                      </p:cBhvr>
                                      <p:tavLst>
                                        <p:tav tm="0">
                                          <p:val>
                                            <p:strVal val="4/3*#ppt_w"/>
                                          </p:val>
                                        </p:tav>
                                        <p:tav tm="100000">
                                          <p:val>
                                            <p:strVal val="#ppt_w"/>
                                          </p:val>
                                        </p:tav>
                                      </p:tavLst>
                                    </p:anim>
                                    <p:anim calcmode="lin" valueType="num">
                                      <p:cBhvr>
                                        <p:cTn id="380" dur="500" fill="hold"/>
                                        <p:tgtEl>
                                          <p:spTgt spid="35"/>
                                        </p:tgtEl>
                                        <p:attrNameLst>
                                          <p:attrName>ppt_h</p:attrName>
                                        </p:attrNameLst>
                                      </p:cBhvr>
                                      <p:tavLst>
                                        <p:tav tm="0">
                                          <p:val>
                                            <p:strVal val="4/3*#ppt_h"/>
                                          </p:val>
                                        </p:tav>
                                        <p:tav tm="100000">
                                          <p:val>
                                            <p:strVal val="#ppt_h"/>
                                          </p:val>
                                        </p:tav>
                                      </p:tavLst>
                                    </p:anim>
                                    <p:anim to="" calcmode="lin" valueType="num">
                                      <p:cBhvr>
                                        <p:cTn id="381" dur="500" fill="hold">
                                          <p:stCondLst>
                                            <p:cond delay="0"/>
                                          </p:stCondLst>
                                        </p:cTn>
                                        <p:tgtEl>
                                          <p:spTgt spid="35"/>
                                        </p:tgtEl>
                                        <p:attrNameLst>
                                          <p:attrName>ppt_x</p:attrName>
                                        </p:attrNameLst>
                                      </p:cBhvr>
                                      <p:tavLst>
                                        <p:tav tm="0">
                                          <p:val>
                                            <p:strVal val="#ppt_x+0"/>
                                          </p:val>
                                        </p:tav>
                                        <p:tav tm="100000">
                                          <p:val>
                                            <p:strVal val="#ppt_x+0"/>
                                          </p:val>
                                        </p:tav>
                                      </p:tavLst>
                                    </p:anim>
                                    <p:anim to="" calcmode="lin" valueType="num">
                                      <p:cBhvr>
                                        <p:cTn id="382" dur="500" fill="hold">
                                          <p:stCondLst>
                                            <p:cond delay="0"/>
                                          </p:stCondLst>
                                        </p:cTn>
                                        <p:tgtEl>
                                          <p:spTgt spid="35"/>
                                        </p:tgtEl>
                                        <p:attrNameLst>
                                          <p:attrName>ppt_y</p:attrName>
                                        </p:attrNameLst>
                                      </p:cBhvr>
                                      <p:tavLst>
                                        <p:tav tm="0">
                                          <p:val>
                                            <p:strVal val="#ppt_y+0"/>
                                          </p:val>
                                        </p:tav>
                                        <p:tav tm="100000">
                                          <p:val>
                                            <p:strVal val="#ppt_y+0"/>
                                          </p:val>
                                        </p:tav>
                                      </p:tavLst>
                                    </p:anim>
                                  </p:childTnLst>
                                </p:cTn>
                              </p:par>
                              <p:par>
                                <p:cTn id="383" presetID="23" presetClass="entr" presetSubtype="288" fill="hold" nodeType="withEffect">
                                  <p:stCondLst>
                                    <p:cond delay="0"/>
                                  </p:stCondLst>
                                  <p:childTnLst>
                                    <p:set>
                                      <p:cBhvr>
                                        <p:cTn id="384" dur="1" fill="hold">
                                          <p:stCondLst>
                                            <p:cond delay="0"/>
                                          </p:stCondLst>
                                        </p:cTn>
                                        <p:tgtEl>
                                          <p:spTgt spid="36"/>
                                        </p:tgtEl>
                                        <p:attrNameLst>
                                          <p:attrName>style.visibility</p:attrName>
                                        </p:attrNameLst>
                                      </p:cBhvr>
                                      <p:to>
                                        <p:strVal val="visible"/>
                                      </p:to>
                                    </p:set>
                                    <p:anim calcmode="lin" valueType="num">
                                      <p:cBhvr>
                                        <p:cTn id="385" dur="500" fill="hold"/>
                                        <p:tgtEl>
                                          <p:spTgt spid="36"/>
                                        </p:tgtEl>
                                        <p:attrNameLst>
                                          <p:attrName>ppt_w</p:attrName>
                                        </p:attrNameLst>
                                      </p:cBhvr>
                                      <p:tavLst>
                                        <p:tav tm="0">
                                          <p:val>
                                            <p:strVal val="4/3*#ppt_w"/>
                                          </p:val>
                                        </p:tav>
                                        <p:tav tm="100000">
                                          <p:val>
                                            <p:strVal val="#ppt_w"/>
                                          </p:val>
                                        </p:tav>
                                      </p:tavLst>
                                    </p:anim>
                                    <p:anim calcmode="lin" valueType="num">
                                      <p:cBhvr>
                                        <p:cTn id="386" dur="500" fill="hold"/>
                                        <p:tgtEl>
                                          <p:spTgt spid="36"/>
                                        </p:tgtEl>
                                        <p:attrNameLst>
                                          <p:attrName>ppt_h</p:attrName>
                                        </p:attrNameLst>
                                      </p:cBhvr>
                                      <p:tavLst>
                                        <p:tav tm="0">
                                          <p:val>
                                            <p:strVal val="4/3*#ppt_h"/>
                                          </p:val>
                                        </p:tav>
                                        <p:tav tm="100000">
                                          <p:val>
                                            <p:strVal val="#ppt_h"/>
                                          </p:val>
                                        </p:tav>
                                      </p:tavLst>
                                    </p:anim>
                                    <p:anim to="" calcmode="lin" valueType="num">
                                      <p:cBhvr>
                                        <p:cTn id="387" dur="500" fill="hold">
                                          <p:stCondLst>
                                            <p:cond delay="0"/>
                                          </p:stCondLst>
                                        </p:cTn>
                                        <p:tgtEl>
                                          <p:spTgt spid="36"/>
                                        </p:tgtEl>
                                        <p:attrNameLst>
                                          <p:attrName>ppt_x</p:attrName>
                                        </p:attrNameLst>
                                      </p:cBhvr>
                                      <p:tavLst>
                                        <p:tav tm="0">
                                          <p:val>
                                            <p:strVal val="#ppt_x+0"/>
                                          </p:val>
                                        </p:tav>
                                        <p:tav tm="100000">
                                          <p:val>
                                            <p:strVal val="#ppt_x+0"/>
                                          </p:val>
                                        </p:tav>
                                      </p:tavLst>
                                    </p:anim>
                                    <p:anim to="" calcmode="lin" valueType="num">
                                      <p:cBhvr>
                                        <p:cTn id="388" dur="500" fill="hold">
                                          <p:stCondLst>
                                            <p:cond delay="0"/>
                                          </p:stCondLst>
                                        </p:cTn>
                                        <p:tgtEl>
                                          <p:spTgt spid="36"/>
                                        </p:tgtEl>
                                        <p:attrNameLst>
                                          <p:attrName>ppt_y</p:attrName>
                                        </p:attrNameLst>
                                      </p:cBhvr>
                                      <p:tavLst>
                                        <p:tav tm="0">
                                          <p:val>
                                            <p:strVal val="#ppt_y+0"/>
                                          </p:val>
                                        </p:tav>
                                        <p:tav tm="100000">
                                          <p:val>
                                            <p:strVal val="#ppt_y+0"/>
                                          </p:val>
                                        </p:tav>
                                      </p:tavLst>
                                    </p:anim>
                                  </p:childTnLst>
                                </p:cTn>
                              </p:par>
                              <p:par>
                                <p:cTn id="389" presetID="23" presetClass="entr" presetSubtype="288" fill="hold" grpId="0" nodeType="withEffect">
                                  <p:stCondLst>
                                    <p:cond delay="0"/>
                                  </p:stCondLst>
                                  <p:childTnLst>
                                    <p:set>
                                      <p:cBhvr>
                                        <p:cTn id="390" dur="1" fill="hold">
                                          <p:stCondLst>
                                            <p:cond delay="0"/>
                                          </p:stCondLst>
                                        </p:cTn>
                                        <p:tgtEl>
                                          <p:spTgt spid="37"/>
                                        </p:tgtEl>
                                        <p:attrNameLst>
                                          <p:attrName>style.visibility</p:attrName>
                                        </p:attrNameLst>
                                      </p:cBhvr>
                                      <p:to>
                                        <p:strVal val="visible"/>
                                      </p:to>
                                    </p:set>
                                    <p:anim calcmode="lin" valueType="num">
                                      <p:cBhvr>
                                        <p:cTn id="391" dur="500" fill="hold"/>
                                        <p:tgtEl>
                                          <p:spTgt spid="37"/>
                                        </p:tgtEl>
                                        <p:attrNameLst>
                                          <p:attrName>ppt_w</p:attrName>
                                        </p:attrNameLst>
                                      </p:cBhvr>
                                      <p:tavLst>
                                        <p:tav tm="0">
                                          <p:val>
                                            <p:strVal val="4/3*#ppt_w"/>
                                          </p:val>
                                        </p:tav>
                                        <p:tav tm="100000">
                                          <p:val>
                                            <p:strVal val="#ppt_w"/>
                                          </p:val>
                                        </p:tav>
                                      </p:tavLst>
                                    </p:anim>
                                    <p:anim calcmode="lin" valueType="num">
                                      <p:cBhvr>
                                        <p:cTn id="392" dur="500" fill="hold"/>
                                        <p:tgtEl>
                                          <p:spTgt spid="37"/>
                                        </p:tgtEl>
                                        <p:attrNameLst>
                                          <p:attrName>ppt_h</p:attrName>
                                        </p:attrNameLst>
                                      </p:cBhvr>
                                      <p:tavLst>
                                        <p:tav tm="0">
                                          <p:val>
                                            <p:strVal val="4/3*#ppt_h"/>
                                          </p:val>
                                        </p:tav>
                                        <p:tav tm="100000">
                                          <p:val>
                                            <p:strVal val="#ppt_h"/>
                                          </p:val>
                                        </p:tav>
                                      </p:tavLst>
                                    </p:anim>
                                    <p:anim to="" calcmode="lin" valueType="num">
                                      <p:cBhvr>
                                        <p:cTn id="393" dur="500" fill="hold">
                                          <p:stCondLst>
                                            <p:cond delay="0"/>
                                          </p:stCondLst>
                                        </p:cTn>
                                        <p:tgtEl>
                                          <p:spTgt spid="37"/>
                                        </p:tgtEl>
                                        <p:attrNameLst>
                                          <p:attrName>ppt_x</p:attrName>
                                        </p:attrNameLst>
                                      </p:cBhvr>
                                      <p:tavLst>
                                        <p:tav tm="0">
                                          <p:val>
                                            <p:strVal val="#ppt_x+0"/>
                                          </p:val>
                                        </p:tav>
                                        <p:tav tm="100000">
                                          <p:val>
                                            <p:strVal val="#ppt_x+0"/>
                                          </p:val>
                                        </p:tav>
                                      </p:tavLst>
                                    </p:anim>
                                    <p:anim to="" calcmode="lin" valueType="num">
                                      <p:cBhvr>
                                        <p:cTn id="394" dur="500" fill="hold">
                                          <p:stCondLst>
                                            <p:cond delay="0"/>
                                          </p:stCondLst>
                                        </p:cTn>
                                        <p:tgtEl>
                                          <p:spTgt spid="37"/>
                                        </p:tgtEl>
                                        <p:attrNameLst>
                                          <p:attrName>ppt_y</p:attrName>
                                        </p:attrNameLst>
                                      </p:cBhvr>
                                      <p:tavLst>
                                        <p:tav tm="0">
                                          <p:val>
                                            <p:strVal val="#ppt_y+0"/>
                                          </p:val>
                                        </p:tav>
                                        <p:tav tm="100000">
                                          <p:val>
                                            <p:strVal val="#ppt_y+0"/>
                                          </p:val>
                                        </p:tav>
                                      </p:tavLst>
                                    </p:anim>
                                  </p:childTnLst>
                                </p:cTn>
                              </p:par>
                              <p:par>
                                <p:cTn id="395" presetID="23" presetClass="entr" presetSubtype="288" fill="hold" grpId="0" nodeType="withEffect">
                                  <p:stCondLst>
                                    <p:cond delay="0"/>
                                  </p:stCondLst>
                                  <p:childTnLst>
                                    <p:set>
                                      <p:cBhvr>
                                        <p:cTn id="396" dur="1" fill="hold">
                                          <p:stCondLst>
                                            <p:cond delay="0"/>
                                          </p:stCondLst>
                                        </p:cTn>
                                        <p:tgtEl>
                                          <p:spTgt spid="38"/>
                                        </p:tgtEl>
                                        <p:attrNameLst>
                                          <p:attrName>style.visibility</p:attrName>
                                        </p:attrNameLst>
                                      </p:cBhvr>
                                      <p:to>
                                        <p:strVal val="visible"/>
                                      </p:to>
                                    </p:set>
                                    <p:anim calcmode="lin" valueType="num">
                                      <p:cBhvr>
                                        <p:cTn id="397" dur="500" fill="hold"/>
                                        <p:tgtEl>
                                          <p:spTgt spid="38"/>
                                        </p:tgtEl>
                                        <p:attrNameLst>
                                          <p:attrName>ppt_w</p:attrName>
                                        </p:attrNameLst>
                                      </p:cBhvr>
                                      <p:tavLst>
                                        <p:tav tm="0">
                                          <p:val>
                                            <p:strVal val="4/3*#ppt_w"/>
                                          </p:val>
                                        </p:tav>
                                        <p:tav tm="100000">
                                          <p:val>
                                            <p:strVal val="#ppt_w"/>
                                          </p:val>
                                        </p:tav>
                                      </p:tavLst>
                                    </p:anim>
                                    <p:anim calcmode="lin" valueType="num">
                                      <p:cBhvr>
                                        <p:cTn id="398" dur="500" fill="hold"/>
                                        <p:tgtEl>
                                          <p:spTgt spid="38"/>
                                        </p:tgtEl>
                                        <p:attrNameLst>
                                          <p:attrName>ppt_h</p:attrName>
                                        </p:attrNameLst>
                                      </p:cBhvr>
                                      <p:tavLst>
                                        <p:tav tm="0">
                                          <p:val>
                                            <p:strVal val="4/3*#ppt_h"/>
                                          </p:val>
                                        </p:tav>
                                        <p:tav tm="100000">
                                          <p:val>
                                            <p:strVal val="#ppt_h"/>
                                          </p:val>
                                        </p:tav>
                                      </p:tavLst>
                                    </p:anim>
                                    <p:anim to="" calcmode="lin" valueType="num">
                                      <p:cBhvr>
                                        <p:cTn id="399" dur="500" fill="hold">
                                          <p:stCondLst>
                                            <p:cond delay="0"/>
                                          </p:stCondLst>
                                        </p:cTn>
                                        <p:tgtEl>
                                          <p:spTgt spid="38"/>
                                        </p:tgtEl>
                                        <p:attrNameLst>
                                          <p:attrName>ppt_x</p:attrName>
                                        </p:attrNameLst>
                                      </p:cBhvr>
                                      <p:tavLst>
                                        <p:tav tm="0">
                                          <p:val>
                                            <p:strVal val="#ppt_x+0"/>
                                          </p:val>
                                        </p:tav>
                                        <p:tav tm="100000">
                                          <p:val>
                                            <p:strVal val="#ppt_x+0"/>
                                          </p:val>
                                        </p:tav>
                                      </p:tavLst>
                                    </p:anim>
                                    <p:anim to="" calcmode="lin" valueType="num">
                                      <p:cBhvr>
                                        <p:cTn id="400" dur="500" fill="hold">
                                          <p:stCondLst>
                                            <p:cond delay="0"/>
                                          </p:stCondLst>
                                        </p:cTn>
                                        <p:tgtEl>
                                          <p:spTgt spid="38"/>
                                        </p:tgtEl>
                                        <p:attrNameLst>
                                          <p:attrName>ppt_y</p:attrName>
                                        </p:attrNameLst>
                                      </p:cBhvr>
                                      <p:tavLst>
                                        <p:tav tm="0">
                                          <p:val>
                                            <p:strVal val="#ppt_y+0"/>
                                          </p:val>
                                        </p:tav>
                                        <p:tav tm="100000">
                                          <p:val>
                                            <p:strVal val="#ppt_y+0"/>
                                          </p:val>
                                        </p:tav>
                                      </p:tavLst>
                                    </p:anim>
                                  </p:childTnLst>
                                </p:cTn>
                              </p:par>
                              <p:par>
                                <p:cTn id="401" presetID="23" presetClass="entr" presetSubtype="288" fill="hold" grpId="0" nodeType="withEffect">
                                  <p:stCondLst>
                                    <p:cond delay="0"/>
                                  </p:stCondLst>
                                  <p:childTnLst>
                                    <p:set>
                                      <p:cBhvr>
                                        <p:cTn id="402" dur="1" fill="hold">
                                          <p:stCondLst>
                                            <p:cond delay="0"/>
                                          </p:stCondLst>
                                        </p:cTn>
                                        <p:tgtEl>
                                          <p:spTgt spid="39"/>
                                        </p:tgtEl>
                                        <p:attrNameLst>
                                          <p:attrName>style.visibility</p:attrName>
                                        </p:attrNameLst>
                                      </p:cBhvr>
                                      <p:to>
                                        <p:strVal val="visible"/>
                                      </p:to>
                                    </p:set>
                                    <p:anim calcmode="lin" valueType="num">
                                      <p:cBhvr>
                                        <p:cTn id="403" dur="500" fill="hold"/>
                                        <p:tgtEl>
                                          <p:spTgt spid="39"/>
                                        </p:tgtEl>
                                        <p:attrNameLst>
                                          <p:attrName>ppt_w</p:attrName>
                                        </p:attrNameLst>
                                      </p:cBhvr>
                                      <p:tavLst>
                                        <p:tav tm="0">
                                          <p:val>
                                            <p:strVal val="4/3*#ppt_w"/>
                                          </p:val>
                                        </p:tav>
                                        <p:tav tm="100000">
                                          <p:val>
                                            <p:strVal val="#ppt_w"/>
                                          </p:val>
                                        </p:tav>
                                      </p:tavLst>
                                    </p:anim>
                                    <p:anim calcmode="lin" valueType="num">
                                      <p:cBhvr>
                                        <p:cTn id="404" dur="500" fill="hold"/>
                                        <p:tgtEl>
                                          <p:spTgt spid="39"/>
                                        </p:tgtEl>
                                        <p:attrNameLst>
                                          <p:attrName>ppt_h</p:attrName>
                                        </p:attrNameLst>
                                      </p:cBhvr>
                                      <p:tavLst>
                                        <p:tav tm="0">
                                          <p:val>
                                            <p:strVal val="4/3*#ppt_h"/>
                                          </p:val>
                                        </p:tav>
                                        <p:tav tm="100000">
                                          <p:val>
                                            <p:strVal val="#ppt_h"/>
                                          </p:val>
                                        </p:tav>
                                      </p:tavLst>
                                    </p:anim>
                                    <p:anim to="" calcmode="lin" valueType="num">
                                      <p:cBhvr>
                                        <p:cTn id="405" dur="500" fill="hold">
                                          <p:stCondLst>
                                            <p:cond delay="0"/>
                                          </p:stCondLst>
                                        </p:cTn>
                                        <p:tgtEl>
                                          <p:spTgt spid="39"/>
                                        </p:tgtEl>
                                        <p:attrNameLst>
                                          <p:attrName>ppt_x</p:attrName>
                                        </p:attrNameLst>
                                      </p:cBhvr>
                                      <p:tavLst>
                                        <p:tav tm="0">
                                          <p:val>
                                            <p:strVal val="#ppt_x+0"/>
                                          </p:val>
                                        </p:tav>
                                        <p:tav tm="100000">
                                          <p:val>
                                            <p:strVal val="#ppt_x+0"/>
                                          </p:val>
                                        </p:tav>
                                      </p:tavLst>
                                    </p:anim>
                                    <p:anim to="" calcmode="lin" valueType="num">
                                      <p:cBhvr>
                                        <p:cTn id="406" dur="500" fill="hold">
                                          <p:stCondLst>
                                            <p:cond delay="0"/>
                                          </p:stCondLst>
                                        </p:cTn>
                                        <p:tgtEl>
                                          <p:spTgt spid="39"/>
                                        </p:tgtEl>
                                        <p:attrNameLst>
                                          <p:attrName>ppt_y</p:attrName>
                                        </p:attrNameLst>
                                      </p:cBhvr>
                                      <p:tavLst>
                                        <p:tav tm="0">
                                          <p:val>
                                            <p:strVal val="#ppt_y+0"/>
                                          </p:val>
                                        </p:tav>
                                        <p:tav tm="100000">
                                          <p:val>
                                            <p:strVal val="#ppt_y+0"/>
                                          </p:val>
                                        </p:tav>
                                      </p:tavLst>
                                    </p:anim>
                                  </p:childTnLst>
                                </p:cTn>
                              </p:par>
                              <p:par>
                                <p:cTn id="407" presetID="23" presetClass="entr" presetSubtype="288" fill="hold" grpId="0" nodeType="withEffect">
                                  <p:stCondLst>
                                    <p:cond delay="0"/>
                                  </p:stCondLst>
                                  <p:childTnLst>
                                    <p:set>
                                      <p:cBhvr>
                                        <p:cTn id="408" dur="1" fill="hold">
                                          <p:stCondLst>
                                            <p:cond delay="0"/>
                                          </p:stCondLst>
                                        </p:cTn>
                                        <p:tgtEl>
                                          <p:spTgt spid="40"/>
                                        </p:tgtEl>
                                        <p:attrNameLst>
                                          <p:attrName>style.visibility</p:attrName>
                                        </p:attrNameLst>
                                      </p:cBhvr>
                                      <p:to>
                                        <p:strVal val="visible"/>
                                      </p:to>
                                    </p:set>
                                    <p:anim calcmode="lin" valueType="num">
                                      <p:cBhvr>
                                        <p:cTn id="409" dur="500" fill="hold"/>
                                        <p:tgtEl>
                                          <p:spTgt spid="40"/>
                                        </p:tgtEl>
                                        <p:attrNameLst>
                                          <p:attrName>ppt_w</p:attrName>
                                        </p:attrNameLst>
                                      </p:cBhvr>
                                      <p:tavLst>
                                        <p:tav tm="0">
                                          <p:val>
                                            <p:strVal val="4/3*#ppt_w"/>
                                          </p:val>
                                        </p:tav>
                                        <p:tav tm="100000">
                                          <p:val>
                                            <p:strVal val="#ppt_w"/>
                                          </p:val>
                                        </p:tav>
                                      </p:tavLst>
                                    </p:anim>
                                    <p:anim calcmode="lin" valueType="num">
                                      <p:cBhvr>
                                        <p:cTn id="410" dur="500" fill="hold"/>
                                        <p:tgtEl>
                                          <p:spTgt spid="40"/>
                                        </p:tgtEl>
                                        <p:attrNameLst>
                                          <p:attrName>ppt_h</p:attrName>
                                        </p:attrNameLst>
                                      </p:cBhvr>
                                      <p:tavLst>
                                        <p:tav tm="0">
                                          <p:val>
                                            <p:strVal val="4/3*#ppt_h"/>
                                          </p:val>
                                        </p:tav>
                                        <p:tav tm="100000">
                                          <p:val>
                                            <p:strVal val="#ppt_h"/>
                                          </p:val>
                                        </p:tav>
                                      </p:tavLst>
                                    </p:anim>
                                    <p:anim to="" calcmode="lin" valueType="num">
                                      <p:cBhvr>
                                        <p:cTn id="411" dur="500" fill="hold">
                                          <p:stCondLst>
                                            <p:cond delay="0"/>
                                          </p:stCondLst>
                                        </p:cTn>
                                        <p:tgtEl>
                                          <p:spTgt spid="40"/>
                                        </p:tgtEl>
                                        <p:attrNameLst>
                                          <p:attrName>ppt_x</p:attrName>
                                        </p:attrNameLst>
                                      </p:cBhvr>
                                      <p:tavLst>
                                        <p:tav tm="0">
                                          <p:val>
                                            <p:strVal val="#ppt_x+0"/>
                                          </p:val>
                                        </p:tav>
                                        <p:tav tm="100000">
                                          <p:val>
                                            <p:strVal val="#ppt_x+0"/>
                                          </p:val>
                                        </p:tav>
                                      </p:tavLst>
                                    </p:anim>
                                    <p:anim to="" calcmode="lin" valueType="num">
                                      <p:cBhvr>
                                        <p:cTn id="412" dur="500" fill="hold">
                                          <p:stCondLst>
                                            <p:cond delay="0"/>
                                          </p:stCondLst>
                                        </p:cTn>
                                        <p:tgtEl>
                                          <p:spTgt spid="40"/>
                                        </p:tgtEl>
                                        <p:attrNameLst>
                                          <p:attrName>ppt_y</p:attrName>
                                        </p:attrNameLst>
                                      </p:cBhvr>
                                      <p:tavLst>
                                        <p:tav tm="0">
                                          <p:val>
                                            <p:strVal val="#ppt_y+0"/>
                                          </p:val>
                                        </p:tav>
                                        <p:tav tm="100000">
                                          <p:val>
                                            <p:strVal val="#ppt_y+0"/>
                                          </p:val>
                                        </p:tav>
                                      </p:tavLst>
                                    </p:anim>
                                  </p:childTnLst>
                                </p:cTn>
                              </p:par>
                              <p:par>
                                <p:cTn id="413" presetID="35" presetClass="path" presetSubtype="0" accel="50000" decel="50000" fill="hold" grpId="3" nodeType="withEffect">
                                  <p:stCondLst>
                                    <p:cond delay="0"/>
                                  </p:stCondLst>
                                  <p:childTnLst>
                                    <p:anim to="" calcmode="lin" valueType="num">
                                      <p:cBhvr>
                                        <p:cTn id="414" dur="500" fill="hold">
                                          <p:stCondLst>
                                            <p:cond delay="0"/>
                                          </p:stCondLst>
                                        </p:cTn>
                                        <p:tgtEl>
                                          <p:spTgt spid="2"/>
                                        </p:tgtEl>
                                        <p:attrNameLst>
                                          <p:attrName>ppt_x</p:attrName>
                                        </p:attrNameLst>
                                      </p:cBhvr>
                                      <p:tavLst>
                                        <p:tav tm="0">
                                          <p:val>
                                            <p:strVal val="ppt_x"/>
                                          </p:val>
                                        </p:tav>
                                        <p:tav tm="100000">
                                          <p:val>
                                            <p:strVal val="#ppt_x+0"/>
                                          </p:val>
                                        </p:tav>
                                      </p:tavLst>
                                    </p:anim>
                                    <p:anim to="" calcmode="lin" valueType="num">
                                      <p:cBhvr>
                                        <p:cTn id="415" dur="500" fill="hold">
                                          <p:stCondLst>
                                            <p:cond delay="0"/>
                                          </p:stCondLst>
                                        </p:cTn>
                                        <p:tgtEl>
                                          <p:spTgt spid="2"/>
                                        </p:tgtEl>
                                        <p:attrNameLst>
                                          <p:attrName>ppt_y</p:attrName>
                                        </p:attrNameLst>
                                      </p:cBhvr>
                                      <p:tavLst>
                                        <p:tav tm="0">
                                          <p:val>
                                            <p:strVal val="ppt_y"/>
                                          </p:val>
                                        </p:tav>
                                        <p:tav tm="100000">
                                          <p:val>
                                            <p:strVal val="#ppt_y+0"/>
                                          </p:val>
                                        </p:tav>
                                      </p:tavLst>
                                    </p:anim>
                                    <p:anim to="" calcmode="lin" valueType="num">
                                      <p:cBhvr>
                                        <p:cTn id="416" dur="500" fill="hold">
                                          <p:stCondLst>
                                            <p:cond delay="0"/>
                                          </p:stCondLst>
                                        </p:cTn>
                                        <p:tgtEl>
                                          <p:spTgt spid="2"/>
                                        </p:tgtEl>
                                        <p:attrNameLst>
                                          <p:attrName>ppt_w</p:attrName>
                                        </p:attrNameLst>
                                      </p:cBhvr>
                                      <p:tavLst>
                                        <p:tav tm="0">
                                          <p:val>
                                            <p:strVal val="ppt_w"/>
                                          </p:val>
                                        </p:tav>
                                        <p:tav tm="100000">
                                          <p:val>
                                            <p:strVal val="#ppt_w"/>
                                          </p:val>
                                        </p:tav>
                                      </p:tavLst>
                                    </p:anim>
                                    <p:anim to="" calcmode="lin" valueType="num">
                                      <p:cBhvr>
                                        <p:cTn id="417" dur="500" fill="hold">
                                          <p:stCondLst>
                                            <p:cond delay="0"/>
                                          </p:stCondLst>
                                        </p:cTn>
                                        <p:tgtEl>
                                          <p:spTgt spid="2"/>
                                        </p:tgtEl>
                                        <p:attrNameLst>
                                          <p:attrName>ppt_h</p:attrName>
                                        </p:attrNameLst>
                                      </p:cBhvr>
                                      <p:tavLst>
                                        <p:tav tm="0">
                                          <p:val>
                                            <p:strVal val="ppt_h"/>
                                          </p:val>
                                        </p:tav>
                                        <p:tav tm="100000">
                                          <p:val>
                                            <p:strVal val="#ppt_h"/>
                                          </p:val>
                                        </p:tav>
                                      </p:tavLst>
                                    </p:anim>
                                  </p:childTnLst>
                                </p:cTn>
                              </p:par>
                              <p:par>
                                <p:cTn id="418" presetID="35" presetClass="path" presetSubtype="0" accel="50000" decel="50000" fill="hold" grpId="3" nodeType="withEffect">
                                  <p:stCondLst>
                                    <p:cond delay="0"/>
                                  </p:stCondLst>
                                  <p:childTnLst>
                                    <p:anim to="" calcmode="lin" valueType="num">
                                      <p:cBhvr>
                                        <p:cTn id="419" dur="500" fill="hold">
                                          <p:stCondLst>
                                            <p:cond delay="0"/>
                                          </p:stCondLst>
                                        </p:cTn>
                                        <p:tgtEl>
                                          <p:spTgt spid="59"/>
                                        </p:tgtEl>
                                        <p:attrNameLst>
                                          <p:attrName>ppt_x</p:attrName>
                                        </p:attrNameLst>
                                      </p:cBhvr>
                                      <p:tavLst>
                                        <p:tav tm="0">
                                          <p:val>
                                            <p:strVal val="ppt_x"/>
                                          </p:val>
                                        </p:tav>
                                        <p:tav tm="100000">
                                          <p:val>
                                            <p:strVal val="#ppt_x+-1.5894573E-08"/>
                                          </p:val>
                                        </p:tav>
                                      </p:tavLst>
                                    </p:anim>
                                    <p:anim to="" calcmode="lin" valueType="num">
                                      <p:cBhvr>
                                        <p:cTn id="420" dur="500" fill="hold">
                                          <p:stCondLst>
                                            <p:cond delay="0"/>
                                          </p:stCondLst>
                                        </p:cTn>
                                        <p:tgtEl>
                                          <p:spTgt spid="59"/>
                                        </p:tgtEl>
                                        <p:attrNameLst>
                                          <p:attrName>ppt_y</p:attrName>
                                        </p:attrNameLst>
                                      </p:cBhvr>
                                      <p:tavLst>
                                        <p:tav tm="0">
                                          <p:val>
                                            <p:strVal val="ppt_y"/>
                                          </p:val>
                                        </p:tav>
                                        <p:tav tm="100000">
                                          <p:val>
                                            <p:strVal val="#ppt_y+0"/>
                                          </p:val>
                                        </p:tav>
                                      </p:tavLst>
                                    </p:anim>
                                    <p:anim to="" calcmode="lin" valueType="num">
                                      <p:cBhvr>
                                        <p:cTn id="421" dur="500" fill="hold">
                                          <p:stCondLst>
                                            <p:cond delay="0"/>
                                          </p:stCondLst>
                                        </p:cTn>
                                        <p:tgtEl>
                                          <p:spTgt spid="59"/>
                                        </p:tgtEl>
                                        <p:attrNameLst>
                                          <p:attrName>ppt_w</p:attrName>
                                        </p:attrNameLst>
                                      </p:cBhvr>
                                      <p:tavLst>
                                        <p:tav tm="0">
                                          <p:val>
                                            <p:strVal val="ppt_w"/>
                                          </p:val>
                                        </p:tav>
                                        <p:tav tm="100000">
                                          <p:val>
                                            <p:strVal val="#ppt_w"/>
                                          </p:val>
                                        </p:tav>
                                      </p:tavLst>
                                    </p:anim>
                                    <p:anim to="" calcmode="lin" valueType="num">
                                      <p:cBhvr>
                                        <p:cTn id="422" dur="500" fill="hold">
                                          <p:stCondLst>
                                            <p:cond delay="0"/>
                                          </p:stCondLst>
                                        </p:cTn>
                                        <p:tgtEl>
                                          <p:spTgt spid="59"/>
                                        </p:tgtEl>
                                        <p:attrNameLst>
                                          <p:attrName>ppt_h</p:attrName>
                                        </p:attrNameLst>
                                      </p:cBhvr>
                                      <p:tavLst>
                                        <p:tav tm="0">
                                          <p:val>
                                            <p:strVal val="ppt_h"/>
                                          </p:val>
                                        </p:tav>
                                        <p:tav tm="100000">
                                          <p:val>
                                            <p:strVal val="#ppt_h"/>
                                          </p:val>
                                        </p:tav>
                                      </p:tavLst>
                                    </p:anim>
                                  </p:childTnLst>
                                </p:cTn>
                              </p:par>
                              <p:par>
                                <p:cTn id="423" presetID="35" presetClass="path" presetSubtype="0" accel="50000" decel="50000" fill="hold" grpId="3" nodeType="withEffect">
                                  <p:stCondLst>
                                    <p:cond delay="0"/>
                                  </p:stCondLst>
                                  <p:childTnLst>
                                    <p:anim to="" calcmode="lin" valueType="num">
                                      <p:cBhvr>
                                        <p:cTn id="424" dur="500" fill="hold">
                                          <p:stCondLst>
                                            <p:cond delay="0"/>
                                          </p:stCondLst>
                                        </p:cTn>
                                        <p:tgtEl>
                                          <p:spTgt spid="5"/>
                                        </p:tgtEl>
                                        <p:attrNameLst>
                                          <p:attrName>ppt_x</p:attrName>
                                        </p:attrNameLst>
                                      </p:cBhvr>
                                      <p:tavLst>
                                        <p:tav tm="0">
                                          <p:val>
                                            <p:strVal val="ppt_x"/>
                                          </p:val>
                                        </p:tav>
                                        <p:tav tm="100000">
                                          <p:val>
                                            <p:strVal val="#ppt_x+0"/>
                                          </p:val>
                                        </p:tav>
                                      </p:tavLst>
                                    </p:anim>
                                    <p:anim to="" calcmode="lin" valueType="num">
                                      <p:cBhvr>
                                        <p:cTn id="425"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426"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427"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428" presetID="35" presetClass="path" presetSubtype="0" accel="50000" decel="50000" fill="hold" nodeType="withEffect">
                                  <p:stCondLst>
                                    <p:cond delay="0"/>
                                  </p:stCondLst>
                                  <p:childTnLst>
                                    <p:anim to="" calcmode="lin" valueType="num">
                                      <p:cBhvr>
                                        <p:cTn id="429" dur="500" fill="hold">
                                          <p:stCondLst>
                                            <p:cond delay="0"/>
                                          </p:stCondLst>
                                        </p:cTn>
                                        <p:tgtEl>
                                          <p:spTgt spid="8"/>
                                        </p:tgtEl>
                                        <p:attrNameLst>
                                          <p:attrName>ppt_x</p:attrName>
                                        </p:attrNameLst>
                                      </p:cBhvr>
                                      <p:tavLst>
                                        <p:tav tm="0">
                                          <p:val>
                                            <p:strVal val="ppt_x"/>
                                          </p:val>
                                        </p:tav>
                                        <p:tav tm="100000">
                                          <p:val>
                                            <p:strVal val="#ppt_x+-1.5894573E-08"/>
                                          </p:val>
                                        </p:tav>
                                      </p:tavLst>
                                    </p:anim>
                                    <p:anim to="" calcmode="lin" valueType="num">
                                      <p:cBhvr>
                                        <p:cTn id="430"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431"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432"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433" presetID="35" presetClass="path" presetSubtype="0" accel="50000" decel="50000" fill="hold" grpId="3" nodeType="withEffect">
                                  <p:stCondLst>
                                    <p:cond delay="0"/>
                                  </p:stCondLst>
                                  <p:childTnLst>
                                    <p:anim to="" calcmode="lin" valueType="num">
                                      <p:cBhvr>
                                        <p:cTn id="434"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435"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436"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437"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438" presetID="35" presetClass="path" presetSubtype="0" accel="50000" decel="50000" fill="hold" nodeType="withEffect">
                                  <p:stCondLst>
                                    <p:cond delay="0"/>
                                  </p:stCondLst>
                                  <p:childTnLst>
                                    <p:anim to="" calcmode="lin" valueType="num">
                                      <p:cBhvr>
                                        <p:cTn id="439" dur="500" fill="hold">
                                          <p:stCondLst>
                                            <p:cond delay="0"/>
                                          </p:stCondLst>
                                        </p:cTn>
                                        <p:tgtEl>
                                          <p:spTgt spid="11"/>
                                        </p:tgtEl>
                                        <p:attrNameLst>
                                          <p:attrName>ppt_x</p:attrName>
                                        </p:attrNameLst>
                                      </p:cBhvr>
                                      <p:tavLst>
                                        <p:tav tm="0">
                                          <p:val>
                                            <p:strVal val="ppt_x"/>
                                          </p:val>
                                        </p:tav>
                                        <p:tav tm="100000">
                                          <p:val>
                                            <p:strVal val="#ppt_x+-1.5894573E-08"/>
                                          </p:val>
                                        </p:tav>
                                      </p:tavLst>
                                    </p:anim>
                                    <p:anim to="" calcmode="lin" valueType="num">
                                      <p:cBhvr>
                                        <p:cTn id="440"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441"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442"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443" presetID="35" presetClass="path" presetSubtype="0" accel="50000" decel="50000" fill="hold" grpId="3" nodeType="withEffect">
                                  <p:stCondLst>
                                    <p:cond delay="0"/>
                                  </p:stCondLst>
                                  <p:childTnLst>
                                    <p:anim to="" calcmode="lin" valueType="num">
                                      <p:cBhvr>
                                        <p:cTn id="444" dur="500" fill="hold">
                                          <p:stCondLst>
                                            <p:cond delay="0"/>
                                          </p:stCondLst>
                                        </p:cTn>
                                        <p:tgtEl>
                                          <p:spTgt spid="30"/>
                                        </p:tgtEl>
                                        <p:attrNameLst>
                                          <p:attrName>ppt_x</p:attrName>
                                        </p:attrNameLst>
                                      </p:cBhvr>
                                      <p:tavLst>
                                        <p:tav tm="0">
                                          <p:val>
                                            <p:strVal val="ppt_x"/>
                                          </p:val>
                                        </p:tav>
                                        <p:tav tm="100000">
                                          <p:val>
                                            <p:strVal val="#ppt_x+0"/>
                                          </p:val>
                                        </p:tav>
                                      </p:tavLst>
                                    </p:anim>
                                    <p:anim to="" calcmode="lin" valueType="num">
                                      <p:cBhvr>
                                        <p:cTn id="445" dur="500" fill="hold">
                                          <p:stCondLst>
                                            <p:cond delay="0"/>
                                          </p:stCondLst>
                                        </p:cTn>
                                        <p:tgtEl>
                                          <p:spTgt spid="30"/>
                                        </p:tgtEl>
                                        <p:attrNameLst>
                                          <p:attrName>ppt_y</p:attrName>
                                        </p:attrNameLst>
                                      </p:cBhvr>
                                      <p:tavLst>
                                        <p:tav tm="0">
                                          <p:val>
                                            <p:strVal val="ppt_y"/>
                                          </p:val>
                                        </p:tav>
                                        <p:tav tm="100000">
                                          <p:val>
                                            <p:strVal val="#ppt_y+0"/>
                                          </p:val>
                                        </p:tav>
                                      </p:tavLst>
                                    </p:anim>
                                    <p:anim to="" calcmode="lin" valueType="num">
                                      <p:cBhvr>
                                        <p:cTn id="446" dur="500" fill="hold">
                                          <p:stCondLst>
                                            <p:cond delay="0"/>
                                          </p:stCondLst>
                                        </p:cTn>
                                        <p:tgtEl>
                                          <p:spTgt spid="30"/>
                                        </p:tgtEl>
                                        <p:attrNameLst>
                                          <p:attrName>ppt_w</p:attrName>
                                        </p:attrNameLst>
                                      </p:cBhvr>
                                      <p:tavLst>
                                        <p:tav tm="0">
                                          <p:val>
                                            <p:strVal val="ppt_w"/>
                                          </p:val>
                                        </p:tav>
                                        <p:tav tm="100000">
                                          <p:val>
                                            <p:strVal val="#ppt_w"/>
                                          </p:val>
                                        </p:tav>
                                      </p:tavLst>
                                    </p:anim>
                                    <p:anim to="" calcmode="lin" valueType="num">
                                      <p:cBhvr>
                                        <p:cTn id="447" dur="500" fill="hold">
                                          <p:stCondLst>
                                            <p:cond delay="0"/>
                                          </p:stCondLst>
                                        </p:cTn>
                                        <p:tgtEl>
                                          <p:spTgt spid="30"/>
                                        </p:tgtEl>
                                        <p:attrNameLst>
                                          <p:attrName>ppt_h</p:attrName>
                                        </p:attrNameLst>
                                      </p:cBhvr>
                                      <p:tavLst>
                                        <p:tav tm="0">
                                          <p:val>
                                            <p:strVal val="ppt_h"/>
                                          </p:val>
                                        </p:tav>
                                        <p:tav tm="100000">
                                          <p:val>
                                            <p:strVal val="#ppt_h"/>
                                          </p:val>
                                        </p:tav>
                                      </p:tavLst>
                                    </p:anim>
                                  </p:childTnLst>
                                </p:cTn>
                              </p:par>
                              <p:par>
                                <p:cTn id="448" presetID="35" presetClass="path" presetSubtype="0" accel="50000" decel="50000" fill="hold" grpId="3" nodeType="withEffect">
                                  <p:stCondLst>
                                    <p:cond delay="0"/>
                                  </p:stCondLst>
                                  <p:childTnLst>
                                    <p:anim to="" calcmode="lin" valueType="num">
                                      <p:cBhvr>
                                        <p:cTn id="449"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450"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451"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452"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453" presetID="35" presetClass="path" presetSubtype="0" accel="50000" decel="50000" fill="hold" grpId="3" nodeType="withEffect">
                                  <p:stCondLst>
                                    <p:cond delay="0"/>
                                  </p:stCondLst>
                                  <p:childTnLst>
                                    <p:anim to="" calcmode="lin" valueType="num">
                                      <p:cBhvr>
                                        <p:cTn id="454" dur="500" fill="hold">
                                          <p:stCondLst>
                                            <p:cond delay="0"/>
                                          </p:stCondLst>
                                        </p:cTn>
                                        <p:tgtEl>
                                          <p:spTgt spid="6"/>
                                        </p:tgtEl>
                                        <p:attrNameLst>
                                          <p:attrName>ppt_x</p:attrName>
                                        </p:attrNameLst>
                                      </p:cBhvr>
                                      <p:tavLst>
                                        <p:tav tm="0">
                                          <p:val>
                                            <p:strVal val="ppt_x"/>
                                          </p:val>
                                        </p:tav>
                                        <p:tav tm="100000">
                                          <p:val>
                                            <p:strVal val="#ppt_x+0"/>
                                          </p:val>
                                        </p:tav>
                                      </p:tavLst>
                                    </p:anim>
                                    <p:anim to="" calcmode="lin" valueType="num">
                                      <p:cBhvr>
                                        <p:cTn id="455"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456"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457"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458" presetID="35" presetClass="path" presetSubtype="0" accel="50000" decel="50000" fill="hold" grpId="3" nodeType="withEffect">
                                  <p:stCondLst>
                                    <p:cond delay="0"/>
                                  </p:stCondLst>
                                  <p:childTnLst>
                                    <p:anim to="" calcmode="lin" valueType="num">
                                      <p:cBhvr>
                                        <p:cTn id="459"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460"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461"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462"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463" presetID="35" presetClass="path" presetSubtype="0" accel="50000" decel="50000" fill="hold" grpId="2" nodeType="withEffect">
                                  <p:stCondLst>
                                    <p:cond delay="0"/>
                                  </p:stCondLst>
                                  <p:childTnLst>
                                    <p:anim to="" calcmode="lin" valueType="num">
                                      <p:cBhvr>
                                        <p:cTn id="464" dur="500" fill="hold">
                                          <p:stCondLst>
                                            <p:cond delay="0"/>
                                          </p:stCondLst>
                                        </p:cTn>
                                        <p:tgtEl>
                                          <p:spTgt spid="55"/>
                                        </p:tgtEl>
                                        <p:attrNameLst>
                                          <p:attrName>ppt_x</p:attrName>
                                        </p:attrNameLst>
                                      </p:cBhvr>
                                      <p:tavLst>
                                        <p:tav tm="0">
                                          <p:val>
                                            <p:strVal val="ppt_x"/>
                                          </p:val>
                                        </p:tav>
                                        <p:tav tm="100000">
                                          <p:val>
                                            <p:strVal val="#ppt_x+0"/>
                                          </p:val>
                                        </p:tav>
                                      </p:tavLst>
                                    </p:anim>
                                    <p:anim to="" calcmode="lin" valueType="num">
                                      <p:cBhvr>
                                        <p:cTn id="465" dur="500" fill="hold">
                                          <p:stCondLst>
                                            <p:cond delay="0"/>
                                          </p:stCondLst>
                                        </p:cTn>
                                        <p:tgtEl>
                                          <p:spTgt spid="55"/>
                                        </p:tgtEl>
                                        <p:attrNameLst>
                                          <p:attrName>ppt_y</p:attrName>
                                        </p:attrNameLst>
                                      </p:cBhvr>
                                      <p:tavLst>
                                        <p:tav tm="0">
                                          <p:val>
                                            <p:strVal val="ppt_y"/>
                                          </p:val>
                                        </p:tav>
                                        <p:tav tm="100000">
                                          <p:val>
                                            <p:strVal val="#ppt_y+0"/>
                                          </p:val>
                                        </p:tav>
                                      </p:tavLst>
                                    </p:anim>
                                    <p:anim to="" calcmode="lin" valueType="num">
                                      <p:cBhvr>
                                        <p:cTn id="466" dur="500" fill="hold">
                                          <p:stCondLst>
                                            <p:cond delay="0"/>
                                          </p:stCondLst>
                                        </p:cTn>
                                        <p:tgtEl>
                                          <p:spTgt spid="55"/>
                                        </p:tgtEl>
                                        <p:attrNameLst>
                                          <p:attrName>ppt_w</p:attrName>
                                        </p:attrNameLst>
                                      </p:cBhvr>
                                      <p:tavLst>
                                        <p:tav tm="0">
                                          <p:val>
                                            <p:strVal val="ppt_w"/>
                                          </p:val>
                                        </p:tav>
                                        <p:tav tm="100000">
                                          <p:val>
                                            <p:strVal val="#ppt_w"/>
                                          </p:val>
                                        </p:tav>
                                      </p:tavLst>
                                    </p:anim>
                                    <p:anim to="" calcmode="lin" valueType="num">
                                      <p:cBhvr>
                                        <p:cTn id="467" dur="500" fill="hold">
                                          <p:stCondLst>
                                            <p:cond delay="0"/>
                                          </p:stCondLst>
                                        </p:cTn>
                                        <p:tgtEl>
                                          <p:spTgt spid="55"/>
                                        </p:tgtEl>
                                        <p:attrNameLst>
                                          <p:attrName>ppt_h</p:attrName>
                                        </p:attrNameLst>
                                      </p:cBhvr>
                                      <p:tavLst>
                                        <p:tav tm="0">
                                          <p:val>
                                            <p:strVal val="ppt_h"/>
                                          </p:val>
                                        </p:tav>
                                        <p:tav tm="100000">
                                          <p:val>
                                            <p:strVal val="#ppt_h"/>
                                          </p:val>
                                        </p:tav>
                                      </p:tavLst>
                                    </p:anim>
                                  </p:childTnLst>
                                </p:cTn>
                              </p:par>
                              <p:par>
                                <p:cTn id="468" presetID="35" presetClass="path" presetSubtype="0" accel="50000" decel="50000" fill="hold" grpId="2" nodeType="withEffect">
                                  <p:stCondLst>
                                    <p:cond delay="0"/>
                                  </p:stCondLst>
                                  <p:childTnLst>
                                    <p:anim to="" calcmode="lin" valueType="num">
                                      <p:cBhvr>
                                        <p:cTn id="469" dur="500" fill="hold">
                                          <p:stCondLst>
                                            <p:cond delay="0"/>
                                          </p:stCondLst>
                                        </p:cTn>
                                        <p:tgtEl>
                                          <p:spTgt spid="77"/>
                                        </p:tgtEl>
                                        <p:attrNameLst>
                                          <p:attrName>ppt_x</p:attrName>
                                        </p:attrNameLst>
                                      </p:cBhvr>
                                      <p:tavLst>
                                        <p:tav tm="0">
                                          <p:val>
                                            <p:strVal val="ppt_x"/>
                                          </p:val>
                                        </p:tav>
                                        <p:tav tm="100000">
                                          <p:val>
                                            <p:strVal val="#ppt_x+0"/>
                                          </p:val>
                                        </p:tav>
                                      </p:tavLst>
                                    </p:anim>
                                    <p:anim to="" calcmode="lin" valueType="num">
                                      <p:cBhvr>
                                        <p:cTn id="470" dur="500" fill="hold">
                                          <p:stCondLst>
                                            <p:cond delay="0"/>
                                          </p:stCondLst>
                                        </p:cTn>
                                        <p:tgtEl>
                                          <p:spTgt spid="77"/>
                                        </p:tgtEl>
                                        <p:attrNameLst>
                                          <p:attrName>ppt_y</p:attrName>
                                        </p:attrNameLst>
                                      </p:cBhvr>
                                      <p:tavLst>
                                        <p:tav tm="0">
                                          <p:val>
                                            <p:strVal val="ppt_y"/>
                                          </p:val>
                                        </p:tav>
                                        <p:tav tm="100000">
                                          <p:val>
                                            <p:strVal val="#ppt_y+0"/>
                                          </p:val>
                                        </p:tav>
                                      </p:tavLst>
                                    </p:anim>
                                    <p:anim to="" calcmode="lin" valueType="num">
                                      <p:cBhvr>
                                        <p:cTn id="471" dur="500" fill="hold">
                                          <p:stCondLst>
                                            <p:cond delay="0"/>
                                          </p:stCondLst>
                                        </p:cTn>
                                        <p:tgtEl>
                                          <p:spTgt spid="77"/>
                                        </p:tgtEl>
                                        <p:attrNameLst>
                                          <p:attrName>ppt_w</p:attrName>
                                        </p:attrNameLst>
                                      </p:cBhvr>
                                      <p:tavLst>
                                        <p:tav tm="0">
                                          <p:val>
                                            <p:strVal val="ppt_w"/>
                                          </p:val>
                                        </p:tav>
                                        <p:tav tm="100000">
                                          <p:val>
                                            <p:strVal val="#ppt_w"/>
                                          </p:val>
                                        </p:tav>
                                      </p:tavLst>
                                    </p:anim>
                                    <p:anim to="" calcmode="lin" valueType="num">
                                      <p:cBhvr>
                                        <p:cTn id="472" dur="500" fill="hold">
                                          <p:stCondLst>
                                            <p:cond delay="0"/>
                                          </p:stCondLst>
                                        </p:cTn>
                                        <p:tgtEl>
                                          <p:spTgt spid="77"/>
                                        </p:tgtEl>
                                        <p:attrNameLst>
                                          <p:attrName>ppt_h</p:attrName>
                                        </p:attrNameLst>
                                      </p:cBhvr>
                                      <p:tavLst>
                                        <p:tav tm="0">
                                          <p:val>
                                            <p:strVal val="ppt_h"/>
                                          </p:val>
                                        </p:tav>
                                        <p:tav tm="100000">
                                          <p:val>
                                            <p:strVal val="#ppt_h"/>
                                          </p:val>
                                        </p:tav>
                                      </p:tavLst>
                                    </p:anim>
                                  </p:childTnLst>
                                </p:cTn>
                              </p:par>
                              <p:par>
                                <p:cTn id="473" presetID="35" presetClass="path" presetSubtype="0" accel="50000" decel="50000" fill="hold" nodeType="withEffect">
                                  <p:stCondLst>
                                    <p:cond delay="0"/>
                                  </p:stCondLst>
                                  <p:childTnLst>
                                    <p:anim to="" calcmode="lin" valueType="num">
                                      <p:cBhvr>
                                        <p:cTn id="474" dur="500" fill="hold">
                                          <p:stCondLst>
                                            <p:cond delay="0"/>
                                          </p:stCondLst>
                                        </p:cTn>
                                        <p:tgtEl>
                                          <p:spTgt spid="13"/>
                                        </p:tgtEl>
                                        <p:attrNameLst>
                                          <p:attrName>ppt_x</p:attrName>
                                        </p:attrNameLst>
                                      </p:cBhvr>
                                      <p:tavLst>
                                        <p:tav tm="0">
                                          <p:val>
                                            <p:strVal val="ppt_x"/>
                                          </p:val>
                                        </p:tav>
                                        <p:tav tm="100000">
                                          <p:val>
                                            <p:strVal val="#ppt_x+0"/>
                                          </p:val>
                                        </p:tav>
                                      </p:tavLst>
                                    </p:anim>
                                    <p:anim to="" calcmode="lin" valueType="num">
                                      <p:cBhvr>
                                        <p:cTn id="475" dur="500" fill="hold">
                                          <p:stCondLst>
                                            <p:cond delay="0"/>
                                          </p:stCondLst>
                                        </p:cTn>
                                        <p:tgtEl>
                                          <p:spTgt spid="13"/>
                                        </p:tgtEl>
                                        <p:attrNameLst>
                                          <p:attrName>ppt_y</p:attrName>
                                        </p:attrNameLst>
                                      </p:cBhvr>
                                      <p:tavLst>
                                        <p:tav tm="0">
                                          <p:val>
                                            <p:strVal val="ppt_y"/>
                                          </p:val>
                                        </p:tav>
                                        <p:tav tm="100000">
                                          <p:val>
                                            <p:strVal val="#ppt_y+0"/>
                                          </p:val>
                                        </p:tav>
                                      </p:tavLst>
                                    </p:anim>
                                    <p:anim to="" calcmode="lin" valueType="num">
                                      <p:cBhvr>
                                        <p:cTn id="476" dur="500" fill="hold">
                                          <p:stCondLst>
                                            <p:cond delay="0"/>
                                          </p:stCondLst>
                                        </p:cTn>
                                        <p:tgtEl>
                                          <p:spTgt spid="13"/>
                                        </p:tgtEl>
                                        <p:attrNameLst>
                                          <p:attrName>ppt_w</p:attrName>
                                        </p:attrNameLst>
                                      </p:cBhvr>
                                      <p:tavLst>
                                        <p:tav tm="0">
                                          <p:val>
                                            <p:strVal val="ppt_w"/>
                                          </p:val>
                                        </p:tav>
                                        <p:tav tm="100000">
                                          <p:val>
                                            <p:strVal val="#ppt_w"/>
                                          </p:val>
                                        </p:tav>
                                      </p:tavLst>
                                    </p:anim>
                                    <p:anim to="" calcmode="lin" valueType="num">
                                      <p:cBhvr>
                                        <p:cTn id="477" dur="500" fill="hold">
                                          <p:stCondLst>
                                            <p:cond delay="0"/>
                                          </p:stCondLst>
                                        </p:cTn>
                                        <p:tgtEl>
                                          <p:spTgt spid="13"/>
                                        </p:tgtEl>
                                        <p:attrNameLst>
                                          <p:attrName>ppt_h</p:attrName>
                                        </p:attrNameLst>
                                      </p:cBhvr>
                                      <p:tavLst>
                                        <p:tav tm="0">
                                          <p:val>
                                            <p:strVal val="ppt_h"/>
                                          </p:val>
                                        </p:tav>
                                        <p:tav tm="100000">
                                          <p:val>
                                            <p:strVal val="#ppt_h"/>
                                          </p:val>
                                        </p:tav>
                                      </p:tavLst>
                                    </p:anim>
                                  </p:childTnLst>
                                </p:cTn>
                              </p:par>
                              <p:par>
                                <p:cTn id="478" presetID="35" presetClass="path" presetSubtype="0" accel="50000" decel="50000" fill="hold" grpId="2" nodeType="withEffect">
                                  <p:stCondLst>
                                    <p:cond delay="0"/>
                                  </p:stCondLst>
                                  <p:childTnLst>
                                    <p:anim to="" calcmode="lin" valueType="num">
                                      <p:cBhvr>
                                        <p:cTn id="479" dur="500" fill="hold">
                                          <p:stCondLst>
                                            <p:cond delay="0"/>
                                          </p:stCondLst>
                                        </p:cTn>
                                        <p:tgtEl>
                                          <p:spTgt spid="118"/>
                                        </p:tgtEl>
                                        <p:attrNameLst>
                                          <p:attrName>ppt_x</p:attrName>
                                        </p:attrNameLst>
                                      </p:cBhvr>
                                      <p:tavLst>
                                        <p:tav tm="0">
                                          <p:val>
                                            <p:strVal val="ppt_x"/>
                                          </p:val>
                                        </p:tav>
                                        <p:tav tm="100000">
                                          <p:val>
                                            <p:strVal val="#ppt_x+0"/>
                                          </p:val>
                                        </p:tav>
                                      </p:tavLst>
                                    </p:anim>
                                    <p:anim to="" calcmode="lin" valueType="num">
                                      <p:cBhvr>
                                        <p:cTn id="480" dur="500" fill="hold">
                                          <p:stCondLst>
                                            <p:cond delay="0"/>
                                          </p:stCondLst>
                                        </p:cTn>
                                        <p:tgtEl>
                                          <p:spTgt spid="118"/>
                                        </p:tgtEl>
                                        <p:attrNameLst>
                                          <p:attrName>ppt_y</p:attrName>
                                        </p:attrNameLst>
                                      </p:cBhvr>
                                      <p:tavLst>
                                        <p:tav tm="0">
                                          <p:val>
                                            <p:strVal val="ppt_y"/>
                                          </p:val>
                                        </p:tav>
                                        <p:tav tm="100000">
                                          <p:val>
                                            <p:strVal val="#ppt_y+0"/>
                                          </p:val>
                                        </p:tav>
                                      </p:tavLst>
                                    </p:anim>
                                    <p:anim to="" calcmode="lin" valueType="num">
                                      <p:cBhvr>
                                        <p:cTn id="481" dur="500" fill="hold">
                                          <p:stCondLst>
                                            <p:cond delay="0"/>
                                          </p:stCondLst>
                                        </p:cTn>
                                        <p:tgtEl>
                                          <p:spTgt spid="118"/>
                                        </p:tgtEl>
                                        <p:attrNameLst>
                                          <p:attrName>ppt_w</p:attrName>
                                        </p:attrNameLst>
                                      </p:cBhvr>
                                      <p:tavLst>
                                        <p:tav tm="0">
                                          <p:val>
                                            <p:strVal val="ppt_w"/>
                                          </p:val>
                                        </p:tav>
                                        <p:tav tm="100000">
                                          <p:val>
                                            <p:strVal val="#ppt_w"/>
                                          </p:val>
                                        </p:tav>
                                      </p:tavLst>
                                    </p:anim>
                                    <p:anim to="" calcmode="lin" valueType="num">
                                      <p:cBhvr>
                                        <p:cTn id="482" dur="500" fill="hold">
                                          <p:stCondLst>
                                            <p:cond delay="0"/>
                                          </p:stCondLst>
                                        </p:cTn>
                                        <p:tgtEl>
                                          <p:spTgt spid="118"/>
                                        </p:tgtEl>
                                        <p:attrNameLst>
                                          <p:attrName>ppt_h</p:attrName>
                                        </p:attrNameLst>
                                      </p:cBhvr>
                                      <p:tavLst>
                                        <p:tav tm="0">
                                          <p:val>
                                            <p:strVal val="ppt_h"/>
                                          </p:val>
                                        </p:tav>
                                        <p:tav tm="100000">
                                          <p:val>
                                            <p:strVal val="#ppt_h"/>
                                          </p:val>
                                        </p:tav>
                                      </p:tavLst>
                                    </p:anim>
                                  </p:childTnLst>
                                </p:cTn>
                              </p:par>
                              <p:par>
                                <p:cTn id="483" presetID="35" presetClass="path" presetSubtype="0" accel="50000" decel="50000" fill="hold" grpId="2" nodeType="withEffect">
                                  <p:stCondLst>
                                    <p:cond delay="0"/>
                                  </p:stCondLst>
                                  <p:childTnLst>
                                    <p:anim to="" calcmode="lin" valueType="num">
                                      <p:cBhvr>
                                        <p:cTn id="484" dur="500" fill="hold">
                                          <p:stCondLst>
                                            <p:cond delay="0"/>
                                          </p:stCondLst>
                                        </p:cTn>
                                        <p:tgtEl>
                                          <p:spTgt spid="15"/>
                                        </p:tgtEl>
                                        <p:attrNameLst>
                                          <p:attrName>ppt_x</p:attrName>
                                        </p:attrNameLst>
                                      </p:cBhvr>
                                      <p:tavLst>
                                        <p:tav tm="0">
                                          <p:val>
                                            <p:strVal val="ppt_x"/>
                                          </p:val>
                                        </p:tav>
                                        <p:tav tm="100000">
                                          <p:val>
                                            <p:strVal val="#ppt_x+0"/>
                                          </p:val>
                                        </p:tav>
                                      </p:tavLst>
                                    </p:anim>
                                    <p:anim to="" calcmode="lin" valueType="num">
                                      <p:cBhvr>
                                        <p:cTn id="485" dur="500" fill="hold">
                                          <p:stCondLst>
                                            <p:cond delay="0"/>
                                          </p:stCondLst>
                                        </p:cTn>
                                        <p:tgtEl>
                                          <p:spTgt spid="15"/>
                                        </p:tgtEl>
                                        <p:attrNameLst>
                                          <p:attrName>ppt_y</p:attrName>
                                        </p:attrNameLst>
                                      </p:cBhvr>
                                      <p:tavLst>
                                        <p:tav tm="0">
                                          <p:val>
                                            <p:strVal val="ppt_y"/>
                                          </p:val>
                                        </p:tav>
                                        <p:tav tm="100000">
                                          <p:val>
                                            <p:strVal val="#ppt_y+0"/>
                                          </p:val>
                                        </p:tav>
                                      </p:tavLst>
                                    </p:anim>
                                    <p:anim to="" calcmode="lin" valueType="num">
                                      <p:cBhvr>
                                        <p:cTn id="486"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487"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488" presetID="35" presetClass="path" presetSubtype="0" accel="50000" decel="50000" fill="hold" nodeType="withEffect">
                                  <p:stCondLst>
                                    <p:cond delay="0"/>
                                  </p:stCondLst>
                                  <p:childTnLst>
                                    <p:anim to="" calcmode="lin" valueType="num">
                                      <p:cBhvr>
                                        <p:cTn id="489" dur="500" fill="hold">
                                          <p:stCondLst>
                                            <p:cond delay="0"/>
                                          </p:stCondLst>
                                        </p:cTn>
                                        <p:tgtEl>
                                          <p:spTgt spid="16"/>
                                        </p:tgtEl>
                                        <p:attrNameLst>
                                          <p:attrName>ppt_x</p:attrName>
                                        </p:attrNameLst>
                                      </p:cBhvr>
                                      <p:tavLst>
                                        <p:tav tm="0">
                                          <p:val>
                                            <p:strVal val="ppt_x"/>
                                          </p:val>
                                        </p:tav>
                                        <p:tav tm="100000">
                                          <p:val>
                                            <p:strVal val="#ppt_x+0"/>
                                          </p:val>
                                        </p:tav>
                                      </p:tavLst>
                                    </p:anim>
                                    <p:anim to="" calcmode="lin" valueType="num">
                                      <p:cBhvr>
                                        <p:cTn id="490" dur="500" fill="hold">
                                          <p:stCondLst>
                                            <p:cond delay="0"/>
                                          </p:stCondLst>
                                        </p:cTn>
                                        <p:tgtEl>
                                          <p:spTgt spid="16"/>
                                        </p:tgtEl>
                                        <p:attrNameLst>
                                          <p:attrName>ppt_y</p:attrName>
                                        </p:attrNameLst>
                                      </p:cBhvr>
                                      <p:tavLst>
                                        <p:tav tm="0">
                                          <p:val>
                                            <p:strVal val="ppt_y"/>
                                          </p:val>
                                        </p:tav>
                                        <p:tav tm="100000">
                                          <p:val>
                                            <p:strVal val="#ppt_y+0"/>
                                          </p:val>
                                        </p:tav>
                                      </p:tavLst>
                                    </p:anim>
                                    <p:anim to="" calcmode="lin" valueType="num">
                                      <p:cBhvr>
                                        <p:cTn id="491" dur="500" fill="hold">
                                          <p:stCondLst>
                                            <p:cond delay="0"/>
                                          </p:stCondLst>
                                        </p:cTn>
                                        <p:tgtEl>
                                          <p:spTgt spid="16"/>
                                        </p:tgtEl>
                                        <p:attrNameLst>
                                          <p:attrName>ppt_w</p:attrName>
                                        </p:attrNameLst>
                                      </p:cBhvr>
                                      <p:tavLst>
                                        <p:tav tm="0">
                                          <p:val>
                                            <p:strVal val="ppt_w"/>
                                          </p:val>
                                        </p:tav>
                                        <p:tav tm="100000">
                                          <p:val>
                                            <p:strVal val="#ppt_w"/>
                                          </p:val>
                                        </p:tav>
                                      </p:tavLst>
                                    </p:anim>
                                    <p:anim to="" calcmode="lin" valueType="num">
                                      <p:cBhvr>
                                        <p:cTn id="492" dur="500" fill="hold">
                                          <p:stCondLst>
                                            <p:cond delay="0"/>
                                          </p:stCondLst>
                                        </p:cTn>
                                        <p:tgtEl>
                                          <p:spTgt spid="16"/>
                                        </p:tgtEl>
                                        <p:attrNameLst>
                                          <p:attrName>ppt_h</p:attrName>
                                        </p:attrNameLst>
                                      </p:cBhvr>
                                      <p:tavLst>
                                        <p:tav tm="0">
                                          <p:val>
                                            <p:strVal val="ppt_h"/>
                                          </p:val>
                                        </p:tav>
                                        <p:tav tm="100000">
                                          <p:val>
                                            <p:strVal val="#ppt_h"/>
                                          </p:val>
                                        </p:tav>
                                      </p:tavLst>
                                    </p:anim>
                                  </p:childTnLst>
                                </p:cTn>
                              </p:par>
                              <p:par>
                                <p:cTn id="493" presetID="35" presetClass="path" presetSubtype="0" accel="50000" decel="50000" fill="hold" grpId="2" nodeType="withEffect">
                                  <p:stCondLst>
                                    <p:cond delay="0"/>
                                  </p:stCondLst>
                                  <p:childTnLst>
                                    <p:anim to="" calcmode="lin" valueType="num">
                                      <p:cBhvr>
                                        <p:cTn id="494" dur="500" fill="hold">
                                          <p:stCondLst>
                                            <p:cond delay="0"/>
                                          </p:stCondLst>
                                        </p:cTn>
                                        <p:tgtEl>
                                          <p:spTgt spid="18"/>
                                        </p:tgtEl>
                                        <p:attrNameLst>
                                          <p:attrName>ppt_x</p:attrName>
                                        </p:attrNameLst>
                                      </p:cBhvr>
                                      <p:tavLst>
                                        <p:tav tm="0">
                                          <p:val>
                                            <p:strVal val="ppt_x"/>
                                          </p:val>
                                        </p:tav>
                                        <p:tav tm="100000">
                                          <p:val>
                                            <p:strVal val="#ppt_x+0"/>
                                          </p:val>
                                        </p:tav>
                                      </p:tavLst>
                                    </p:anim>
                                    <p:anim to="" calcmode="lin" valueType="num">
                                      <p:cBhvr>
                                        <p:cTn id="495" dur="500" fill="hold">
                                          <p:stCondLst>
                                            <p:cond delay="0"/>
                                          </p:stCondLst>
                                        </p:cTn>
                                        <p:tgtEl>
                                          <p:spTgt spid="18"/>
                                        </p:tgtEl>
                                        <p:attrNameLst>
                                          <p:attrName>ppt_y</p:attrName>
                                        </p:attrNameLst>
                                      </p:cBhvr>
                                      <p:tavLst>
                                        <p:tav tm="0">
                                          <p:val>
                                            <p:strVal val="ppt_y"/>
                                          </p:val>
                                        </p:tav>
                                        <p:tav tm="100000">
                                          <p:val>
                                            <p:strVal val="#ppt_y+0"/>
                                          </p:val>
                                        </p:tav>
                                      </p:tavLst>
                                    </p:anim>
                                    <p:anim to="" calcmode="lin" valueType="num">
                                      <p:cBhvr>
                                        <p:cTn id="496" dur="500" fill="hold">
                                          <p:stCondLst>
                                            <p:cond delay="0"/>
                                          </p:stCondLst>
                                        </p:cTn>
                                        <p:tgtEl>
                                          <p:spTgt spid="18"/>
                                        </p:tgtEl>
                                        <p:attrNameLst>
                                          <p:attrName>ppt_w</p:attrName>
                                        </p:attrNameLst>
                                      </p:cBhvr>
                                      <p:tavLst>
                                        <p:tav tm="0">
                                          <p:val>
                                            <p:strVal val="ppt_w"/>
                                          </p:val>
                                        </p:tav>
                                        <p:tav tm="100000">
                                          <p:val>
                                            <p:strVal val="#ppt_w"/>
                                          </p:val>
                                        </p:tav>
                                      </p:tavLst>
                                    </p:anim>
                                    <p:anim to="" calcmode="lin" valueType="num">
                                      <p:cBhvr>
                                        <p:cTn id="497" dur="500" fill="hold">
                                          <p:stCondLst>
                                            <p:cond delay="0"/>
                                          </p:stCondLst>
                                        </p:cTn>
                                        <p:tgtEl>
                                          <p:spTgt spid="18"/>
                                        </p:tgtEl>
                                        <p:attrNameLst>
                                          <p:attrName>ppt_h</p:attrName>
                                        </p:attrNameLst>
                                      </p:cBhvr>
                                      <p:tavLst>
                                        <p:tav tm="0">
                                          <p:val>
                                            <p:strVal val="ppt_h"/>
                                          </p:val>
                                        </p:tav>
                                        <p:tav tm="100000">
                                          <p:val>
                                            <p:strVal val="#ppt_h"/>
                                          </p:val>
                                        </p:tav>
                                      </p:tavLst>
                                    </p:anim>
                                  </p:childTnLst>
                                </p:cTn>
                              </p:par>
                              <p:par>
                                <p:cTn id="498" presetID="35" presetClass="path" presetSubtype="0" accel="50000" decel="50000" fill="hold" grpId="2" nodeType="withEffect">
                                  <p:stCondLst>
                                    <p:cond delay="0"/>
                                  </p:stCondLst>
                                  <p:childTnLst>
                                    <p:anim to="" calcmode="lin" valueType="num">
                                      <p:cBhvr>
                                        <p:cTn id="499" dur="500" fill="hold">
                                          <p:stCondLst>
                                            <p:cond delay="0"/>
                                          </p:stCondLst>
                                        </p:cTn>
                                        <p:tgtEl>
                                          <p:spTgt spid="19"/>
                                        </p:tgtEl>
                                        <p:attrNameLst>
                                          <p:attrName>ppt_x</p:attrName>
                                        </p:attrNameLst>
                                      </p:cBhvr>
                                      <p:tavLst>
                                        <p:tav tm="0">
                                          <p:val>
                                            <p:strVal val="ppt_x"/>
                                          </p:val>
                                        </p:tav>
                                        <p:tav tm="100000">
                                          <p:val>
                                            <p:strVal val="#ppt_x+0"/>
                                          </p:val>
                                        </p:tav>
                                      </p:tavLst>
                                    </p:anim>
                                    <p:anim to="" calcmode="lin" valueType="num">
                                      <p:cBhvr>
                                        <p:cTn id="500" dur="500" fill="hold">
                                          <p:stCondLst>
                                            <p:cond delay="0"/>
                                          </p:stCondLst>
                                        </p:cTn>
                                        <p:tgtEl>
                                          <p:spTgt spid="19"/>
                                        </p:tgtEl>
                                        <p:attrNameLst>
                                          <p:attrName>ppt_y</p:attrName>
                                        </p:attrNameLst>
                                      </p:cBhvr>
                                      <p:tavLst>
                                        <p:tav tm="0">
                                          <p:val>
                                            <p:strVal val="ppt_y"/>
                                          </p:val>
                                        </p:tav>
                                        <p:tav tm="100000">
                                          <p:val>
                                            <p:strVal val="#ppt_y+0"/>
                                          </p:val>
                                        </p:tav>
                                      </p:tavLst>
                                    </p:anim>
                                    <p:anim to="" calcmode="lin" valueType="num">
                                      <p:cBhvr>
                                        <p:cTn id="501" dur="500" fill="hold">
                                          <p:stCondLst>
                                            <p:cond delay="0"/>
                                          </p:stCondLst>
                                        </p:cTn>
                                        <p:tgtEl>
                                          <p:spTgt spid="19"/>
                                        </p:tgtEl>
                                        <p:attrNameLst>
                                          <p:attrName>ppt_w</p:attrName>
                                        </p:attrNameLst>
                                      </p:cBhvr>
                                      <p:tavLst>
                                        <p:tav tm="0">
                                          <p:val>
                                            <p:strVal val="ppt_w"/>
                                          </p:val>
                                        </p:tav>
                                        <p:tav tm="100000">
                                          <p:val>
                                            <p:strVal val="#ppt_w"/>
                                          </p:val>
                                        </p:tav>
                                      </p:tavLst>
                                    </p:anim>
                                    <p:anim to="" calcmode="lin" valueType="num">
                                      <p:cBhvr>
                                        <p:cTn id="502" dur="500" fill="hold">
                                          <p:stCondLst>
                                            <p:cond delay="0"/>
                                          </p:stCondLst>
                                        </p:cTn>
                                        <p:tgtEl>
                                          <p:spTgt spid="19"/>
                                        </p:tgtEl>
                                        <p:attrNameLst>
                                          <p:attrName>ppt_h</p:attrName>
                                        </p:attrNameLst>
                                      </p:cBhvr>
                                      <p:tavLst>
                                        <p:tav tm="0">
                                          <p:val>
                                            <p:strVal val="ppt_h"/>
                                          </p:val>
                                        </p:tav>
                                        <p:tav tm="100000">
                                          <p:val>
                                            <p:strVal val="#ppt_h"/>
                                          </p:val>
                                        </p:tav>
                                      </p:tavLst>
                                    </p:anim>
                                  </p:childTnLst>
                                </p:cTn>
                              </p:par>
                              <p:par>
                                <p:cTn id="503" presetID="35" presetClass="path" presetSubtype="0" accel="50000" decel="50000" fill="hold" grpId="2" nodeType="withEffect">
                                  <p:stCondLst>
                                    <p:cond delay="0"/>
                                  </p:stCondLst>
                                  <p:childTnLst>
                                    <p:anim to="" calcmode="lin" valueType="num">
                                      <p:cBhvr>
                                        <p:cTn id="504" dur="500" fill="hold">
                                          <p:stCondLst>
                                            <p:cond delay="0"/>
                                          </p:stCondLst>
                                        </p:cTn>
                                        <p:tgtEl>
                                          <p:spTgt spid="20"/>
                                        </p:tgtEl>
                                        <p:attrNameLst>
                                          <p:attrName>ppt_x</p:attrName>
                                        </p:attrNameLst>
                                      </p:cBhvr>
                                      <p:tavLst>
                                        <p:tav tm="0">
                                          <p:val>
                                            <p:strVal val="ppt_x"/>
                                          </p:val>
                                        </p:tav>
                                        <p:tav tm="100000">
                                          <p:val>
                                            <p:strVal val="#ppt_x+0"/>
                                          </p:val>
                                        </p:tav>
                                      </p:tavLst>
                                    </p:anim>
                                    <p:anim to="" calcmode="lin" valueType="num">
                                      <p:cBhvr>
                                        <p:cTn id="505" dur="500" fill="hold">
                                          <p:stCondLst>
                                            <p:cond delay="0"/>
                                          </p:stCondLst>
                                        </p:cTn>
                                        <p:tgtEl>
                                          <p:spTgt spid="20"/>
                                        </p:tgtEl>
                                        <p:attrNameLst>
                                          <p:attrName>ppt_y</p:attrName>
                                        </p:attrNameLst>
                                      </p:cBhvr>
                                      <p:tavLst>
                                        <p:tav tm="0">
                                          <p:val>
                                            <p:strVal val="ppt_y"/>
                                          </p:val>
                                        </p:tav>
                                        <p:tav tm="100000">
                                          <p:val>
                                            <p:strVal val="#ppt_y+0"/>
                                          </p:val>
                                        </p:tav>
                                      </p:tavLst>
                                    </p:anim>
                                    <p:anim to="" calcmode="lin" valueType="num">
                                      <p:cBhvr>
                                        <p:cTn id="506" dur="500" fill="hold">
                                          <p:stCondLst>
                                            <p:cond delay="0"/>
                                          </p:stCondLst>
                                        </p:cTn>
                                        <p:tgtEl>
                                          <p:spTgt spid="20"/>
                                        </p:tgtEl>
                                        <p:attrNameLst>
                                          <p:attrName>ppt_w</p:attrName>
                                        </p:attrNameLst>
                                      </p:cBhvr>
                                      <p:tavLst>
                                        <p:tav tm="0">
                                          <p:val>
                                            <p:strVal val="ppt_w"/>
                                          </p:val>
                                        </p:tav>
                                        <p:tav tm="100000">
                                          <p:val>
                                            <p:strVal val="#ppt_w"/>
                                          </p:val>
                                        </p:tav>
                                      </p:tavLst>
                                    </p:anim>
                                    <p:anim to="" calcmode="lin" valueType="num">
                                      <p:cBhvr>
                                        <p:cTn id="507" dur="500" fill="hold">
                                          <p:stCondLst>
                                            <p:cond delay="0"/>
                                          </p:stCondLst>
                                        </p:cTn>
                                        <p:tgtEl>
                                          <p:spTgt spid="20"/>
                                        </p:tgtEl>
                                        <p:attrNameLst>
                                          <p:attrName>ppt_h</p:attrName>
                                        </p:attrNameLst>
                                      </p:cBhvr>
                                      <p:tavLst>
                                        <p:tav tm="0">
                                          <p:val>
                                            <p:strVal val="ppt_h"/>
                                          </p:val>
                                        </p:tav>
                                        <p:tav tm="100000">
                                          <p:val>
                                            <p:strVal val="#ppt_h"/>
                                          </p:val>
                                        </p:tav>
                                      </p:tavLst>
                                    </p:anim>
                                  </p:childTnLst>
                                </p:cTn>
                              </p:par>
                              <p:par>
                                <p:cTn id="508" presetID="35" presetClass="path" presetSubtype="0" accel="50000" decel="50000" fill="hold" grpId="2" nodeType="withEffect">
                                  <p:stCondLst>
                                    <p:cond delay="0"/>
                                  </p:stCondLst>
                                  <p:childTnLst>
                                    <p:anim to="" calcmode="lin" valueType="num">
                                      <p:cBhvr>
                                        <p:cTn id="509" dur="500" fill="hold">
                                          <p:stCondLst>
                                            <p:cond delay="0"/>
                                          </p:stCondLst>
                                        </p:cTn>
                                        <p:tgtEl>
                                          <p:spTgt spid="22"/>
                                        </p:tgtEl>
                                        <p:attrNameLst>
                                          <p:attrName>ppt_x</p:attrName>
                                        </p:attrNameLst>
                                      </p:cBhvr>
                                      <p:tavLst>
                                        <p:tav tm="0">
                                          <p:val>
                                            <p:strVal val="ppt_x"/>
                                          </p:val>
                                        </p:tav>
                                        <p:tav tm="100000">
                                          <p:val>
                                            <p:strVal val="#ppt_x+0"/>
                                          </p:val>
                                        </p:tav>
                                      </p:tavLst>
                                    </p:anim>
                                    <p:anim to="" calcmode="lin" valueType="num">
                                      <p:cBhvr>
                                        <p:cTn id="510" dur="500" fill="hold">
                                          <p:stCondLst>
                                            <p:cond delay="0"/>
                                          </p:stCondLst>
                                        </p:cTn>
                                        <p:tgtEl>
                                          <p:spTgt spid="22"/>
                                        </p:tgtEl>
                                        <p:attrNameLst>
                                          <p:attrName>ppt_y</p:attrName>
                                        </p:attrNameLst>
                                      </p:cBhvr>
                                      <p:tavLst>
                                        <p:tav tm="0">
                                          <p:val>
                                            <p:strVal val="ppt_y"/>
                                          </p:val>
                                        </p:tav>
                                        <p:tav tm="100000">
                                          <p:val>
                                            <p:strVal val="#ppt_y+0"/>
                                          </p:val>
                                        </p:tav>
                                      </p:tavLst>
                                    </p:anim>
                                    <p:anim to="" calcmode="lin" valueType="num">
                                      <p:cBhvr>
                                        <p:cTn id="511" dur="500" fill="hold">
                                          <p:stCondLst>
                                            <p:cond delay="0"/>
                                          </p:stCondLst>
                                        </p:cTn>
                                        <p:tgtEl>
                                          <p:spTgt spid="22"/>
                                        </p:tgtEl>
                                        <p:attrNameLst>
                                          <p:attrName>ppt_w</p:attrName>
                                        </p:attrNameLst>
                                      </p:cBhvr>
                                      <p:tavLst>
                                        <p:tav tm="0">
                                          <p:val>
                                            <p:strVal val="ppt_w"/>
                                          </p:val>
                                        </p:tav>
                                        <p:tav tm="100000">
                                          <p:val>
                                            <p:strVal val="#ppt_w"/>
                                          </p:val>
                                        </p:tav>
                                      </p:tavLst>
                                    </p:anim>
                                    <p:anim to="" calcmode="lin" valueType="num">
                                      <p:cBhvr>
                                        <p:cTn id="512" dur="500" fill="hold">
                                          <p:stCondLst>
                                            <p:cond delay="0"/>
                                          </p:stCondLst>
                                        </p:cTn>
                                        <p:tgtEl>
                                          <p:spTgt spid="22"/>
                                        </p:tgtEl>
                                        <p:attrNameLst>
                                          <p:attrName>ppt_h</p:attrName>
                                        </p:attrNameLst>
                                      </p:cBhvr>
                                      <p:tavLst>
                                        <p:tav tm="0">
                                          <p:val>
                                            <p:strVal val="ppt_h"/>
                                          </p:val>
                                        </p:tav>
                                        <p:tav tm="100000">
                                          <p:val>
                                            <p:strVal val="#ppt_h"/>
                                          </p:val>
                                        </p:tav>
                                      </p:tavLst>
                                    </p:anim>
                                  </p:childTnLst>
                                </p:cTn>
                              </p:par>
                              <p:par>
                                <p:cTn id="513" presetID="35" presetClass="path" presetSubtype="0" accel="50000" decel="50000" fill="hold" grpId="1" nodeType="withEffect">
                                  <p:stCondLst>
                                    <p:cond delay="0"/>
                                  </p:stCondLst>
                                  <p:childTnLst>
                                    <p:anim to="" calcmode="lin" valueType="num">
                                      <p:cBhvr>
                                        <p:cTn id="514" dur="500" fill="hold">
                                          <p:stCondLst>
                                            <p:cond delay="0"/>
                                          </p:stCondLst>
                                        </p:cTn>
                                        <p:tgtEl>
                                          <p:spTgt spid="56"/>
                                        </p:tgtEl>
                                        <p:attrNameLst>
                                          <p:attrName>ppt_x</p:attrName>
                                        </p:attrNameLst>
                                      </p:cBhvr>
                                      <p:tavLst>
                                        <p:tav tm="0">
                                          <p:val>
                                            <p:strVal val="ppt_x"/>
                                          </p:val>
                                        </p:tav>
                                        <p:tav tm="100000">
                                          <p:val>
                                            <p:strVal val="#ppt_x+0"/>
                                          </p:val>
                                        </p:tav>
                                      </p:tavLst>
                                    </p:anim>
                                    <p:anim to="" calcmode="lin" valueType="num">
                                      <p:cBhvr>
                                        <p:cTn id="515" dur="500" fill="hold">
                                          <p:stCondLst>
                                            <p:cond delay="0"/>
                                          </p:stCondLst>
                                        </p:cTn>
                                        <p:tgtEl>
                                          <p:spTgt spid="56"/>
                                        </p:tgtEl>
                                        <p:attrNameLst>
                                          <p:attrName>ppt_y</p:attrName>
                                        </p:attrNameLst>
                                      </p:cBhvr>
                                      <p:tavLst>
                                        <p:tav tm="0">
                                          <p:val>
                                            <p:strVal val="ppt_y"/>
                                          </p:val>
                                        </p:tav>
                                        <p:tav tm="100000">
                                          <p:val>
                                            <p:strVal val="#ppt_y+0"/>
                                          </p:val>
                                        </p:tav>
                                      </p:tavLst>
                                    </p:anim>
                                    <p:anim to="" calcmode="lin" valueType="num">
                                      <p:cBhvr>
                                        <p:cTn id="516" dur="500" fill="hold">
                                          <p:stCondLst>
                                            <p:cond delay="0"/>
                                          </p:stCondLst>
                                        </p:cTn>
                                        <p:tgtEl>
                                          <p:spTgt spid="56"/>
                                        </p:tgtEl>
                                        <p:attrNameLst>
                                          <p:attrName>ppt_w</p:attrName>
                                        </p:attrNameLst>
                                      </p:cBhvr>
                                      <p:tavLst>
                                        <p:tav tm="0">
                                          <p:val>
                                            <p:strVal val="ppt_w"/>
                                          </p:val>
                                        </p:tav>
                                        <p:tav tm="100000">
                                          <p:val>
                                            <p:strVal val="#ppt_w"/>
                                          </p:val>
                                        </p:tav>
                                      </p:tavLst>
                                    </p:anim>
                                    <p:anim to="" calcmode="lin" valueType="num">
                                      <p:cBhvr>
                                        <p:cTn id="517" dur="500" fill="hold">
                                          <p:stCondLst>
                                            <p:cond delay="0"/>
                                          </p:stCondLst>
                                        </p:cTn>
                                        <p:tgtEl>
                                          <p:spTgt spid="56"/>
                                        </p:tgtEl>
                                        <p:attrNameLst>
                                          <p:attrName>ppt_h</p:attrName>
                                        </p:attrNameLst>
                                      </p:cBhvr>
                                      <p:tavLst>
                                        <p:tav tm="0">
                                          <p:val>
                                            <p:strVal val="ppt_h"/>
                                          </p:val>
                                        </p:tav>
                                        <p:tav tm="100000">
                                          <p:val>
                                            <p:strVal val="#ppt_h"/>
                                          </p:val>
                                        </p:tav>
                                      </p:tavLst>
                                    </p:anim>
                                  </p:childTnLst>
                                </p:cTn>
                              </p:par>
                              <p:par>
                                <p:cTn id="518" presetID="35" presetClass="path" presetSubtype="0" accel="50000" decel="50000" fill="hold" grpId="1" nodeType="withEffect">
                                  <p:stCondLst>
                                    <p:cond delay="0"/>
                                  </p:stCondLst>
                                  <p:childTnLst>
                                    <p:anim to="" calcmode="lin" valueType="num">
                                      <p:cBhvr>
                                        <p:cTn id="519" dur="500" fill="hold">
                                          <p:stCondLst>
                                            <p:cond delay="0"/>
                                          </p:stCondLst>
                                        </p:cTn>
                                        <p:tgtEl>
                                          <p:spTgt spid="84"/>
                                        </p:tgtEl>
                                        <p:attrNameLst>
                                          <p:attrName>ppt_x</p:attrName>
                                        </p:attrNameLst>
                                      </p:cBhvr>
                                      <p:tavLst>
                                        <p:tav tm="0">
                                          <p:val>
                                            <p:strVal val="ppt_x"/>
                                          </p:val>
                                        </p:tav>
                                        <p:tav tm="100000">
                                          <p:val>
                                            <p:strVal val="#ppt_x+0"/>
                                          </p:val>
                                        </p:tav>
                                      </p:tavLst>
                                    </p:anim>
                                    <p:anim to="" calcmode="lin" valueType="num">
                                      <p:cBhvr>
                                        <p:cTn id="520" dur="500" fill="hold">
                                          <p:stCondLst>
                                            <p:cond delay="0"/>
                                          </p:stCondLst>
                                        </p:cTn>
                                        <p:tgtEl>
                                          <p:spTgt spid="84"/>
                                        </p:tgtEl>
                                        <p:attrNameLst>
                                          <p:attrName>ppt_y</p:attrName>
                                        </p:attrNameLst>
                                      </p:cBhvr>
                                      <p:tavLst>
                                        <p:tav tm="0">
                                          <p:val>
                                            <p:strVal val="ppt_y"/>
                                          </p:val>
                                        </p:tav>
                                        <p:tav tm="100000">
                                          <p:val>
                                            <p:strVal val="#ppt_y+0"/>
                                          </p:val>
                                        </p:tav>
                                      </p:tavLst>
                                    </p:anim>
                                    <p:anim to="" calcmode="lin" valueType="num">
                                      <p:cBhvr>
                                        <p:cTn id="521" dur="500" fill="hold">
                                          <p:stCondLst>
                                            <p:cond delay="0"/>
                                          </p:stCondLst>
                                        </p:cTn>
                                        <p:tgtEl>
                                          <p:spTgt spid="84"/>
                                        </p:tgtEl>
                                        <p:attrNameLst>
                                          <p:attrName>ppt_w</p:attrName>
                                        </p:attrNameLst>
                                      </p:cBhvr>
                                      <p:tavLst>
                                        <p:tav tm="0">
                                          <p:val>
                                            <p:strVal val="ppt_w"/>
                                          </p:val>
                                        </p:tav>
                                        <p:tav tm="100000">
                                          <p:val>
                                            <p:strVal val="#ppt_w"/>
                                          </p:val>
                                        </p:tav>
                                      </p:tavLst>
                                    </p:anim>
                                    <p:anim to="" calcmode="lin" valueType="num">
                                      <p:cBhvr>
                                        <p:cTn id="522" dur="500" fill="hold">
                                          <p:stCondLst>
                                            <p:cond delay="0"/>
                                          </p:stCondLst>
                                        </p:cTn>
                                        <p:tgtEl>
                                          <p:spTgt spid="84"/>
                                        </p:tgtEl>
                                        <p:attrNameLst>
                                          <p:attrName>ppt_h</p:attrName>
                                        </p:attrNameLst>
                                      </p:cBhvr>
                                      <p:tavLst>
                                        <p:tav tm="0">
                                          <p:val>
                                            <p:strVal val="ppt_h"/>
                                          </p:val>
                                        </p:tav>
                                        <p:tav tm="100000">
                                          <p:val>
                                            <p:strVal val="#ppt_h"/>
                                          </p:val>
                                        </p:tav>
                                      </p:tavLst>
                                    </p:anim>
                                  </p:childTnLst>
                                </p:cTn>
                              </p:par>
                              <p:par>
                                <p:cTn id="523" presetID="35" presetClass="path" presetSubtype="0" accel="50000" decel="50000" fill="hold" nodeType="withEffect">
                                  <p:stCondLst>
                                    <p:cond delay="0"/>
                                  </p:stCondLst>
                                  <p:childTnLst>
                                    <p:anim to="" calcmode="lin" valueType="num">
                                      <p:cBhvr>
                                        <p:cTn id="524" dur="500" fill="hold">
                                          <p:stCondLst>
                                            <p:cond delay="0"/>
                                          </p:stCondLst>
                                        </p:cTn>
                                        <p:tgtEl>
                                          <p:spTgt spid="23"/>
                                        </p:tgtEl>
                                        <p:attrNameLst>
                                          <p:attrName>ppt_x</p:attrName>
                                        </p:attrNameLst>
                                      </p:cBhvr>
                                      <p:tavLst>
                                        <p:tav tm="0">
                                          <p:val>
                                            <p:strVal val="ppt_x"/>
                                          </p:val>
                                        </p:tav>
                                        <p:tav tm="100000">
                                          <p:val>
                                            <p:strVal val="#ppt_x+0"/>
                                          </p:val>
                                        </p:tav>
                                      </p:tavLst>
                                    </p:anim>
                                    <p:anim to="" calcmode="lin" valueType="num">
                                      <p:cBhvr>
                                        <p:cTn id="525" dur="500" fill="hold">
                                          <p:stCondLst>
                                            <p:cond delay="0"/>
                                          </p:stCondLst>
                                        </p:cTn>
                                        <p:tgtEl>
                                          <p:spTgt spid="23"/>
                                        </p:tgtEl>
                                        <p:attrNameLst>
                                          <p:attrName>ppt_y</p:attrName>
                                        </p:attrNameLst>
                                      </p:cBhvr>
                                      <p:tavLst>
                                        <p:tav tm="0">
                                          <p:val>
                                            <p:strVal val="ppt_y"/>
                                          </p:val>
                                        </p:tav>
                                        <p:tav tm="100000">
                                          <p:val>
                                            <p:strVal val="#ppt_y+0"/>
                                          </p:val>
                                        </p:tav>
                                      </p:tavLst>
                                    </p:anim>
                                    <p:anim to="" calcmode="lin" valueType="num">
                                      <p:cBhvr>
                                        <p:cTn id="526" dur="500" fill="hold">
                                          <p:stCondLst>
                                            <p:cond delay="0"/>
                                          </p:stCondLst>
                                        </p:cTn>
                                        <p:tgtEl>
                                          <p:spTgt spid="23"/>
                                        </p:tgtEl>
                                        <p:attrNameLst>
                                          <p:attrName>ppt_w</p:attrName>
                                        </p:attrNameLst>
                                      </p:cBhvr>
                                      <p:tavLst>
                                        <p:tav tm="0">
                                          <p:val>
                                            <p:strVal val="ppt_w"/>
                                          </p:val>
                                        </p:tav>
                                        <p:tav tm="100000">
                                          <p:val>
                                            <p:strVal val="#ppt_w"/>
                                          </p:val>
                                        </p:tav>
                                      </p:tavLst>
                                    </p:anim>
                                    <p:anim to="" calcmode="lin" valueType="num">
                                      <p:cBhvr>
                                        <p:cTn id="527" dur="500" fill="hold">
                                          <p:stCondLst>
                                            <p:cond delay="0"/>
                                          </p:stCondLst>
                                        </p:cTn>
                                        <p:tgtEl>
                                          <p:spTgt spid="23"/>
                                        </p:tgtEl>
                                        <p:attrNameLst>
                                          <p:attrName>ppt_h</p:attrName>
                                        </p:attrNameLst>
                                      </p:cBhvr>
                                      <p:tavLst>
                                        <p:tav tm="0">
                                          <p:val>
                                            <p:strVal val="ppt_h"/>
                                          </p:val>
                                        </p:tav>
                                        <p:tav tm="100000">
                                          <p:val>
                                            <p:strVal val="#ppt_h"/>
                                          </p:val>
                                        </p:tav>
                                      </p:tavLst>
                                    </p:anim>
                                  </p:childTnLst>
                                </p:cTn>
                              </p:par>
                              <p:par>
                                <p:cTn id="528" presetID="35" presetClass="path" presetSubtype="0" accel="50000" decel="50000" fill="hold" grpId="1" nodeType="withEffect">
                                  <p:stCondLst>
                                    <p:cond delay="0"/>
                                  </p:stCondLst>
                                  <p:childTnLst>
                                    <p:anim to="" calcmode="lin" valueType="num">
                                      <p:cBhvr>
                                        <p:cTn id="529" dur="500" fill="hold">
                                          <p:stCondLst>
                                            <p:cond delay="0"/>
                                          </p:stCondLst>
                                        </p:cTn>
                                        <p:tgtEl>
                                          <p:spTgt spid="119"/>
                                        </p:tgtEl>
                                        <p:attrNameLst>
                                          <p:attrName>ppt_x</p:attrName>
                                        </p:attrNameLst>
                                      </p:cBhvr>
                                      <p:tavLst>
                                        <p:tav tm="0">
                                          <p:val>
                                            <p:strVal val="ppt_x"/>
                                          </p:val>
                                        </p:tav>
                                        <p:tav tm="100000">
                                          <p:val>
                                            <p:strVal val="#ppt_x+0"/>
                                          </p:val>
                                        </p:tav>
                                      </p:tavLst>
                                    </p:anim>
                                    <p:anim to="" calcmode="lin" valueType="num">
                                      <p:cBhvr>
                                        <p:cTn id="530" dur="500" fill="hold">
                                          <p:stCondLst>
                                            <p:cond delay="0"/>
                                          </p:stCondLst>
                                        </p:cTn>
                                        <p:tgtEl>
                                          <p:spTgt spid="119"/>
                                        </p:tgtEl>
                                        <p:attrNameLst>
                                          <p:attrName>ppt_y</p:attrName>
                                        </p:attrNameLst>
                                      </p:cBhvr>
                                      <p:tavLst>
                                        <p:tav tm="0">
                                          <p:val>
                                            <p:strVal val="ppt_y"/>
                                          </p:val>
                                        </p:tav>
                                        <p:tav tm="100000">
                                          <p:val>
                                            <p:strVal val="#ppt_y+0"/>
                                          </p:val>
                                        </p:tav>
                                      </p:tavLst>
                                    </p:anim>
                                    <p:anim to="" calcmode="lin" valueType="num">
                                      <p:cBhvr>
                                        <p:cTn id="531" dur="500" fill="hold">
                                          <p:stCondLst>
                                            <p:cond delay="0"/>
                                          </p:stCondLst>
                                        </p:cTn>
                                        <p:tgtEl>
                                          <p:spTgt spid="119"/>
                                        </p:tgtEl>
                                        <p:attrNameLst>
                                          <p:attrName>ppt_w</p:attrName>
                                        </p:attrNameLst>
                                      </p:cBhvr>
                                      <p:tavLst>
                                        <p:tav tm="0">
                                          <p:val>
                                            <p:strVal val="ppt_w"/>
                                          </p:val>
                                        </p:tav>
                                        <p:tav tm="100000">
                                          <p:val>
                                            <p:strVal val="#ppt_w"/>
                                          </p:val>
                                        </p:tav>
                                      </p:tavLst>
                                    </p:anim>
                                    <p:anim to="" calcmode="lin" valueType="num">
                                      <p:cBhvr>
                                        <p:cTn id="532" dur="500" fill="hold">
                                          <p:stCondLst>
                                            <p:cond delay="0"/>
                                          </p:stCondLst>
                                        </p:cTn>
                                        <p:tgtEl>
                                          <p:spTgt spid="119"/>
                                        </p:tgtEl>
                                        <p:attrNameLst>
                                          <p:attrName>ppt_h</p:attrName>
                                        </p:attrNameLst>
                                      </p:cBhvr>
                                      <p:tavLst>
                                        <p:tav tm="0">
                                          <p:val>
                                            <p:strVal val="ppt_h"/>
                                          </p:val>
                                        </p:tav>
                                        <p:tav tm="100000">
                                          <p:val>
                                            <p:strVal val="#ppt_h"/>
                                          </p:val>
                                        </p:tav>
                                      </p:tavLst>
                                    </p:anim>
                                  </p:childTnLst>
                                </p:cTn>
                              </p:par>
                              <p:par>
                                <p:cTn id="533" presetID="35" presetClass="path" presetSubtype="0" accel="50000" decel="50000" fill="hold" grpId="1" nodeType="withEffect">
                                  <p:stCondLst>
                                    <p:cond delay="0"/>
                                  </p:stCondLst>
                                  <p:childTnLst>
                                    <p:anim to="" calcmode="lin" valueType="num">
                                      <p:cBhvr>
                                        <p:cTn id="534" dur="500" fill="hold">
                                          <p:stCondLst>
                                            <p:cond delay="0"/>
                                          </p:stCondLst>
                                        </p:cTn>
                                        <p:tgtEl>
                                          <p:spTgt spid="24"/>
                                        </p:tgtEl>
                                        <p:attrNameLst>
                                          <p:attrName>ppt_x</p:attrName>
                                        </p:attrNameLst>
                                      </p:cBhvr>
                                      <p:tavLst>
                                        <p:tav tm="0">
                                          <p:val>
                                            <p:strVal val="ppt_x"/>
                                          </p:val>
                                        </p:tav>
                                        <p:tav tm="100000">
                                          <p:val>
                                            <p:strVal val="#ppt_x+0"/>
                                          </p:val>
                                        </p:tav>
                                      </p:tavLst>
                                    </p:anim>
                                    <p:anim to="" calcmode="lin" valueType="num">
                                      <p:cBhvr>
                                        <p:cTn id="535" dur="500" fill="hold">
                                          <p:stCondLst>
                                            <p:cond delay="0"/>
                                          </p:stCondLst>
                                        </p:cTn>
                                        <p:tgtEl>
                                          <p:spTgt spid="24"/>
                                        </p:tgtEl>
                                        <p:attrNameLst>
                                          <p:attrName>ppt_y</p:attrName>
                                        </p:attrNameLst>
                                      </p:cBhvr>
                                      <p:tavLst>
                                        <p:tav tm="0">
                                          <p:val>
                                            <p:strVal val="ppt_y"/>
                                          </p:val>
                                        </p:tav>
                                        <p:tav tm="100000">
                                          <p:val>
                                            <p:strVal val="#ppt_y+0"/>
                                          </p:val>
                                        </p:tav>
                                      </p:tavLst>
                                    </p:anim>
                                    <p:anim to="" calcmode="lin" valueType="num">
                                      <p:cBhvr>
                                        <p:cTn id="536" dur="500" fill="hold">
                                          <p:stCondLst>
                                            <p:cond delay="0"/>
                                          </p:stCondLst>
                                        </p:cTn>
                                        <p:tgtEl>
                                          <p:spTgt spid="24"/>
                                        </p:tgtEl>
                                        <p:attrNameLst>
                                          <p:attrName>ppt_w</p:attrName>
                                        </p:attrNameLst>
                                      </p:cBhvr>
                                      <p:tavLst>
                                        <p:tav tm="0">
                                          <p:val>
                                            <p:strVal val="ppt_w"/>
                                          </p:val>
                                        </p:tav>
                                        <p:tav tm="100000">
                                          <p:val>
                                            <p:strVal val="#ppt_w"/>
                                          </p:val>
                                        </p:tav>
                                      </p:tavLst>
                                    </p:anim>
                                    <p:anim to="" calcmode="lin" valueType="num">
                                      <p:cBhvr>
                                        <p:cTn id="537" dur="500" fill="hold">
                                          <p:stCondLst>
                                            <p:cond delay="0"/>
                                          </p:stCondLst>
                                        </p:cTn>
                                        <p:tgtEl>
                                          <p:spTgt spid="24"/>
                                        </p:tgtEl>
                                        <p:attrNameLst>
                                          <p:attrName>ppt_h</p:attrName>
                                        </p:attrNameLst>
                                      </p:cBhvr>
                                      <p:tavLst>
                                        <p:tav tm="0">
                                          <p:val>
                                            <p:strVal val="ppt_h"/>
                                          </p:val>
                                        </p:tav>
                                        <p:tav tm="100000">
                                          <p:val>
                                            <p:strVal val="#ppt_h"/>
                                          </p:val>
                                        </p:tav>
                                      </p:tavLst>
                                    </p:anim>
                                  </p:childTnLst>
                                </p:cTn>
                              </p:par>
                              <p:par>
                                <p:cTn id="538" presetID="35" presetClass="path" presetSubtype="0" accel="50000" decel="50000" fill="hold" nodeType="withEffect">
                                  <p:stCondLst>
                                    <p:cond delay="0"/>
                                  </p:stCondLst>
                                  <p:childTnLst>
                                    <p:anim to="" calcmode="lin" valueType="num">
                                      <p:cBhvr>
                                        <p:cTn id="539" dur="500" fill="hold">
                                          <p:stCondLst>
                                            <p:cond delay="0"/>
                                          </p:stCondLst>
                                        </p:cTn>
                                        <p:tgtEl>
                                          <p:spTgt spid="25"/>
                                        </p:tgtEl>
                                        <p:attrNameLst>
                                          <p:attrName>ppt_x</p:attrName>
                                        </p:attrNameLst>
                                      </p:cBhvr>
                                      <p:tavLst>
                                        <p:tav tm="0">
                                          <p:val>
                                            <p:strVal val="ppt_x"/>
                                          </p:val>
                                        </p:tav>
                                        <p:tav tm="100000">
                                          <p:val>
                                            <p:strVal val="#ppt_x+0"/>
                                          </p:val>
                                        </p:tav>
                                      </p:tavLst>
                                    </p:anim>
                                    <p:anim to="" calcmode="lin" valueType="num">
                                      <p:cBhvr>
                                        <p:cTn id="540" dur="500" fill="hold">
                                          <p:stCondLst>
                                            <p:cond delay="0"/>
                                          </p:stCondLst>
                                        </p:cTn>
                                        <p:tgtEl>
                                          <p:spTgt spid="25"/>
                                        </p:tgtEl>
                                        <p:attrNameLst>
                                          <p:attrName>ppt_y</p:attrName>
                                        </p:attrNameLst>
                                      </p:cBhvr>
                                      <p:tavLst>
                                        <p:tav tm="0">
                                          <p:val>
                                            <p:strVal val="ppt_y"/>
                                          </p:val>
                                        </p:tav>
                                        <p:tav tm="100000">
                                          <p:val>
                                            <p:strVal val="#ppt_y+0"/>
                                          </p:val>
                                        </p:tav>
                                      </p:tavLst>
                                    </p:anim>
                                    <p:anim to="" calcmode="lin" valueType="num">
                                      <p:cBhvr>
                                        <p:cTn id="541" dur="500" fill="hold">
                                          <p:stCondLst>
                                            <p:cond delay="0"/>
                                          </p:stCondLst>
                                        </p:cTn>
                                        <p:tgtEl>
                                          <p:spTgt spid="25"/>
                                        </p:tgtEl>
                                        <p:attrNameLst>
                                          <p:attrName>ppt_w</p:attrName>
                                        </p:attrNameLst>
                                      </p:cBhvr>
                                      <p:tavLst>
                                        <p:tav tm="0">
                                          <p:val>
                                            <p:strVal val="ppt_w"/>
                                          </p:val>
                                        </p:tav>
                                        <p:tav tm="100000">
                                          <p:val>
                                            <p:strVal val="#ppt_w"/>
                                          </p:val>
                                        </p:tav>
                                      </p:tavLst>
                                    </p:anim>
                                    <p:anim to="" calcmode="lin" valueType="num">
                                      <p:cBhvr>
                                        <p:cTn id="542" dur="500" fill="hold">
                                          <p:stCondLst>
                                            <p:cond delay="0"/>
                                          </p:stCondLst>
                                        </p:cTn>
                                        <p:tgtEl>
                                          <p:spTgt spid="25"/>
                                        </p:tgtEl>
                                        <p:attrNameLst>
                                          <p:attrName>ppt_h</p:attrName>
                                        </p:attrNameLst>
                                      </p:cBhvr>
                                      <p:tavLst>
                                        <p:tav tm="0">
                                          <p:val>
                                            <p:strVal val="ppt_h"/>
                                          </p:val>
                                        </p:tav>
                                        <p:tav tm="100000">
                                          <p:val>
                                            <p:strVal val="#ppt_h"/>
                                          </p:val>
                                        </p:tav>
                                      </p:tavLst>
                                    </p:anim>
                                  </p:childTnLst>
                                </p:cTn>
                              </p:par>
                              <p:par>
                                <p:cTn id="543" presetID="35" presetClass="path" presetSubtype="0" accel="50000" decel="50000" fill="hold" grpId="1" nodeType="withEffect">
                                  <p:stCondLst>
                                    <p:cond delay="0"/>
                                  </p:stCondLst>
                                  <p:childTnLst>
                                    <p:anim to="" calcmode="lin" valueType="num">
                                      <p:cBhvr>
                                        <p:cTn id="544" dur="500" fill="hold">
                                          <p:stCondLst>
                                            <p:cond delay="0"/>
                                          </p:stCondLst>
                                        </p:cTn>
                                        <p:tgtEl>
                                          <p:spTgt spid="27"/>
                                        </p:tgtEl>
                                        <p:attrNameLst>
                                          <p:attrName>ppt_x</p:attrName>
                                        </p:attrNameLst>
                                      </p:cBhvr>
                                      <p:tavLst>
                                        <p:tav tm="0">
                                          <p:val>
                                            <p:strVal val="ppt_x"/>
                                          </p:val>
                                        </p:tav>
                                        <p:tav tm="100000">
                                          <p:val>
                                            <p:strVal val="#ppt_x+0"/>
                                          </p:val>
                                        </p:tav>
                                      </p:tavLst>
                                    </p:anim>
                                    <p:anim to="" calcmode="lin" valueType="num">
                                      <p:cBhvr>
                                        <p:cTn id="545" dur="500" fill="hold">
                                          <p:stCondLst>
                                            <p:cond delay="0"/>
                                          </p:stCondLst>
                                        </p:cTn>
                                        <p:tgtEl>
                                          <p:spTgt spid="27"/>
                                        </p:tgtEl>
                                        <p:attrNameLst>
                                          <p:attrName>ppt_y</p:attrName>
                                        </p:attrNameLst>
                                      </p:cBhvr>
                                      <p:tavLst>
                                        <p:tav tm="0">
                                          <p:val>
                                            <p:strVal val="ppt_y"/>
                                          </p:val>
                                        </p:tav>
                                        <p:tav tm="100000">
                                          <p:val>
                                            <p:strVal val="#ppt_y+0"/>
                                          </p:val>
                                        </p:tav>
                                      </p:tavLst>
                                    </p:anim>
                                    <p:anim to="" calcmode="lin" valueType="num">
                                      <p:cBhvr>
                                        <p:cTn id="546" dur="500" fill="hold">
                                          <p:stCondLst>
                                            <p:cond delay="0"/>
                                          </p:stCondLst>
                                        </p:cTn>
                                        <p:tgtEl>
                                          <p:spTgt spid="27"/>
                                        </p:tgtEl>
                                        <p:attrNameLst>
                                          <p:attrName>ppt_w</p:attrName>
                                        </p:attrNameLst>
                                      </p:cBhvr>
                                      <p:tavLst>
                                        <p:tav tm="0">
                                          <p:val>
                                            <p:strVal val="ppt_w"/>
                                          </p:val>
                                        </p:tav>
                                        <p:tav tm="100000">
                                          <p:val>
                                            <p:strVal val="#ppt_w"/>
                                          </p:val>
                                        </p:tav>
                                      </p:tavLst>
                                    </p:anim>
                                    <p:anim to="" calcmode="lin" valueType="num">
                                      <p:cBhvr>
                                        <p:cTn id="547" dur="500" fill="hold">
                                          <p:stCondLst>
                                            <p:cond delay="0"/>
                                          </p:stCondLst>
                                        </p:cTn>
                                        <p:tgtEl>
                                          <p:spTgt spid="27"/>
                                        </p:tgtEl>
                                        <p:attrNameLst>
                                          <p:attrName>ppt_h</p:attrName>
                                        </p:attrNameLst>
                                      </p:cBhvr>
                                      <p:tavLst>
                                        <p:tav tm="0">
                                          <p:val>
                                            <p:strVal val="ppt_h"/>
                                          </p:val>
                                        </p:tav>
                                        <p:tav tm="100000">
                                          <p:val>
                                            <p:strVal val="#ppt_h"/>
                                          </p:val>
                                        </p:tav>
                                      </p:tavLst>
                                    </p:anim>
                                  </p:childTnLst>
                                </p:cTn>
                              </p:par>
                              <p:par>
                                <p:cTn id="548" presetID="35" presetClass="path" presetSubtype="0" accel="50000" decel="50000" fill="hold" grpId="1" nodeType="withEffect">
                                  <p:stCondLst>
                                    <p:cond delay="0"/>
                                  </p:stCondLst>
                                  <p:childTnLst>
                                    <p:anim to="" calcmode="lin" valueType="num">
                                      <p:cBhvr>
                                        <p:cTn id="549" dur="500" fill="hold">
                                          <p:stCondLst>
                                            <p:cond delay="0"/>
                                          </p:stCondLst>
                                        </p:cTn>
                                        <p:tgtEl>
                                          <p:spTgt spid="31"/>
                                        </p:tgtEl>
                                        <p:attrNameLst>
                                          <p:attrName>ppt_x</p:attrName>
                                        </p:attrNameLst>
                                      </p:cBhvr>
                                      <p:tavLst>
                                        <p:tav tm="0">
                                          <p:val>
                                            <p:strVal val="ppt_x"/>
                                          </p:val>
                                        </p:tav>
                                        <p:tav tm="100000">
                                          <p:val>
                                            <p:strVal val="#ppt_x+0"/>
                                          </p:val>
                                        </p:tav>
                                      </p:tavLst>
                                    </p:anim>
                                    <p:anim to="" calcmode="lin" valueType="num">
                                      <p:cBhvr>
                                        <p:cTn id="550" dur="500" fill="hold">
                                          <p:stCondLst>
                                            <p:cond delay="0"/>
                                          </p:stCondLst>
                                        </p:cTn>
                                        <p:tgtEl>
                                          <p:spTgt spid="31"/>
                                        </p:tgtEl>
                                        <p:attrNameLst>
                                          <p:attrName>ppt_y</p:attrName>
                                        </p:attrNameLst>
                                      </p:cBhvr>
                                      <p:tavLst>
                                        <p:tav tm="0">
                                          <p:val>
                                            <p:strVal val="ppt_y"/>
                                          </p:val>
                                        </p:tav>
                                        <p:tav tm="100000">
                                          <p:val>
                                            <p:strVal val="#ppt_y+0"/>
                                          </p:val>
                                        </p:tav>
                                      </p:tavLst>
                                    </p:anim>
                                    <p:anim to="" calcmode="lin" valueType="num">
                                      <p:cBhvr>
                                        <p:cTn id="551" dur="500" fill="hold">
                                          <p:stCondLst>
                                            <p:cond delay="0"/>
                                          </p:stCondLst>
                                        </p:cTn>
                                        <p:tgtEl>
                                          <p:spTgt spid="31"/>
                                        </p:tgtEl>
                                        <p:attrNameLst>
                                          <p:attrName>ppt_w</p:attrName>
                                        </p:attrNameLst>
                                      </p:cBhvr>
                                      <p:tavLst>
                                        <p:tav tm="0">
                                          <p:val>
                                            <p:strVal val="ppt_w"/>
                                          </p:val>
                                        </p:tav>
                                        <p:tav tm="100000">
                                          <p:val>
                                            <p:strVal val="#ppt_w"/>
                                          </p:val>
                                        </p:tav>
                                      </p:tavLst>
                                    </p:anim>
                                    <p:anim to="" calcmode="lin" valueType="num">
                                      <p:cBhvr>
                                        <p:cTn id="552" dur="500" fill="hold">
                                          <p:stCondLst>
                                            <p:cond delay="0"/>
                                          </p:stCondLst>
                                        </p:cTn>
                                        <p:tgtEl>
                                          <p:spTgt spid="31"/>
                                        </p:tgtEl>
                                        <p:attrNameLst>
                                          <p:attrName>ppt_h</p:attrName>
                                        </p:attrNameLst>
                                      </p:cBhvr>
                                      <p:tavLst>
                                        <p:tav tm="0">
                                          <p:val>
                                            <p:strVal val="ppt_h"/>
                                          </p:val>
                                        </p:tav>
                                        <p:tav tm="100000">
                                          <p:val>
                                            <p:strVal val="#ppt_h"/>
                                          </p:val>
                                        </p:tav>
                                      </p:tavLst>
                                    </p:anim>
                                  </p:childTnLst>
                                </p:cTn>
                              </p:par>
                              <p:par>
                                <p:cTn id="553" presetID="35" presetClass="path" presetSubtype="0" accel="50000" decel="50000" fill="hold" grpId="1" nodeType="withEffect">
                                  <p:stCondLst>
                                    <p:cond delay="0"/>
                                  </p:stCondLst>
                                  <p:childTnLst>
                                    <p:anim to="" calcmode="lin" valueType="num">
                                      <p:cBhvr>
                                        <p:cTn id="554" dur="500" fill="hold">
                                          <p:stCondLst>
                                            <p:cond delay="0"/>
                                          </p:stCondLst>
                                        </p:cTn>
                                        <p:tgtEl>
                                          <p:spTgt spid="32"/>
                                        </p:tgtEl>
                                        <p:attrNameLst>
                                          <p:attrName>ppt_x</p:attrName>
                                        </p:attrNameLst>
                                      </p:cBhvr>
                                      <p:tavLst>
                                        <p:tav tm="0">
                                          <p:val>
                                            <p:strVal val="ppt_x"/>
                                          </p:val>
                                        </p:tav>
                                        <p:tav tm="100000">
                                          <p:val>
                                            <p:strVal val="#ppt_x+0"/>
                                          </p:val>
                                        </p:tav>
                                      </p:tavLst>
                                    </p:anim>
                                    <p:anim to="" calcmode="lin" valueType="num">
                                      <p:cBhvr>
                                        <p:cTn id="555" dur="500" fill="hold">
                                          <p:stCondLst>
                                            <p:cond delay="0"/>
                                          </p:stCondLst>
                                        </p:cTn>
                                        <p:tgtEl>
                                          <p:spTgt spid="32"/>
                                        </p:tgtEl>
                                        <p:attrNameLst>
                                          <p:attrName>ppt_y</p:attrName>
                                        </p:attrNameLst>
                                      </p:cBhvr>
                                      <p:tavLst>
                                        <p:tav tm="0">
                                          <p:val>
                                            <p:strVal val="ppt_y"/>
                                          </p:val>
                                        </p:tav>
                                        <p:tav tm="100000">
                                          <p:val>
                                            <p:strVal val="#ppt_y+0"/>
                                          </p:val>
                                        </p:tav>
                                      </p:tavLst>
                                    </p:anim>
                                    <p:anim to="" calcmode="lin" valueType="num">
                                      <p:cBhvr>
                                        <p:cTn id="556" dur="500" fill="hold">
                                          <p:stCondLst>
                                            <p:cond delay="0"/>
                                          </p:stCondLst>
                                        </p:cTn>
                                        <p:tgtEl>
                                          <p:spTgt spid="32"/>
                                        </p:tgtEl>
                                        <p:attrNameLst>
                                          <p:attrName>ppt_w</p:attrName>
                                        </p:attrNameLst>
                                      </p:cBhvr>
                                      <p:tavLst>
                                        <p:tav tm="0">
                                          <p:val>
                                            <p:strVal val="ppt_w"/>
                                          </p:val>
                                        </p:tav>
                                        <p:tav tm="100000">
                                          <p:val>
                                            <p:strVal val="#ppt_w"/>
                                          </p:val>
                                        </p:tav>
                                      </p:tavLst>
                                    </p:anim>
                                    <p:anim to="" calcmode="lin" valueType="num">
                                      <p:cBhvr>
                                        <p:cTn id="557" dur="500" fill="hold">
                                          <p:stCondLst>
                                            <p:cond delay="0"/>
                                          </p:stCondLst>
                                        </p:cTn>
                                        <p:tgtEl>
                                          <p:spTgt spid="32"/>
                                        </p:tgtEl>
                                        <p:attrNameLst>
                                          <p:attrName>ppt_h</p:attrName>
                                        </p:attrNameLst>
                                      </p:cBhvr>
                                      <p:tavLst>
                                        <p:tav tm="0">
                                          <p:val>
                                            <p:strVal val="ppt_h"/>
                                          </p:val>
                                        </p:tav>
                                        <p:tav tm="100000">
                                          <p:val>
                                            <p:strVal val="#ppt_h"/>
                                          </p:val>
                                        </p:tav>
                                      </p:tavLst>
                                    </p:anim>
                                  </p:childTnLst>
                                </p:cTn>
                              </p:par>
                              <p:par>
                                <p:cTn id="558" presetID="35" presetClass="path" presetSubtype="0" accel="50000" decel="50000" fill="hold" grpId="1" nodeType="withEffect">
                                  <p:stCondLst>
                                    <p:cond delay="0"/>
                                  </p:stCondLst>
                                  <p:childTnLst>
                                    <p:anim to="" calcmode="lin" valueType="num">
                                      <p:cBhvr>
                                        <p:cTn id="559" dur="500" fill="hold">
                                          <p:stCondLst>
                                            <p:cond delay="0"/>
                                          </p:stCondLst>
                                        </p:cTn>
                                        <p:tgtEl>
                                          <p:spTgt spid="33"/>
                                        </p:tgtEl>
                                        <p:attrNameLst>
                                          <p:attrName>ppt_x</p:attrName>
                                        </p:attrNameLst>
                                      </p:cBhvr>
                                      <p:tavLst>
                                        <p:tav tm="0">
                                          <p:val>
                                            <p:strVal val="ppt_x"/>
                                          </p:val>
                                        </p:tav>
                                        <p:tav tm="100000">
                                          <p:val>
                                            <p:strVal val="#ppt_x+0"/>
                                          </p:val>
                                        </p:tav>
                                      </p:tavLst>
                                    </p:anim>
                                    <p:anim to="" calcmode="lin" valueType="num">
                                      <p:cBhvr>
                                        <p:cTn id="560" dur="500" fill="hold">
                                          <p:stCondLst>
                                            <p:cond delay="0"/>
                                          </p:stCondLst>
                                        </p:cTn>
                                        <p:tgtEl>
                                          <p:spTgt spid="33"/>
                                        </p:tgtEl>
                                        <p:attrNameLst>
                                          <p:attrName>ppt_y</p:attrName>
                                        </p:attrNameLst>
                                      </p:cBhvr>
                                      <p:tavLst>
                                        <p:tav tm="0">
                                          <p:val>
                                            <p:strVal val="ppt_y"/>
                                          </p:val>
                                        </p:tav>
                                        <p:tav tm="100000">
                                          <p:val>
                                            <p:strVal val="#ppt_y+0"/>
                                          </p:val>
                                        </p:tav>
                                      </p:tavLst>
                                    </p:anim>
                                    <p:anim to="" calcmode="lin" valueType="num">
                                      <p:cBhvr>
                                        <p:cTn id="561" dur="500" fill="hold">
                                          <p:stCondLst>
                                            <p:cond delay="0"/>
                                          </p:stCondLst>
                                        </p:cTn>
                                        <p:tgtEl>
                                          <p:spTgt spid="33"/>
                                        </p:tgtEl>
                                        <p:attrNameLst>
                                          <p:attrName>ppt_w</p:attrName>
                                        </p:attrNameLst>
                                      </p:cBhvr>
                                      <p:tavLst>
                                        <p:tav tm="0">
                                          <p:val>
                                            <p:strVal val="ppt_w"/>
                                          </p:val>
                                        </p:tav>
                                        <p:tav tm="100000">
                                          <p:val>
                                            <p:strVal val="#ppt_w"/>
                                          </p:val>
                                        </p:tav>
                                      </p:tavLst>
                                    </p:anim>
                                    <p:anim to="" calcmode="lin" valueType="num">
                                      <p:cBhvr>
                                        <p:cTn id="562" dur="500" fill="hold">
                                          <p:stCondLst>
                                            <p:cond delay="0"/>
                                          </p:stCondLst>
                                        </p:cTn>
                                        <p:tgtEl>
                                          <p:spTgt spid="3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2" grpId="0" animBg="1"/>
      <p:bldP spid="2" grpId="1" animBg="1"/>
      <p:bldP spid="2" grpId="2" animBg="1"/>
      <p:bldP spid="2" grpId="3" animBg="1"/>
      <p:bldP spid="55" grpId="0" animBg="1"/>
      <p:bldP spid="55" grpId="1" animBg="1"/>
      <p:bldP spid="55" grpId="2" animBg="1"/>
      <p:bldP spid="56" grpId="0" animBg="1"/>
      <p:bldP spid="56" grpId="1" animBg="1"/>
      <p:bldP spid="57" grpId="0" animBg="1"/>
      <p:bldP spid="59" grpId="0" animBg="1"/>
      <p:bldP spid="59" grpId="1" animBg="1"/>
      <p:bldP spid="59" grpId="2" animBg="1"/>
      <p:bldP spid="59" grpId="3" animBg="1"/>
      <p:bldP spid="5" grpId="0"/>
      <p:bldP spid="5" grpId="1"/>
      <p:bldP spid="5" grpId="2"/>
      <p:bldP spid="5" grpId="3"/>
      <p:bldP spid="10" grpId="0"/>
      <p:bldP spid="10" grpId="1"/>
      <p:bldP spid="10" grpId="2"/>
      <p:bldP spid="10" grpId="3"/>
      <p:bldP spid="77" grpId="0" animBg="1"/>
      <p:bldP spid="77" grpId="1" animBg="1"/>
      <p:bldP spid="77" grpId="2" animBg="1"/>
      <p:bldP spid="84" grpId="0" animBg="1"/>
      <p:bldP spid="84" grpId="1" animBg="1"/>
      <p:bldP spid="91" grpId="0" animBg="1"/>
      <p:bldP spid="30" grpId="0" animBg="1"/>
      <p:bldP spid="30" grpId="1" animBg="1"/>
      <p:bldP spid="30" grpId="2" animBg="1"/>
      <p:bldP spid="30" grpId="3" animBg="1"/>
      <p:bldP spid="118" grpId="0" animBg="1"/>
      <p:bldP spid="118" grpId="1" animBg="1"/>
      <p:bldP spid="118" grpId="2" animBg="1"/>
      <p:bldP spid="119" grpId="0" animBg="1"/>
      <p:bldP spid="119" grpId="1" animBg="1"/>
      <p:bldP spid="120" grpId="0" animBg="1"/>
      <p:bldP spid="4" grpId="0"/>
      <p:bldP spid="4" grpId="1"/>
      <p:bldP spid="4" grpId="2"/>
      <p:bldP spid="4" grpId="3"/>
      <p:bldP spid="6" grpId="0"/>
      <p:bldP spid="6" grpId="1"/>
      <p:bldP spid="6" grpId="2"/>
      <p:bldP spid="6" grpId="3"/>
      <p:bldP spid="9" grpId="0"/>
      <p:bldP spid="9" grpId="1"/>
      <p:bldP spid="9" grpId="2"/>
      <p:bldP spid="9" grpId="3"/>
      <p:bldP spid="15" grpId="0"/>
      <p:bldP spid="15" grpId="1"/>
      <p:bldP spid="15" grpId="2"/>
      <p:bldP spid="18" grpId="0"/>
      <p:bldP spid="18" grpId="1"/>
      <p:bldP spid="18" grpId="2"/>
      <p:bldP spid="19" grpId="0"/>
      <p:bldP spid="19" grpId="1"/>
      <p:bldP spid="19" grpId="2"/>
      <p:bldP spid="20" grpId="0"/>
      <p:bldP spid="20" grpId="1"/>
      <p:bldP spid="20" grpId="2"/>
      <p:bldP spid="22" grpId="0"/>
      <p:bldP spid="22" grpId="1"/>
      <p:bldP spid="22" grpId="2"/>
      <p:bldP spid="24" grpId="0"/>
      <p:bldP spid="24" grpId="1"/>
      <p:bldP spid="27" grpId="0"/>
      <p:bldP spid="27" grpId="1"/>
      <p:bldP spid="31" grpId="0"/>
      <p:bldP spid="31" grpId="1"/>
      <p:bldP spid="32" grpId="0"/>
      <p:bldP spid="32" grpId="1"/>
      <p:bldP spid="33" grpId="0"/>
      <p:bldP spid="33" grpId="1"/>
      <p:bldP spid="35" grpId="0"/>
      <p:bldP spid="37" grpId="0"/>
      <p:bldP spid="38" grpId="0"/>
      <p:bldP spid="39" grpId="0"/>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1"/>
          <p:cNvSpPr/>
          <p:nvPr>
            <p:custDataLst>
              <p:tags r:id="rId3"/>
            </p:custDataLst>
          </p:nvPr>
        </p:nvSpPr>
        <p:spPr>
          <a:xfrm>
            <a:off x="695324" y="0"/>
            <a:ext cx="2644605" cy="6979534"/>
          </a:xfrm>
          <a:prstGeom prst="rect">
            <a:avLst/>
          </a:prstGeom>
          <a:gradFill flip="none" rotWithShape="1">
            <a:gsLst>
              <a:gs pos="43000">
                <a:schemeClr val="accent1">
                  <a:alpha val="30000"/>
                </a:schemeClr>
              </a:gs>
              <a:gs pos="13000">
                <a:schemeClr val="accent1">
                  <a:alpha val="0"/>
                </a:schemeClr>
              </a:gs>
              <a:gs pos="66000">
                <a:schemeClr val="accent1">
                  <a:alpha val="25000"/>
                </a:schemeClr>
              </a:gs>
              <a:gs pos="92000">
                <a:schemeClr val="accent1">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OPPOSans R" panose="00020600040101010101" pitchFamily="18" charset="-122"/>
              <a:ea typeface="OPPOSans R" panose="00020600040101010101" pitchFamily="18" charset="-122"/>
              <a:cs typeface="+mn-cs"/>
            </a:endParaRPr>
          </a:p>
        </p:txBody>
      </p:sp>
      <p:sp>
        <p:nvSpPr>
          <p:cNvPr id="22" name="Shape2"/>
          <p:cNvSpPr/>
          <p:nvPr>
            <p:custDataLst>
              <p:tags r:id="rId4"/>
            </p:custDataLst>
          </p:nvPr>
        </p:nvSpPr>
        <p:spPr>
          <a:xfrm>
            <a:off x="3412366" y="0"/>
            <a:ext cx="2644605" cy="6979534"/>
          </a:xfrm>
          <a:prstGeom prst="rect">
            <a:avLst/>
          </a:prstGeom>
          <a:gradFill flip="none" rotWithShape="1">
            <a:gsLst>
              <a:gs pos="43000">
                <a:schemeClr val="accent1">
                  <a:alpha val="30000"/>
                </a:schemeClr>
              </a:gs>
              <a:gs pos="13000">
                <a:schemeClr val="accent1">
                  <a:alpha val="0"/>
                </a:schemeClr>
              </a:gs>
              <a:gs pos="66000">
                <a:schemeClr val="accent1">
                  <a:alpha val="25000"/>
                </a:schemeClr>
              </a:gs>
              <a:gs pos="92000">
                <a:schemeClr val="accent1">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POSans R" panose="00020600040101010101" pitchFamily="18" charset="-122"/>
              <a:ea typeface="OPPOSans R" panose="00020600040101010101" pitchFamily="18" charset="-122"/>
            </a:endParaRPr>
          </a:p>
        </p:txBody>
      </p:sp>
      <p:sp>
        <p:nvSpPr>
          <p:cNvPr id="23" name="Shape3"/>
          <p:cNvSpPr/>
          <p:nvPr>
            <p:custDataLst>
              <p:tags r:id="rId5"/>
            </p:custDataLst>
          </p:nvPr>
        </p:nvSpPr>
        <p:spPr>
          <a:xfrm>
            <a:off x="6124958" y="0"/>
            <a:ext cx="2644605" cy="6979534"/>
          </a:xfrm>
          <a:prstGeom prst="rect">
            <a:avLst/>
          </a:prstGeom>
          <a:gradFill flip="none" rotWithShape="1">
            <a:gsLst>
              <a:gs pos="43000">
                <a:schemeClr val="accent1">
                  <a:alpha val="30000"/>
                </a:schemeClr>
              </a:gs>
              <a:gs pos="13000">
                <a:schemeClr val="accent1">
                  <a:alpha val="0"/>
                </a:schemeClr>
              </a:gs>
              <a:gs pos="66000">
                <a:schemeClr val="accent1">
                  <a:alpha val="25000"/>
                </a:schemeClr>
              </a:gs>
              <a:gs pos="92000">
                <a:schemeClr val="accent1">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POSans R" panose="00020600040101010101" pitchFamily="18" charset="-122"/>
              <a:ea typeface="OPPOSans R" panose="00020600040101010101" pitchFamily="18" charset="-122"/>
            </a:endParaRPr>
          </a:p>
        </p:txBody>
      </p:sp>
      <p:sp>
        <p:nvSpPr>
          <p:cNvPr id="24" name="Shape4"/>
          <p:cNvSpPr/>
          <p:nvPr>
            <p:custDataLst>
              <p:tags r:id="rId6"/>
            </p:custDataLst>
          </p:nvPr>
        </p:nvSpPr>
        <p:spPr>
          <a:xfrm>
            <a:off x="8852070" y="0"/>
            <a:ext cx="2644605" cy="6979534"/>
          </a:xfrm>
          <a:prstGeom prst="rect">
            <a:avLst/>
          </a:prstGeom>
          <a:gradFill flip="none" rotWithShape="1">
            <a:gsLst>
              <a:gs pos="43000">
                <a:schemeClr val="accent1">
                  <a:alpha val="30000"/>
                </a:schemeClr>
              </a:gs>
              <a:gs pos="13000">
                <a:schemeClr val="accent1">
                  <a:alpha val="0"/>
                </a:schemeClr>
              </a:gs>
              <a:gs pos="66000">
                <a:schemeClr val="accent1">
                  <a:alpha val="25000"/>
                </a:schemeClr>
              </a:gs>
              <a:gs pos="92000">
                <a:schemeClr val="accent1">
                  <a:alpha val="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OPPOSans R" panose="00020600040101010101" pitchFamily="18" charset="-122"/>
              <a:ea typeface="OPPOSans R" panose="00020600040101010101" pitchFamily="18" charset="-122"/>
            </a:endParaRPr>
          </a:p>
        </p:txBody>
      </p:sp>
      <p:grpSp>
        <p:nvGrpSpPr>
          <p:cNvPr id="11" name="Shape5"/>
          <p:cNvGrpSpPr/>
          <p:nvPr>
            <p:custDataLst>
              <p:tags r:id="rId7"/>
            </p:custDataLst>
          </p:nvPr>
        </p:nvGrpSpPr>
        <p:grpSpPr>
          <a:xfrm>
            <a:off x="-4646773" y="5333117"/>
            <a:ext cx="17693832" cy="2563887"/>
            <a:chOff x="-1358239" y="5767229"/>
            <a:chExt cx="14908479" cy="2563887"/>
          </a:xfrm>
        </p:grpSpPr>
        <p:sp>
          <p:nvSpPr>
            <p:cNvPr id="12" name="任意多边形: 形状 11"/>
            <p:cNvSpPr/>
            <p:nvPr>
              <p:custDataLst>
                <p:tags r:id="rId59"/>
              </p:custDataLst>
            </p:nvPr>
          </p:nvSpPr>
          <p:spPr>
            <a:xfrm>
              <a:off x="-1358239" y="5767229"/>
              <a:ext cx="14908479" cy="816661"/>
            </a:xfrm>
            <a:custGeom>
              <a:avLst/>
              <a:gdLst>
                <a:gd name="connsiteX0" fmla="*/ 10363878 w 13269304"/>
                <a:gd name="connsiteY0" fmla="*/ 104 h 3930087"/>
                <a:gd name="connsiteX1" fmla="*/ 12782300 w 13269304"/>
                <a:gd name="connsiteY1" fmla="*/ 1338550 h 3930087"/>
                <a:gd name="connsiteX2" fmla="*/ 13192203 w 13269304"/>
                <a:gd name="connsiteY2" fmla="*/ 1306803 h 3930087"/>
                <a:gd name="connsiteX3" fmla="*/ 13269304 w 13269304"/>
                <a:gd name="connsiteY3" fmla="*/ 1282683 h 3930087"/>
                <a:gd name="connsiteX4" fmla="*/ 13269304 w 13269304"/>
                <a:gd name="connsiteY4" fmla="*/ 3930087 h 3930087"/>
                <a:gd name="connsiteX5" fmla="*/ 0 w 13269304"/>
                <a:gd name="connsiteY5" fmla="*/ 3930087 h 3930087"/>
                <a:gd name="connsiteX6" fmla="*/ 0 w 13269304"/>
                <a:gd name="connsiteY6" fmla="*/ 1743114 h 3930087"/>
                <a:gd name="connsiteX7" fmla="*/ 235991 w 13269304"/>
                <a:gd name="connsiteY7" fmla="*/ 1783857 h 3930087"/>
                <a:gd name="connsiteX8" fmla="*/ 1031297 w 13269304"/>
                <a:gd name="connsiteY8" fmla="*/ 1819278 h 3930087"/>
                <a:gd name="connsiteX9" fmla="*/ 2928580 w 13269304"/>
                <a:gd name="connsiteY9" fmla="*/ 1101728 h 3930087"/>
                <a:gd name="connsiteX10" fmla="*/ 4774814 w 13269304"/>
                <a:gd name="connsiteY10" fmla="*/ 1730378 h 3930087"/>
                <a:gd name="connsiteX11" fmla="*/ 6609447 w 13269304"/>
                <a:gd name="connsiteY11" fmla="*/ 391130 h 3930087"/>
                <a:gd name="connsiteX12" fmla="*/ 8450268 w 13269304"/>
                <a:gd name="connsiteY12" fmla="*/ 1260478 h 3930087"/>
                <a:gd name="connsiteX13" fmla="*/ 10363878 w 13269304"/>
                <a:gd name="connsiteY13" fmla="*/ 104 h 3930087"/>
                <a:gd name="connsiteX0-1" fmla="*/ 13269304 w 13360744"/>
                <a:gd name="connsiteY0-2" fmla="*/ 3930087 h 4021527"/>
                <a:gd name="connsiteX1-3" fmla="*/ 0 w 13360744"/>
                <a:gd name="connsiteY1-4" fmla="*/ 3930087 h 4021527"/>
                <a:gd name="connsiteX2-5" fmla="*/ 0 w 13360744"/>
                <a:gd name="connsiteY2-6" fmla="*/ 1743114 h 4021527"/>
                <a:gd name="connsiteX3-7" fmla="*/ 235991 w 13360744"/>
                <a:gd name="connsiteY3-8" fmla="*/ 1783857 h 4021527"/>
                <a:gd name="connsiteX4-9" fmla="*/ 1031297 w 13360744"/>
                <a:gd name="connsiteY4-10" fmla="*/ 1819278 h 4021527"/>
                <a:gd name="connsiteX5-11" fmla="*/ 2928580 w 13360744"/>
                <a:gd name="connsiteY5-12" fmla="*/ 1101728 h 4021527"/>
                <a:gd name="connsiteX6-13" fmla="*/ 4774814 w 13360744"/>
                <a:gd name="connsiteY6-14" fmla="*/ 1730378 h 4021527"/>
                <a:gd name="connsiteX7-15" fmla="*/ 6609447 w 13360744"/>
                <a:gd name="connsiteY7-16" fmla="*/ 391130 h 4021527"/>
                <a:gd name="connsiteX8-17" fmla="*/ 8450268 w 13360744"/>
                <a:gd name="connsiteY8-18" fmla="*/ 1260478 h 4021527"/>
                <a:gd name="connsiteX9-19" fmla="*/ 10363878 w 13360744"/>
                <a:gd name="connsiteY9-20" fmla="*/ 104 h 4021527"/>
                <a:gd name="connsiteX10-21" fmla="*/ 12782300 w 13360744"/>
                <a:gd name="connsiteY10-22" fmla="*/ 1338550 h 4021527"/>
                <a:gd name="connsiteX11-23" fmla="*/ 13192203 w 13360744"/>
                <a:gd name="connsiteY11-24" fmla="*/ 1306803 h 4021527"/>
                <a:gd name="connsiteX12-25" fmla="*/ 13269304 w 13360744"/>
                <a:gd name="connsiteY12-26" fmla="*/ 1282683 h 4021527"/>
                <a:gd name="connsiteX13-27" fmla="*/ 13360744 w 13360744"/>
                <a:gd name="connsiteY13-28" fmla="*/ 4021527 h 4021527"/>
                <a:gd name="connsiteX0-29" fmla="*/ 13269304 w 13269304"/>
                <a:gd name="connsiteY0-30" fmla="*/ 3930087 h 3930087"/>
                <a:gd name="connsiteX1-31" fmla="*/ 0 w 13269304"/>
                <a:gd name="connsiteY1-32" fmla="*/ 3930087 h 3930087"/>
                <a:gd name="connsiteX2-33" fmla="*/ 0 w 13269304"/>
                <a:gd name="connsiteY2-34" fmla="*/ 1743114 h 3930087"/>
                <a:gd name="connsiteX3-35" fmla="*/ 235991 w 13269304"/>
                <a:gd name="connsiteY3-36" fmla="*/ 1783857 h 3930087"/>
                <a:gd name="connsiteX4-37" fmla="*/ 1031297 w 13269304"/>
                <a:gd name="connsiteY4-38" fmla="*/ 1819278 h 3930087"/>
                <a:gd name="connsiteX5-39" fmla="*/ 2928580 w 13269304"/>
                <a:gd name="connsiteY5-40" fmla="*/ 1101728 h 3930087"/>
                <a:gd name="connsiteX6-41" fmla="*/ 4774814 w 13269304"/>
                <a:gd name="connsiteY6-42" fmla="*/ 1730378 h 3930087"/>
                <a:gd name="connsiteX7-43" fmla="*/ 6609447 w 13269304"/>
                <a:gd name="connsiteY7-44" fmla="*/ 391130 h 3930087"/>
                <a:gd name="connsiteX8-45" fmla="*/ 8450268 w 13269304"/>
                <a:gd name="connsiteY8-46" fmla="*/ 1260478 h 3930087"/>
                <a:gd name="connsiteX9-47" fmla="*/ 10363878 w 13269304"/>
                <a:gd name="connsiteY9-48" fmla="*/ 104 h 3930087"/>
                <a:gd name="connsiteX10-49" fmla="*/ 12782300 w 13269304"/>
                <a:gd name="connsiteY10-50" fmla="*/ 1338550 h 3930087"/>
                <a:gd name="connsiteX11-51" fmla="*/ 13192203 w 13269304"/>
                <a:gd name="connsiteY11-52" fmla="*/ 1306803 h 3930087"/>
                <a:gd name="connsiteX12-53" fmla="*/ 13269304 w 13269304"/>
                <a:gd name="connsiteY12-54" fmla="*/ 1282683 h 3930087"/>
                <a:gd name="connsiteX0-55" fmla="*/ 0 w 13269304"/>
                <a:gd name="connsiteY0-56" fmla="*/ 3930087 h 3930087"/>
                <a:gd name="connsiteX1-57" fmla="*/ 0 w 13269304"/>
                <a:gd name="connsiteY1-58" fmla="*/ 1743114 h 3930087"/>
                <a:gd name="connsiteX2-59" fmla="*/ 235991 w 13269304"/>
                <a:gd name="connsiteY2-60" fmla="*/ 1783857 h 3930087"/>
                <a:gd name="connsiteX3-61" fmla="*/ 1031297 w 13269304"/>
                <a:gd name="connsiteY3-62" fmla="*/ 1819278 h 3930087"/>
                <a:gd name="connsiteX4-63" fmla="*/ 2928580 w 13269304"/>
                <a:gd name="connsiteY4-64" fmla="*/ 1101728 h 3930087"/>
                <a:gd name="connsiteX5-65" fmla="*/ 4774814 w 13269304"/>
                <a:gd name="connsiteY5-66" fmla="*/ 1730378 h 3930087"/>
                <a:gd name="connsiteX6-67" fmla="*/ 6609447 w 13269304"/>
                <a:gd name="connsiteY6-68" fmla="*/ 391130 h 3930087"/>
                <a:gd name="connsiteX7-69" fmla="*/ 8450268 w 13269304"/>
                <a:gd name="connsiteY7-70" fmla="*/ 1260478 h 3930087"/>
                <a:gd name="connsiteX8-71" fmla="*/ 10363878 w 13269304"/>
                <a:gd name="connsiteY8-72" fmla="*/ 104 h 3930087"/>
                <a:gd name="connsiteX9-73" fmla="*/ 12782300 w 13269304"/>
                <a:gd name="connsiteY9-74" fmla="*/ 1338550 h 3930087"/>
                <a:gd name="connsiteX10-75" fmla="*/ 13192203 w 13269304"/>
                <a:gd name="connsiteY10-76" fmla="*/ 1306803 h 3930087"/>
                <a:gd name="connsiteX11-77" fmla="*/ 13269304 w 13269304"/>
                <a:gd name="connsiteY11-78" fmla="*/ 1282683 h 3930087"/>
                <a:gd name="connsiteX0-79" fmla="*/ 0 w 13269304"/>
                <a:gd name="connsiteY0-80" fmla="*/ 1743114 h 1831747"/>
                <a:gd name="connsiteX1-81" fmla="*/ 235991 w 13269304"/>
                <a:gd name="connsiteY1-82" fmla="*/ 1783857 h 1831747"/>
                <a:gd name="connsiteX2-83" fmla="*/ 1031297 w 13269304"/>
                <a:gd name="connsiteY2-84" fmla="*/ 1819278 h 1831747"/>
                <a:gd name="connsiteX3-85" fmla="*/ 2928580 w 13269304"/>
                <a:gd name="connsiteY3-86" fmla="*/ 1101728 h 1831747"/>
                <a:gd name="connsiteX4-87" fmla="*/ 4774814 w 13269304"/>
                <a:gd name="connsiteY4-88" fmla="*/ 1730378 h 1831747"/>
                <a:gd name="connsiteX5-89" fmla="*/ 6609447 w 13269304"/>
                <a:gd name="connsiteY5-90" fmla="*/ 391130 h 1831747"/>
                <a:gd name="connsiteX6-91" fmla="*/ 8450268 w 13269304"/>
                <a:gd name="connsiteY6-92" fmla="*/ 1260478 h 1831747"/>
                <a:gd name="connsiteX7-93" fmla="*/ 10363878 w 13269304"/>
                <a:gd name="connsiteY7-94" fmla="*/ 104 h 1831747"/>
                <a:gd name="connsiteX8-95" fmla="*/ 12782300 w 13269304"/>
                <a:gd name="connsiteY8-96" fmla="*/ 1338550 h 1831747"/>
                <a:gd name="connsiteX9-97" fmla="*/ 13192203 w 13269304"/>
                <a:gd name="connsiteY9-98" fmla="*/ 1306803 h 1831747"/>
                <a:gd name="connsiteX10-99" fmla="*/ 13269304 w 13269304"/>
                <a:gd name="connsiteY10-100" fmla="*/ 1282683 h 1831747"/>
                <a:gd name="connsiteX0-101" fmla="*/ 0 w 13192203"/>
                <a:gd name="connsiteY0-102" fmla="*/ 1743114 h 1831747"/>
                <a:gd name="connsiteX1-103" fmla="*/ 235991 w 13192203"/>
                <a:gd name="connsiteY1-104" fmla="*/ 1783857 h 1831747"/>
                <a:gd name="connsiteX2-105" fmla="*/ 1031297 w 13192203"/>
                <a:gd name="connsiteY2-106" fmla="*/ 1819278 h 1831747"/>
                <a:gd name="connsiteX3-107" fmla="*/ 2928580 w 13192203"/>
                <a:gd name="connsiteY3-108" fmla="*/ 1101728 h 1831747"/>
                <a:gd name="connsiteX4-109" fmla="*/ 4774814 w 13192203"/>
                <a:gd name="connsiteY4-110" fmla="*/ 1730378 h 1831747"/>
                <a:gd name="connsiteX5-111" fmla="*/ 6609447 w 13192203"/>
                <a:gd name="connsiteY5-112" fmla="*/ 391130 h 1831747"/>
                <a:gd name="connsiteX6-113" fmla="*/ 8450268 w 13192203"/>
                <a:gd name="connsiteY6-114" fmla="*/ 1260478 h 1831747"/>
                <a:gd name="connsiteX7-115" fmla="*/ 10363878 w 13192203"/>
                <a:gd name="connsiteY7-116" fmla="*/ 104 h 1831747"/>
                <a:gd name="connsiteX8-117" fmla="*/ 12782300 w 13192203"/>
                <a:gd name="connsiteY8-118" fmla="*/ 1338550 h 1831747"/>
                <a:gd name="connsiteX9-119" fmla="*/ 13192203 w 13192203"/>
                <a:gd name="connsiteY9-120" fmla="*/ 1306803 h 1831747"/>
                <a:gd name="connsiteX0-121" fmla="*/ 0 w 12782300"/>
                <a:gd name="connsiteY0-122" fmla="*/ 1743114 h 1831747"/>
                <a:gd name="connsiteX1-123" fmla="*/ 235991 w 12782300"/>
                <a:gd name="connsiteY1-124" fmla="*/ 1783857 h 1831747"/>
                <a:gd name="connsiteX2-125" fmla="*/ 1031297 w 12782300"/>
                <a:gd name="connsiteY2-126" fmla="*/ 1819278 h 1831747"/>
                <a:gd name="connsiteX3-127" fmla="*/ 2928580 w 12782300"/>
                <a:gd name="connsiteY3-128" fmla="*/ 1101728 h 1831747"/>
                <a:gd name="connsiteX4-129" fmla="*/ 4774814 w 12782300"/>
                <a:gd name="connsiteY4-130" fmla="*/ 1730378 h 1831747"/>
                <a:gd name="connsiteX5-131" fmla="*/ 6609447 w 12782300"/>
                <a:gd name="connsiteY5-132" fmla="*/ 391130 h 1831747"/>
                <a:gd name="connsiteX6-133" fmla="*/ 8450268 w 12782300"/>
                <a:gd name="connsiteY6-134" fmla="*/ 1260478 h 1831747"/>
                <a:gd name="connsiteX7-135" fmla="*/ 10363878 w 12782300"/>
                <a:gd name="connsiteY7-136" fmla="*/ 104 h 1831747"/>
                <a:gd name="connsiteX8-137" fmla="*/ 12782300 w 12782300"/>
                <a:gd name="connsiteY8-138" fmla="*/ 1338550 h 1831747"/>
                <a:gd name="connsiteX0-139" fmla="*/ 0 w 10363878"/>
                <a:gd name="connsiteY0-140" fmla="*/ 1743114 h 1831747"/>
                <a:gd name="connsiteX1-141" fmla="*/ 235991 w 10363878"/>
                <a:gd name="connsiteY1-142" fmla="*/ 1783857 h 1831747"/>
                <a:gd name="connsiteX2-143" fmla="*/ 1031297 w 10363878"/>
                <a:gd name="connsiteY2-144" fmla="*/ 1819278 h 1831747"/>
                <a:gd name="connsiteX3-145" fmla="*/ 2928580 w 10363878"/>
                <a:gd name="connsiteY3-146" fmla="*/ 1101728 h 1831747"/>
                <a:gd name="connsiteX4-147" fmla="*/ 4774814 w 10363878"/>
                <a:gd name="connsiteY4-148" fmla="*/ 1730378 h 1831747"/>
                <a:gd name="connsiteX5-149" fmla="*/ 6609447 w 10363878"/>
                <a:gd name="connsiteY5-150" fmla="*/ 391130 h 1831747"/>
                <a:gd name="connsiteX6-151" fmla="*/ 8450268 w 10363878"/>
                <a:gd name="connsiteY6-152" fmla="*/ 1260478 h 1831747"/>
                <a:gd name="connsiteX7-153" fmla="*/ 10363878 w 10363878"/>
                <a:gd name="connsiteY7-154" fmla="*/ 104 h 1831747"/>
                <a:gd name="connsiteX0-155" fmla="*/ 0 w 10363878"/>
                <a:gd name="connsiteY0-156" fmla="*/ 1743114 h 1819278"/>
                <a:gd name="connsiteX1-157" fmla="*/ 1031297 w 10363878"/>
                <a:gd name="connsiteY1-158" fmla="*/ 1819278 h 1819278"/>
                <a:gd name="connsiteX2-159" fmla="*/ 2928580 w 10363878"/>
                <a:gd name="connsiteY2-160" fmla="*/ 1101728 h 1819278"/>
                <a:gd name="connsiteX3-161" fmla="*/ 4774814 w 10363878"/>
                <a:gd name="connsiteY3-162" fmla="*/ 1730378 h 1819278"/>
                <a:gd name="connsiteX4-163" fmla="*/ 6609447 w 10363878"/>
                <a:gd name="connsiteY4-164" fmla="*/ 391130 h 1819278"/>
                <a:gd name="connsiteX5-165" fmla="*/ 8450268 w 10363878"/>
                <a:gd name="connsiteY5-166" fmla="*/ 1260478 h 1819278"/>
                <a:gd name="connsiteX6-167" fmla="*/ 10363878 w 10363878"/>
                <a:gd name="connsiteY6-168" fmla="*/ 104 h 1819278"/>
                <a:gd name="connsiteX0-169" fmla="*/ 0 w 9332581"/>
                <a:gd name="connsiteY0-170" fmla="*/ 1819278 h 1819278"/>
                <a:gd name="connsiteX1-171" fmla="*/ 1897283 w 9332581"/>
                <a:gd name="connsiteY1-172" fmla="*/ 1101728 h 1819278"/>
                <a:gd name="connsiteX2-173" fmla="*/ 3743517 w 9332581"/>
                <a:gd name="connsiteY2-174" fmla="*/ 1730378 h 1819278"/>
                <a:gd name="connsiteX3-175" fmla="*/ 5578150 w 9332581"/>
                <a:gd name="connsiteY3-176" fmla="*/ 391130 h 1819278"/>
                <a:gd name="connsiteX4-177" fmla="*/ 7418971 w 9332581"/>
                <a:gd name="connsiteY4-178" fmla="*/ 1260478 h 1819278"/>
                <a:gd name="connsiteX5-179" fmla="*/ 9332581 w 9332581"/>
                <a:gd name="connsiteY5-180" fmla="*/ 104 h 1819278"/>
                <a:gd name="connsiteX0-181" fmla="*/ 0 w 9332581"/>
                <a:gd name="connsiteY0-182" fmla="*/ 1819278 h 1819278"/>
                <a:gd name="connsiteX1-183" fmla="*/ 1862367 w 9332581"/>
                <a:gd name="connsiteY1-184" fmla="*/ 53569 h 1819278"/>
                <a:gd name="connsiteX2-185" fmla="*/ 3743517 w 9332581"/>
                <a:gd name="connsiteY2-186" fmla="*/ 1730378 h 1819278"/>
                <a:gd name="connsiteX3-187" fmla="*/ 5578150 w 9332581"/>
                <a:gd name="connsiteY3-188" fmla="*/ 391130 h 1819278"/>
                <a:gd name="connsiteX4-189" fmla="*/ 7418971 w 9332581"/>
                <a:gd name="connsiteY4-190" fmla="*/ 1260478 h 1819278"/>
                <a:gd name="connsiteX5-191" fmla="*/ 9332581 w 9332581"/>
                <a:gd name="connsiteY5-192" fmla="*/ 104 h 1819278"/>
                <a:gd name="connsiteX0-193" fmla="*/ 0 w 9332581"/>
                <a:gd name="connsiteY0-194" fmla="*/ 1819278 h 1819278"/>
                <a:gd name="connsiteX1-195" fmla="*/ 1862367 w 9332581"/>
                <a:gd name="connsiteY1-196" fmla="*/ 53569 h 1819278"/>
                <a:gd name="connsiteX2-197" fmla="*/ 3726059 w 9332581"/>
                <a:gd name="connsiteY2-198" fmla="*/ 920437 h 1819278"/>
                <a:gd name="connsiteX3-199" fmla="*/ 5578150 w 9332581"/>
                <a:gd name="connsiteY3-200" fmla="*/ 391130 h 1819278"/>
                <a:gd name="connsiteX4-201" fmla="*/ 7418971 w 9332581"/>
                <a:gd name="connsiteY4-202" fmla="*/ 1260478 h 1819278"/>
                <a:gd name="connsiteX5-203" fmla="*/ 9332581 w 9332581"/>
                <a:gd name="connsiteY5-204" fmla="*/ 104 h 1819278"/>
                <a:gd name="connsiteX0-205" fmla="*/ 0 w 9332581"/>
                <a:gd name="connsiteY0-206" fmla="*/ 1819278 h 1819278"/>
                <a:gd name="connsiteX1-207" fmla="*/ 1862367 w 9332581"/>
                <a:gd name="connsiteY1-208" fmla="*/ 53569 h 1819278"/>
                <a:gd name="connsiteX2-209" fmla="*/ 3726059 w 9332581"/>
                <a:gd name="connsiteY2-210" fmla="*/ 1190417 h 1819278"/>
                <a:gd name="connsiteX3-211" fmla="*/ 5578150 w 9332581"/>
                <a:gd name="connsiteY3-212" fmla="*/ 391130 h 1819278"/>
                <a:gd name="connsiteX4-213" fmla="*/ 7418971 w 9332581"/>
                <a:gd name="connsiteY4-214" fmla="*/ 1260478 h 1819278"/>
                <a:gd name="connsiteX5-215" fmla="*/ 9332581 w 9332581"/>
                <a:gd name="connsiteY5-216" fmla="*/ 104 h 1819278"/>
                <a:gd name="connsiteX0-217" fmla="*/ 0 w 9332581"/>
                <a:gd name="connsiteY0-218" fmla="*/ 1819278 h 1819278"/>
                <a:gd name="connsiteX1-219" fmla="*/ 1862367 w 9332581"/>
                <a:gd name="connsiteY1-220" fmla="*/ 53569 h 1819278"/>
                <a:gd name="connsiteX2-221" fmla="*/ 3726059 w 9332581"/>
                <a:gd name="connsiteY2-222" fmla="*/ 1190417 h 1819278"/>
                <a:gd name="connsiteX3-223" fmla="*/ 6078611 w 9332581"/>
                <a:gd name="connsiteY3-224" fmla="*/ 343487 h 1819278"/>
                <a:gd name="connsiteX4-225" fmla="*/ 7418971 w 9332581"/>
                <a:gd name="connsiteY4-226" fmla="*/ 1260478 h 1819278"/>
                <a:gd name="connsiteX5-227" fmla="*/ 9332581 w 9332581"/>
                <a:gd name="connsiteY5-228" fmla="*/ 104 h 1819278"/>
                <a:gd name="connsiteX0-229" fmla="*/ 0 w 9332581"/>
                <a:gd name="connsiteY0-230" fmla="*/ 1819278 h 1819278"/>
                <a:gd name="connsiteX1-231" fmla="*/ 1862367 w 9332581"/>
                <a:gd name="connsiteY1-232" fmla="*/ 53569 h 1819278"/>
                <a:gd name="connsiteX2-233" fmla="*/ 3726059 w 9332581"/>
                <a:gd name="connsiteY2-234" fmla="*/ 1190417 h 1819278"/>
                <a:gd name="connsiteX3-235" fmla="*/ 6177539 w 9332581"/>
                <a:gd name="connsiteY3-236" fmla="*/ 327606 h 1819278"/>
                <a:gd name="connsiteX4-237" fmla="*/ 7418971 w 9332581"/>
                <a:gd name="connsiteY4-238" fmla="*/ 1260478 h 1819278"/>
                <a:gd name="connsiteX5-239" fmla="*/ 9332581 w 9332581"/>
                <a:gd name="connsiteY5-240" fmla="*/ 104 h 1819278"/>
                <a:gd name="connsiteX0-241" fmla="*/ 0 w 9332581"/>
                <a:gd name="connsiteY0-242" fmla="*/ 1819278 h 1819278"/>
                <a:gd name="connsiteX1-243" fmla="*/ 1862367 w 9332581"/>
                <a:gd name="connsiteY1-244" fmla="*/ 53569 h 1819278"/>
                <a:gd name="connsiteX2-245" fmla="*/ 4255617 w 9332581"/>
                <a:gd name="connsiteY2-246" fmla="*/ 999843 h 1819278"/>
                <a:gd name="connsiteX3-247" fmla="*/ 6177539 w 9332581"/>
                <a:gd name="connsiteY3-248" fmla="*/ 327606 h 1819278"/>
                <a:gd name="connsiteX4-249" fmla="*/ 7418971 w 9332581"/>
                <a:gd name="connsiteY4-250" fmla="*/ 1260478 h 1819278"/>
                <a:gd name="connsiteX5-251" fmla="*/ 9332581 w 9332581"/>
                <a:gd name="connsiteY5-252" fmla="*/ 104 h 1819278"/>
                <a:gd name="connsiteX0-253" fmla="*/ 0 w 9332581"/>
                <a:gd name="connsiteY0-254" fmla="*/ 1819278 h 1819278"/>
                <a:gd name="connsiteX1-255" fmla="*/ 2642155 w 9332581"/>
                <a:gd name="connsiteY1-256" fmla="*/ 53569 h 1819278"/>
                <a:gd name="connsiteX2-257" fmla="*/ 4255617 w 9332581"/>
                <a:gd name="connsiteY2-258" fmla="*/ 999843 h 1819278"/>
                <a:gd name="connsiteX3-259" fmla="*/ 6177539 w 9332581"/>
                <a:gd name="connsiteY3-260" fmla="*/ 327606 h 1819278"/>
                <a:gd name="connsiteX4-261" fmla="*/ 7418971 w 9332581"/>
                <a:gd name="connsiteY4-262" fmla="*/ 1260478 h 1819278"/>
                <a:gd name="connsiteX5-263" fmla="*/ 9332581 w 9332581"/>
                <a:gd name="connsiteY5-264" fmla="*/ 104 h 1819278"/>
                <a:gd name="connsiteX0-265" fmla="*/ 0 w 9332581"/>
                <a:gd name="connsiteY0-266" fmla="*/ 1819278 h 1819278"/>
                <a:gd name="connsiteX1-267" fmla="*/ 2642155 w 9332581"/>
                <a:gd name="connsiteY1-268" fmla="*/ 53569 h 1819278"/>
                <a:gd name="connsiteX2-269" fmla="*/ 4366184 w 9332581"/>
                <a:gd name="connsiteY2-270" fmla="*/ 1095130 h 1819278"/>
                <a:gd name="connsiteX3-271" fmla="*/ 6177539 w 9332581"/>
                <a:gd name="connsiteY3-272" fmla="*/ 327606 h 1819278"/>
                <a:gd name="connsiteX4-273" fmla="*/ 7418971 w 9332581"/>
                <a:gd name="connsiteY4-274" fmla="*/ 1260478 h 1819278"/>
                <a:gd name="connsiteX5-275" fmla="*/ 9332581 w 9332581"/>
                <a:gd name="connsiteY5-276" fmla="*/ 104 h 1819278"/>
                <a:gd name="connsiteX0-277" fmla="*/ 0 w 9332581"/>
                <a:gd name="connsiteY0-278" fmla="*/ 1819278 h 1819278"/>
                <a:gd name="connsiteX1-279" fmla="*/ 2642155 w 9332581"/>
                <a:gd name="connsiteY1-280" fmla="*/ 53569 h 1819278"/>
                <a:gd name="connsiteX2-281" fmla="*/ 4366184 w 9332581"/>
                <a:gd name="connsiteY2-282" fmla="*/ 1095130 h 1819278"/>
                <a:gd name="connsiteX3-283" fmla="*/ 6369576 w 9332581"/>
                <a:gd name="connsiteY3-284" fmla="*/ 359368 h 1819278"/>
                <a:gd name="connsiteX4-285" fmla="*/ 7418971 w 9332581"/>
                <a:gd name="connsiteY4-286" fmla="*/ 1260478 h 1819278"/>
                <a:gd name="connsiteX5-287" fmla="*/ 9332581 w 9332581"/>
                <a:gd name="connsiteY5-288" fmla="*/ 104 h 1819278"/>
                <a:gd name="connsiteX0-289" fmla="*/ 0 w 9332581"/>
                <a:gd name="connsiteY0-290" fmla="*/ 1819291 h 1819291"/>
                <a:gd name="connsiteX1-291" fmla="*/ 2642155 w 9332581"/>
                <a:gd name="connsiteY1-292" fmla="*/ 53582 h 1819291"/>
                <a:gd name="connsiteX2-293" fmla="*/ 4366184 w 9332581"/>
                <a:gd name="connsiteY2-294" fmla="*/ 1095143 h 1819291"/>
                <a:gd name="connsiteX3-295" fmla="*/ 6369576 w 9332581"/>
                <a:gd name="connsiteY3-296" fmla="*/ 359381 h 1819291"/>
                <a:gd name="connsiteX4-297" fmla="*/ 7768130 w 9332581"/>
                <a:gd name="connsiteY4-298" fmla="*/ 1133441 h 1819291"/>
                <a:gd name="connsiteX5-299" fmla="*/ 9332581 w 9332581"/>
                <a:gd name="connsiteY5-300" fmla="*/ 117 h 1819291"/>
                <a:gd name="connsiteX0-301" fmla="*/ 0 w 9332581"/>
                <a:gd name="connsiteY0-302" fmla="*/ 1819293 h 1819293"/>
                <a:gd name="connsiteX1-303" fmla="*/ 2642155 w 9332581"/>
                <a:gd name="connsiteY1-304" fmla="*/ 53584 h 1819293"/>
                <a:gd name="connsiteX2-305" fmla="*/ 4366184 w 9332581"/>
                <a:gd name="connsiteY2-306" fmla="*/ 1095145 h 1819293"/>
                <a:gd name="connsiteX3-307" fmla="*/ 6369576 w 9332581"/>
                <a:gd name="connsiteY3-308" fmla="*/ 359383 h 1819293"/>
                <a:gd name="connsiteX4-309" fmla="*/ 7907793 w 9332581"/>
                <a:gd name="connsiteY4-310" fmla="*/ 1117561 h 1819293"/>
                <a:gd name="connsiteX5-311" fmla="*/ 9332581 w 9332581"/>
                <a:gd name="connsiteY5-312" fmla="*/ 119 h 1819293"/>
                <a:gd name="connsiteX0-313" fmla="*/ 0 w 9332581"/>
                <a:gd name="connsiteY0-314" fmla="*/ 1819293 h 1819293"/>
                <a:gd name="connsiteX1-315" fmla="*/ 2642155 w 9332581"/>
                <a:gd name="connsiteY1-316" fmla="*/ 53584 h 1819293"/>
                <a:gd name="connsiteX2-317" fmla="*/ 4529125 w 9332581"/>
                <a:gd name="connsiteY2-318" fmla="*/ 983976 h 1819293"/>
                <a:gd name="connsiteX3-319" fmla="*/ 6369576 w 9332581"/>
                <a:gd name="connsiteY3-320" fmla="*/ 359383 h 1819293"/>
                <a:gd name="connsiteX4-321" fmla="*/ 7907793 w 9332581"/>
                <a:gd name="connsiteY4-322" fmla="*/ 1117561 h 1819293"/>
                <a:gd name="connsiteX5-323" fmla="*/ 9332581 w 9332581"/>
                <a:gd name="connsiteY5-324" fmla="*/ 119 h 1819293"/>
                <a:gd name="connsiteX0-325" fmla="*/ 0 w 9332581"/>
                <a:gd name="connsiteY0-326" fmla="*/ 1819293 h 1819293"/>
                <a:gd name="connsiteX1-327" fmla="*/ 2816735 w 9332581"/>
                <a:gd name="connsiteY1-328" fmla="*/ 69465 h 1819293"/>
                <a:gd name="connsiteX2-329" fmla="*/ 4529125 w 9332581"/>
                <a:gd name="connsiteY2-330" fmla="*/ 983976 h 1819293"/>
                <a:gd name="connsiteX3-331" fmla="*/ 6369576 w 9332581"/>
                <a:gd name="connsiteY3-332" fmla="*/ 359383 h 1819293"/>
                <a:gd name="connsiteX4-333" fmla="*/ 7907793 w 9332581"/>
                <a:gd name="connsiteY4-334" fmla="*/ 1117561 h 1819293"/>
                <a:gd name="connsiteX5-335" fmla="*/ 9332581 w 9332581"/>
                <a:gd name="connsiteY5-336" fmla="*/ 119 h 1819293"/>
                <a:gd name="connsiteX0-337" fmla="*/ 0 w 8411066"/>
                <a:gd name="connsiteY0-338" fmla="*/ 1276519 h 1276519"/>
                <a:gd name="connsiteX1-339" fmla="*/ 1895220 w 8411066"/>
                <a:gd name="connsiteY1-340" fmla="*/ 69465 h 1276519"/>
                <a:gd name="connsiteX2-341" fmla="*/ 3607610 w 8411066"/>
                <a:gd name="connsiteY2-342" fmla="*/ 983976 h 1276519"/>
                <a:gd name="connsiteX3-343" fmla="*/ 5448061 w 8411066"/>
                <a:gd name="connsiteY3-344" fmla="*/ 359383 h 1276519"/>
                <a:gd name="connsiteX4-345" fmla="*/ 6986278 w 8411066"/>
                <a:gd name="connsiteY4-346" fmla="*/ 1117561 h 1276519"/>
                <a:gd name="connsiteX5-347" fmla="*/ 8411066 w 8411066"/>
                <a:gd name="connsiteY5-348" fmla="*/ 119 h 1276519"/>
                <a:gd name="connsiteX0-349" fmla="*/ 0 w 8411066"/>
                <a:gd name="connsiteY0-350" fmla="*/ 1276519 h 1276519"/>
                <a:gd name="connsiteX1-351" fmla="*/ 1871943 w 8411066"/>
                <a:gd name="connsiteY1-352" fmla="*/ 244158 h 1276519"/>
                <a:gd name="connsiteX2-353" fmla="*/ 3607610 w 8411066"/>
                <a:gd name="connsiteY2-354" fmla="*/ 983976 h 1276519"/>
                <a:gd name="connsiteX3-355" fmla="*/ 5448061 w 8411066"/>
                <a:gd name="connsiteY3-356" fmla="*/ 359383 h 1276519"/>
                <a:gd name="connsiteX4-357" fmla="*/ 6986278 w 8411066"/>
                <a:gd name="connsiteY4-358" fmla="*/ 1117561 h 1276519"/>
                <a:gd name="connsiteX5-359" fmla="*/ 8411066 w 8411066"/>
                <a:gd name="connsiteY5-360" fmla="*/ 119 h 1276519"/>
                <a:gd name="connsiteX0-361" fmla="*/ 0 w 8411066"/>
                <a:gd name="connsiteY0-362" fmla="*/ 1276519 h 1276519"/>
                <a:gd name="connsiteX1-363" fmla="*/ 1871943 w 8411066"/>
                <a:gd name="connsiteY1-364" fmla="*/ 244158 h 1276519"/>
                <a:gd name="connsiteX2-365" fmla="*/ 3607610 w 8411066"/>
                <a:gd name="connsiteY2-366" fmla="*/ 1126907 h 1276519"/>
                <a:gd name="connsiteX3-367" fmla="*/ 5448061 w 8411066"/>
                <a:gd name="connsiteY3-368" fmla="*/ 359383 h 1276519"/>
                <a:gd name="connsiteX4-369" fmla="*/ 6986278 w 8411066"/>
                <a:gd name="connsiteY4-370" fmla="*/ 1117561 h 1276519"/>
                <a:gd name="connsiteX5-371" fmla="*/ 8411066 w 8411066"/>
                <a:gd name="connsiteY5-372" fmla="*/ 119 h 1276519"/>
                <a:gd name="connsiteX0-373" fmla="*/ 0 w 8411066"/>
                <a:gd name="connsiteY0-374" fmla="*/ 1276519 h 1276519"/>
                <a:gd name="connsiteX1-375" fmla="*/ 1860304 w 8411066"/>
                <a:gd name="connsiteY1-376" fmla="*/ 418851 h 1276519"/>
                <a:gd name="connsiteX2-377" fmla="*/ 3607610 w 8411066"/>
                <a:gd name="connsiteY2-378" fmla="*/ 1126907 h 1276519"/>
                <a:gd name="connsiteX3-379" fmla="*/ 5448061 w 8411066"/>
                <a:gd name="connsiteY3-380" fmla="*/ 359383 h 1276519"/>
                <a:gd name="connsiteX4-381" fmla="*/ 6986278 w 8411066"/>
                <a:gd name="connsiteY4-382" fmla="*/ 1117561 h 1276519"/>
                <a:gd name="connsiteX5-383" fmla="*/ 8411066 w 8411066"/>
                <a:gd name="connsiteY5-384" fmla="*/ 119 h 1276519"/>
                <a:gd name="connsiteX0-385" fmla="*/ 0 w 8411066"/>
                <a:gd name="connsiteY0-386" fmla="*/ 1276519 h 1276519"/>
                <a:gd name="connsiteX1-387" fmla="*/ 1860304 w 8411066"/>
                <a:gd name="connsiteY1-388" fmla="*/ 418851 h 1276519"/>
                <a:gd name="connsiteX2-389" fmla="*/ 3636707 w 8411066"/>
                <a:gd name="connsiteY2-390" fmla="*/ 1158670 h 1276519"/>
                <a:gd name="connsiteX3-391" fmla="*/ 5448061 w 8411066"/>
                <a:gd name="connsiteY3-392" fmla="*/ 359383 h 1276519"/>
                <a:gd name="connsiteX4-393" fmla="*/ 6986278 w 8411066"/>
                <a:gd name="connsiteY4-394" fmla="*/ 1117561 h 1276519"/>
                <a:gd name="connsiteX5-395" fmla="*/ 8411066 w 8411066"/>
                <a:gd name="connsiteY5-396" fmla="*/ 119 h 1276519"/>
                <a:gd name="connsiteX0-397" fmla="*/ 0 w 8411066"/>
                <a:gd name="connsiteY0-398" fmla="*/ 1276519 h 1276519"/>
                <a:gd name="connsiteX1-399" fmla="*/ 1860304 w 8411066"/>
                <a:gd name="connsiteY1-400" fmla="*/ 418851 h 1276519"/>
                <a:gd name="connsiteX2-401" fmla="*/ 3636707 w 8411066"/>
                <a:gd name="connsiteY2-402" fmla="*/ 1158670 h 1276519"/>
                <a:gd name="connsiteX3-403" fmla="*/ 5692472 w 8411066"/>
                <a:gd name="connsiteY3-404" fmla="*/ 438789 h 1276519"/>
                <a:gd name="connsiteX4-405" fmla="*/ 6986278 w 8411066"/>
                <a:gd name="connsiteY4-406" fmla="*/ 1117561 h 1276519"/>
                <a:gd name="connsiteX5-407" fmla="*/ 8411066 w 8411066"/>
                <a:gd name="connsiteY5-408" fmla="*/ 119 h 1276519"/>
                <a:gd name="connsiteX0-409" fmla="*/ 0 w 8411066"/>
                <a:gd name="connsiteY0-410" fmla="*/ 1276519 h 1276519"/>
                <a:gd name="connsiteX1-411" fmla="*/ 1860304 w 8411066"/>
                <a:gd name="connsiteY1-412" fmla="*/ 418851 h 1276519"/>
                <a:gd name="connsiteX2-413" fmla="*/ 3636707 w 8411066"/>
                <a:gd name="connsiteY2-414" fmla="*/ 1158670 h 1276519"/>
                <a:gd name="connsiteX3-415" fmla="*/ 5599363 w 8411066"/>
                <a:gd name="connsiteY3-416" fmla="*/ 295858 h 1276519"/>
                <a:gd name="connsiteX4-417" fmla="*/ 6986278 w 8411066"/>
                <a:gd name="connsiteY4-418" fmla="*/ 1117561 h 1276519"/>
                <a:gd name="connsiteX5-419" fmla="*/ 8411066 w 8411066"/>
                <a:gd name="connsiteY5-420" fmla="*/ 119 h 1276519"/>
                <a:gd name="connsiteX0-421" fmla="*/ 0 w 8411066"/>
                <a:gd name="connsiteY0-422" fmla="*/ 1276524 h 1276524"/>
                <a:gd name="connsiteX1-423" fmla="*/ 1860304 w 8411066"/>
                <a:gd name="connsiteY1-424" fmla="*/ 418856 h 1276524"/>
                <a:gd name="connsiteX2-425" fmla="*/ 3636707 w 8411066"/>
                <a:gd name="connsiteY2-426" fmla="*/ 1158675 h 1276524"/>
                <a:gd name="connsiteX3-427" fmla="*/ 5599363 w 8411066"/>
                <a:gd name="connsiteY3-428" fmla="*/ 295863 h 1276524"/>
                <a:gd name="connsiteX4-429" fmla="*/ 7253966 w 8411066"/>
                <a:gd name="connsiteY4-430" fmla="*/ 1069923 h 1276524"/>
                <a:gd name="connsiteX5-431" fmla="*/ 8411066 w 8411066"/>
                <a:gd name="connsiteY5-432" fmla="*/ 124 h 1276524"/>
                <a:gd name="connsiteX0-433" fmla="*/ 0 w 8667116"/>
                <a:gd name="connsiteY0-434" fmla="*/ 1276524 h 1276524"/>
                <a:gd name="connsiteX1-435" fmla="*/ 1860304 w 8667116"/>
                <a:gd name="connsiteY1-436" fmla="*/ 418856 h 1276524"/>
                <a:gd name="connsiteX2-437" fmla="*/ 3636707 w 8667116"/>
                <a:gd name="connsiteY2-438" fmla="*/ 1158675 h 1276524"/>
                <a:gd name="connsiteX3-439" fmla="*/ 5599363 w 8667116"/>
                <a:gd name="connsiteY3-440" fmla="*/ 295863 h 1276524"/>
                <a:gd name="connsiteX4-441" fmla="*/ 7253966 w 8667116"/>
                <a:gd name="connsiteY4-442" fmla="*/ 1069923 h 1276524"/>
                <a:gd name="connsiteX5-443" fmla="*/ 8667116 w 8667116"/>
                <a:gd name="connsiteY5-444" fmla="*/ 123 h 1276524"/>
                <a:gd name="connsiteX0-445" fmla="*/ 0 w 8667116"/>
                <a:gd name="connsiteY0-446" fmla="*/ 1276552 h 1276552"/>
                <a:gd name="connsiteX1-447" fmla="*/ 1860304 w 8667116"/>
                <a:gd name="connsiteY1-448" fmla="*/ 418884 h 1276552"/>
                <a:gd name="connsiteX2-449" fmla="*/ 3636707 w 8667116"/>
                <a:gd name="connsiteY2-450" fmla="*/ 1158703 h 1276552"/>
                <a:gd name="connsiteX3-451" fmla="*/ 5599363 w 8667116"/>
                <a:gd name="connsiteY3-452" fmla="*/ 295891 h 1276552"/>
                <a:gd name="connsiteX4-453" fmla="*/ 7248147 w 8667116"/>
                <a:gd name="connsiteY4-454" fmla="*/ 879376 h 1276552"/>
                <a:gd name="connsiteX5-455" fmla="*/ 8667116 w 8667116"/>
                <a:gd name="connsiteY5-456" fmla="*/ 151 h 1276552"/>
                <a:gd name="connsiteX0-457" fmla="*/ 0 w 8667116"/>
                <a:gd name="connsiteY0-458" fmla="*/ 1276532 h 1276532"/>
                <a:gd name="connsiteX1-459" fmla="*/ 1860304 w 8667116"/>
                <a:gd name="connsiteY1-460" fmla="*/ 418864 h 1276532"/>
                <a:gd name="connsiteX2-461" fmla="*/ 3636707 w 8667116"/>
                <a:gd name="connsiteY2-462" fmla="*/ 1158683 h 1276532"/>
                <a:gd name="connsiteX3-463" fmla="*/ 5599363 w 8667116"/>
                <a:gd name="connsiteY3-464" fmla="*/ 295871 h 1276532"/>
                <a:gd name="connsiteX4-465" fmla="*/ 7248147 w 8667116"/>
                <a:gd name="connsiteY4-466" fmla="*/ 1022287 h 1276532"/>
                <a:gd name="connsiteX5-467" fmla="*/ 8667116 w 8667116"/>
                <a:gd name="connsiteY5-468" fmla="*/ 131 h 1276532"/>
                <a:gd name="connsiteX0-469" fmla="*/ 0 w 8667116"/>
                <a:gd name="connsiteY0-470" fmla="*/ 1276532 h 1276532"/>
                <a:gd name="connsiteX1-471" fmla="*/ 1860304 w 8667116"/>
                <a:gd name="connsiteY1-472" fmla="*/ 418864 h 1276532"/>
                <a:gd name="connsiteX2-473" fmla="*/ 3636707 w 8667116"/>
                <a:gd name="connsiteY2-474" fmla="*/ 1158683 h 1276532"/>
                <a:gd name="connsiteX3-475" fmla="*/ 5599363 w 8667116"/>
                <a:gd name="connsiteY3-476" fmla="*/ 295871 h 1276532"/>
                <a:gd name="connsiteX4-477" fmla="*/ 7224870 w 8667116"/>
                <a:gd name="connsiteY4-478" fmla="*/ 1006406 h 1276532"/>
                <a:gd name="connsiteX5-479" fmla="*/ 8667116 w 8667116"/>
                <a:gd name="connsiteY5-480" fmla="*/ 131 h 1276532"/>
                <a:gd name="connsiteX0-481" fmla="*/ 0 w 8539091"/>
                <a:gd name="connsiteY0-482" fmla="*/ 1276532 h 1276532"/>
                <a:gd name="connsiteX1-483" fmla="*/ 1860304 w 8539091"/>
                <a:gd name="connsiteY1-484" fmla="*/ 418864 h 1276532"/>
                <a:gd name="connsiteX2-485" fmla="*/ 3636707 w 8539091"/>
                <a:gd name="connsiteY2-486" fmla="*/ 1158683 h 1276532"/>
                <a:gd name="connsiteX3-487" fmla="*/ 5599363 w 8539091"/>
                <a:gd name="connsiteY3-488" fmla="*/ 295871 h 1276532"/>
                <a:gd name="connsiteX4-489" fmla="*/ 7224870 w 8539091"/>
                <a:gd name="connsiteY4-490" fmla="*/ 1006406 h 1276532"/>
                <a:gd name="connsiteX5-491" fmla="*/ 8539091 w 8539091"/>
                <a:gd name="connsiteY5-492" fmla="*/ 131 h 127653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8539091" h="1276532">
                  <a:moveTo>
                    <a:pt x="0" y="1276532"/>
                  </a:moveTo>
                  <a:cubicBezTo>
                    <a:pt x="640935" y="1202449"/>
                    <a:pt x="1254186" y="438505"/>
                    <a:pt x="1860304" y="418864"/>
                  </a:cubicBezTo>
                  <a:cubicBezTo>
                    <a:pt x="2466422" y="399223"/>
                    <a:pt x="3013530" y="1179182"/>
                    <a:pt x="3636707" y="1158683"/>
                  </a:cubicBezTo>
                  <a:cubicBezTo>
                    <a:pt x="4259884" y="1138184"/>
                    <a:pt x="5001336" y="321250"/>
                    <a:pt x="5599363" y="295871"/>
                  </a:cubicBezTo>
                  <a:cubicBezTo>
                    <a:pt x="6197390" y="270492"/>
                    <a:pt x="6599132" y="1071577"/>
                    <a:pt x="7224870" y="1006406"/>
                  </a:cubicBezTo>
                  <a:cubicBezTo>
                    <a:pt x="7850608" y="941235"/>
                    <a:pt x="7817085" y="-12880"/>
                    <a:pt x="8539091" y="131"/>
                  </a:cubicBezTo>
                </a:path>
              </a:pathLst>
            </a:custGeom>
            <a:noFill/>
            <a:ln w="53975">
              <a:gradFill flip="none" rotWithShape="1">
                <a:gsLst>
                  <a:gs pos="26000">
                    <a:schemeClr val="accent4">
                      <a:alpha val="0"/>
                    </a:schemeClr>
                  </a:gs>
                  <a:gs pos="100000">
                    <a:schemeClr val="accent4">
                      <a:alpha val="0"/>
                    </a:schemeClr>
                  </a:gs>
                  <a:gs pos="51000">
                    <a:schemeClr val="accent4"/>
                  </a:gs>
                  <a:gs pos="76000">
                    <a:schemeClr val="accent4"/>
                  </a:gs>
                </a:gsLst>
                <a:lin ang="0" scaled="1"/>
                <a:tileRect/>
              </a:gradFill>
            </a:ln>
            <a:effectLst>
              <a:outerShdw blurRad="88900" dist="165100" dir="5400000" algn="t" rotWithShape="0">
                <a:schemeClr val="accent1">
                  <a:lumMod val="50000"/>
                  <a:alpha val="2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a:ln>
                  <a:noFill/>
                </a:ln>
                <a:solidFill>
                  <a:prstClr val="white"/>
                </a:solidFill>
                <a:effectLst/>
                <a:uLnTx/>
                <a:uFillTx/>
                <a:latin typeface="Roboto Regular"/>
                <a:ea typeface="思源黑体 CN Regular"/>
                <a:cs typeface="+mn-cs"/>
              </a:endParaRPr>
            </a:p>
          </p:txBody>
        </p:sp>
        <p:sp>
          <p:nvSpPr>
            <p:cNvPr id="13" name="任意多边形: 形状 12"/>
            <p:cNvSpPr/>
            <p:nvPr>
              <p:custDataLst>
                <p:tags r:id="rId60"/>
              </p:custDataLst>
            </p:nvPr>
          </p:nvSpPr>
          <p:spPr>
            <a:xfrm>
              <a:off x="-467363" y="5801155"/>
              <a:ext cx="13773644" cy="2529961"/>
            </a:xfrm>
            <a:custGeom>
              <a:avLst/>
              <a:gdLst>
                <a:gd name="connsiteX0" fmla="*/ 13773644 w 13773644"/>
                <a:gd name="connsiteY0" fmla="*/ 0 h 2529961"/>
                <a:gd name="connsiteX1" fmla="*/ 13773644 w 13773644"/>
                <a:gd name="connsiteY1" fmla="*/ 1007952 h 2529961"/>
                <a:gd name="connsiteX2" fmla="*/ 13773644 w 13773644"/>
                <a:gd name="connsiteY2" fmla="*/ 1522009 h 2529961"/>
                <a:gd name="connsiteX3" fmla="*/ 13773644 w 13773644"/>
                <a:gd name="connsiteY3" fmla="*/ 2529961 h 2529961"/>
                <a:gd name="connsiteX4" fmla="*/ 1 w 13773644"/>
                <a:gd name="connsiteY4" fmla="*/ 2529961 h 2529961"/>
                <a:gd name="connsiteX5" fmla="*/ 1 w 13773644"/>
                <a:gd name="connsiteY5" fmla="*/ 2380798 h 2529961"/>
                <a:gd name="connsiteX6" fmla="*/ 0 w 13773644"/>
                <a:gd name="connsiteY6" fmla="*/ 2380798 h 2529961"/>
                <a:gd name="connsiteX7" fmla="*/ 0 w 13773644"/>
                <a:gd name="connsiteY7" fmla="*/ 1056845 h 2529961"/>
                <a:gd name="connsiteX8" fmla="*/ 1 w 13773644"/>
                <a:gd name="connsiteY8" fmla="*/ 1056845 h 2529961"/>
                <a:gd name="connsiteX9" fmla="*/ 1 w 13773644"/>
                <a:gd name="connsiteY9" fmla="*/ 694515 h 2529961"/>
                <a:gd name="connsiteX10" fmla="*/ 10991 w 13773644"/>
                <a:gd name="connsiteY10" fmla="*/ 692340 h 2529961"/>
                <a:gd name="connsiteX11" fmla="*/ 43935 w 13773644"/>
                <a:gd name="connsiteY11" fmla="*/ 685700 h 2529961"/>
                <a:gd name="connsiteX12" fmla="*/ 76851 w 13773644"/>
                <a:gd name="connsiteY12" fmla="*/ 678949 h 2529961"/>
                <a:gd name="connsiteX13" fmla="*/ 109740 w 13773644"/>
                <a:gd name="connsiteY13" fmla="*/ 672095 h 2529961"/>
                <a:gd name="connsiteX14" fmla="*/ 142602 w 13773644"/>
                <a:gd name="connsiteY14" fmla="*/ 665141 h 2529961"/>
                <a:gd name="connsiteX15" fmla="*/ 175438 w 13773644"/>
                <a:gd name="connsiteY15" fmla="*/ 658094 h 2529961"/>
                <a:gd name="connsiteX16" fmla="*/ 208247 w 13773644"/>
                <a:gd name="connsiteY16" fmla="*/ 650958 h 2529961"/>
                <a:gd name="connsiteX17" fmla="*/ 241030 w 13773644"/>
                <a:gd name="connsiteY17" fmla="*/ 643741 h 2529961"/>
                <a:gd name="connsiteX18" fmla="*/ 273787 w 13773644"/>
                <a:gd name="connsiteY18" fmla="*/ 636446 h 2529961"/>
                <a:gd name="connsiteX19" fmla="*/ 306519 w 13773644"/>
                <a:gd name="connsiteY19" fmla="*/ 629081 h 2529961"/>
                <a:gd name="connsiteX20" fmla="*/ 339224 w 13773644"/>
                <a:gd name="connsiteY20" fmla="*/ 621649 h 2529961"/>
                <a:gd name="connsiteX21" fmla="*/ 371905 w 13773644"/>
                <a:gd name="connsiteY21" fmla="*/ 614158 h 2529961"/>
                <a:gd name="connsiteX22" fmla="*/ 404560 w 13773644"/>
                <a:gd name="connsiteY22" fmla="*/ 606612 h 2529961"/>
                <a:gd name="connsiteX23" fmla="*/ 437191 w 13773644"/>
                <a:gd name="connsiteY23" fmla="*/ 599016 h 2529961"/>
                <a:gd name="connsiteX24" fmla="*/ 469797 w 13773644"/>
                <a:gd name="connsiteY24" fmla="*/ 591377 h 2529961"/>
                <a:gd name="connsiteX25" fmla="*/ 502379 w 13773644"/>
                <a:gd name="connsiteY25" fmla="*/ 583699 h 2529961"/>
                <a:gd name="connsiteX26" fmla="*/ 534936 w 13773644"/>
                <a:gd name="connsiteY26" fmla="*/ 575989 h 2529961"/>
                <a:gd name="connsiteX27" fmla="*/ 567469 w 13773644"/>
                <a:gd name="connsiteY27" fmla="*/ 568252 h 2529961"/>
                <a:gd name="connsiteX28" fmla="*/ 599979 w 13773644"/>
                <a:gd name="connsiteY28" fmla="*/ 560494 h 2529961"/>
                <a:gd name="connsiteX29" fmla="*/ 632465 w 13773644"/>
                <a:gd name="connsiteY29" fmla="*/ 552719 h 2529961"/>
                <a:gd name="connsiteX30" fmla="*/ 664928 w 13773644"/>
                <a:gd name="connsiteY30" fmla="*/ 544934 h 2529961"/>
                <a:gd name="connsiteX31" fmla="*/ 697367 w 13773644"/>
                <a:gd name="connsiteY31" fmla="*/ 537144 h 2529961"/>
                <a:gd name="connsiteX32" fmla="*/ 729784 w 13773644"/>
                <a:gd name="connsiteY32" fmla="*/ 529354 h 2529961"/>
                <a:gd name="connsiteX33" fmla="*/ 762178 w 13773644"/>
                <a:gd name="connsiteY33" fmla="*/ 521570 h 2529961"/>
                <a:gd name="connsiteX34" fmla="*/ 794550 w 13773644"/>
                <a:gd name="connsiteY34" fmla="*/ 513797 h 2529961"/>
                <a:gd name="connsiteX35" fmla="*/ 826899 w 13773644"/>
                <a:gd name="connsiteY35" fmla="*/ 506041 h 2529961"/>
                <a:gd name="connsiteX36" fmla="*/ 859226 w 13773644"/>
                <a:gd name="connsiteY36" fmla="*/ 498309 h 2529961"/>
                <a:gd name="connsiteX37" fmla="*/ 891531 w 13773644"/>
                <a:gd name="connsiteY37" fmla="*/ 490604 h 2529961"/>
                <a:gd name="connsiteX38" fmla="*/ 923814 w 13773644"/>
                <a:gd name="connsiteY38" fmla="*/ 482932 h 2529961"/>
                <a:gd name="connsiteX39" fmla="*/ 956077 w 13773644"/>
                <a:gd name="connsiteY39" fmla="*/ 475299 h 2529961"/>
                <a:gd name="connsiteX40" fmla="*/ 988317 w 13773644"/>
                <a:gd name="connsiteY40" fmla="*/ 467711 h 2529961"/>
                <a:gd name="connsiteX41" fmla="*/ 1020537 w 13773644"/>
                <a:gd name="connsiteY41" fmla="*/ 460173 h 2529961"/>
                <a:gd name="connsiteX42" fmla="*/ 1052736 w 13773644"/>
                <a:gd name="connsiteY42" fmla="*/ 452690 h 2529961"/>
                <a:gd name="connsiteX43" fmla="*/ 1084914 w 13773644"/>
                <a:gd name="connsiteY43" fmla="*/ 445269 h 2529961"/>
                <a:gd name="connsiteX44" fmla="*/ 1117072 w 13773644"/>
                <a:gd name="connsiteY44" fmla="*/ 437913 h 2529961"/>
                <a:gd name="connsiteX45" fmla="*/ 1149208 w 13773644"/>
                <a:gd name="connsiteY45" fmla="*/ 430630 h 2529961"/>
                <a:gd name="connsiteX46" fmla="*/ 1181326 w 13773644"/>
                <a:gd name="connsiteY46" fmla="*/ 423424 h 2529961"/>
                <a:gd name="connsiteX47" fmla="*/ 1213423 w 13773644"/>
                <a:gd name="connsiteY47" fmla="*/ 416301 h 2529961"/>
                <a:gd name="connsiteX48" fmla="*/ 1245500 w 13773644"/>
                <a:gd name="connsiteY48" fmla="*/ 409266 h 2529961"/>
                <a:gd name="connsiteX49" fmla="*/ 1277558 w 13773644"/>
                <a:gd name="connsiteY49" fmla="*/ 402324 h 2529961"/>
                <a:gd name="connsiteX50" fmla="*/ 1309597 w 13773644"/>
                <a:gd name="connsiteY50" fmla="*/ 395483 h 2529961"/>
                <a:gd name="connsiteX51" fmla="*/ 1341616 w 13773644"/>
                <a:gd name="connsiteY51" fmla="*/ 388745 h 2529961"/>
                <a:gd name="connsiteX52" fmla="*/ 1373616 w 13773644"/>
                <a:gd name="connsiteY52" fmla="*/ 382118 h 2529961"/>
                <a:gd name="connsiteX53" fmla="*/ 1405598 w 13773644"/>
                <a:gd name="connsiteY53" fmla="*/ 375608 h 2529961"/>
                <a:gd name="connsiteX54" fmla="*/ 1437560 w 13773644"/>
                <a:gd name="connsiteY54" fmla="*/ 369217 h 2529961"/>
                <a:gd name="connsiteX55" fmla="*/ 1469505 w 13773644"/>
                <a:gd name="connsiteY55" fmla="*/ 362954 h 2529961"/>
                <a:gd name="connsiteX56" fmla="*/ 1501432 w 13773644"/>
                <a:gd name="connsiteY56" fmla="*/ 356822 h 2529961"/>
                <a:gd name="connsiteX57" fmla="*/ 1533339 w 13773644"/>
                <a:gd name="connsiteY57" fmla="*/ 350828 h 2529961"/>
                <a:gd name="connsiteX58" fmla="*/ 1565230 w 13773644"/>
                <a:gd name="connsiteY58" fmla="*/ 344978 h 2529961"/>
                <a:gd name="connsiteX59" fmla="*/ 1597102 w 13773644"/>
                <a:gd name="connsiteY59" fmla="*/ 339274 h 2529961"/>
                <a:gd name="connsiteX60" fmla="*/ 1628957 w 13773644"/>
                <a:gd name="connsiteY60" fmla="*/ 333726 h 2529961"/>
                <a:gd name="connsiteX61" fmla="*/ 1660795 w 13773644"/>
                <a:gd name="connsiteY61" fmla="*/ 328336 h 2529961"/>
                <a:gd name="connsiteX62" fmla="*/ 1692616 w 13773644"/>
                <a:gd name="connsiteY62" fmla="*/ 323111 h 2529961"/>
                <a:gd name="connsiteX63" fmla="*/ 1724419 w 13773644"/>
                <a:gd name="connsiteY63" fmla="*/ 318056 h 2529961"/>
                <a:gd name="connsiteX64" fmla="*/ 1756205 w 13773644"/>
                <a:gd name="connsiteY64" fmla="*/ 313177 h 2529961"/>
                <a:gd name="connsiteX65" fmla="*/ 1787977 w 13773644"/>
                <a:gd name="connsiteY65" fmla="*/ 308480 h 2529961"/>
                <a:gd name="connsiteX66" fmla="*/ 1819730 w 13773644"/>
                <a:gd name="connsiteY66" fmla="*/ 303967 h 2529961"/>
                <a:gd name="connsiteX67" fmla="*/ 1851468 w 13773644"/>
                <a:gd name="connsiteY67" fmla="*/ 299647 h 2529961"/>
                <a:gd name="connsiteX68" fmla="*/ 1883189 w 13773644"/>
                <a:gd name="connsiteY68" fmla="*/ 295525 h 2529961"/>
                <a:gd name="connsiteX69" fmla="*/ 1914896 w 13773644"/>
                <a:gd name="connsiteY69" fmla="*/ 291605 h 2529961"/>
                <a:gd name="connsiteX70" fmla="*/ 1946585 w 13773644"/>
                <a:gd name="connsiteY70" fmla="*/ 287893 h 2529961"/>
                <a:gd name="connsiteX71" fmla="*/ 1978261 w 13773644"/>
                <a:gd name="connsiteY71" fmla="*/ 284395 h 2529961"/>
                <a:gd name="connsiteX72" fmla="*/ 2009920 w 13773644"/>
                <a:gd name="connsiteY72" fmla="*/ 281115 h 2529961"/>
                <a:gd name="connsiteX73" fmla="*/ 2041565 w 13773644"/>
                <a:gd name="connsiteY73" fmla="*/ 278060 h 2529961"/>
                <a:gd name="connsiteX74" fmla="*/ 2073195 w 13773644"/>
                <a:gd name="connsiteY74" fmla="*/ 275235 h 2529961"/>
                <a:gd name="connsiteX75" fmla="*/ 2104811 w 13773644"/>
                <a:gd name="connsiteY75" fmla="*/ 272644 h 2529961"/>
                <a:gd name="connsiteX76" fmla="*/ 2136412 w 13773644"/>
                <a:gd name="connsiteY76" fmla="*/ 270294 h 2529961"/>
                <a:gd name="connsiteX77" fmla="*/ 2167999 w 13773644"/>
                <a:gd name="connsiteY77" fmla="*/ 268190 h 2529961"/>
                <a:gd name="connsiteX78" fmla="*/ 2199573 w 13773644"/>
                <a:gd name="connsiteY78" fmla="*/ 266337 h 2529961"/>
                <a:gd name="connsiteX79" fmla="*/ 2231133 w 13773644"/>
                <a:gd name="connsiteY79" fmla="*/ 264741 h 2529961"/>
                <a:gd name="connsiteX80" fmla="*/ 2262679 w 13773644"/>
                <a:gd name="connsiteY80" fmla="*/ 263406 h 2529961"/>
                <a:gd name="connsiteX81" fmla="*/ 2294212 w 13773644"/>
                <a:gd name="connsiteY81" fmla="*/ 262339 h 2529961"/>
                <a:gd name="connsiteX82" fmla="*/ 2357364 w 13773644"/>
                <a:gd name="connsiteY82" fmla="*/ 261028 h 2529961"/>
                <a:gd name="connsiteX83" fmla="*/ 2388695 w 13773644"/>
                <a:gd name="connsiteY83" fmla="*/ 260805 h 2529961"/>
                <a:gd name="connsiteX84" fmla="*/ 2420099 w 13773644"/>
                <a:gd name="connsiteY84" fmla="*/ 260880 h 2529961"/>
                <a:gd name="connsiteX85" fmla="*/ 2451449 w 13773644"/>
                <a:gd name="connsiteY85" fmla="*/ 261247 h 2529961"/>
                <a:gd name="connsiteX86" fmla="*/ 2482745 w 13773644"/>
                <a:gd name="connsiteY86" fmla="*/ 261899 h 2529961"/>
                <a:gd name="connsiteX87" fmla="*/ 2513989 w 13773644"/>
                <a:gd name="connsiteY87" fmla="*/ 262833 h 2529961"/>
                <a:gd name="connsiteX88" fmla="*/ 2545184 w 13773644"/>
                <a:gd name="connsiteY88" fmla="*/ 264041 h 2529961"/>
                <a:gd name="connsiteX89" fmla="*/ 2576331 w 13773644"/>
                <a:gd name="connsiteY89" fmla="*/ 265517 h 2529961"/>
                <a:gd name="connsiteX90" fmla="*/ 2607430 w 13773644"/>
                <a:gd name="connsiteY90" fmla="*/ 267256 h 2529961"/>
                <a:gd name="connsiteX91" fmla="*/ 2638484 w 13773644"/>
                <a:gd name="connsiteY91" fmla="*/ 269251 h 2529961"/>
                <a:gd name="connsiteX92" fmla="*/ 2669495 w 13773644"/>
                <a:gd name="connsiteY92" fmla="*/ 271496 h 2529961"/>
                <a:gd name="connsiteX93" fmla="*/ 2700461 w 13773644"/>
                <a:gd name="connsiteY93" fmla="*/ 273985 h 2529961"/>
                <a:gd name="connsiteX94" fmla="*/ 2731387 w 13773644"/>
                <a:gd name="connsiteY94" fmla="*/ 276712 h 2529961"/>
                <a:gd name="connsiteX95" fmla="*/ 2762274 w 13773644"/>
                <a:gd name="connsiteY95" fmla="*/ 279672 h 2529961"/>
                <a:gd name="connsiteX96" fmla="*/ 2793122 w 13773644"/>
                <a:gd name="connsiteY96" fmla="*/ 282859 h 2529961"/>
                <a:gd name="connsiteX97" fmla="*/ 2823934 w 13773644"/>
                <a:gd name="connsiteY97" fmla="*/ 286265 h 2529961"/>
                <a:gd name="connsiteX98" fmla="*/ 2854712 w 13773644"/>
                <a:gd name="connsiteY98" fmla="*/ 289886 h 2529961"/>
                <a:gd name="connsiteX99" fmla="*/ 2885454 w 13773644"/>
                <a:gd name="connsiteY99" fmla="*/ 293713 h 2529961"/>
                <a:gd name="connsiteX100" fmla="*/ 2916164 w 13773644"/>
                <a:gd name="connsiteY100" fmla="*/ 297744 h 2529961"/>
                <a:gd name="connsiteX101" fmla="*/ 2946845 w 13773644"/>
                <a:gd name="connsiteY101" fmla="*/ 301971 h 2529961"/>
                <a:gd name="connsiteX102" fmla="*/ 2977494 w 13773644"/>
                <a:gd name="connsiteY102" fmla="*/ 306387 h 2529961"/>
                <a:gd name="connsiteX103" fmla="*/ 3008115 w 13773644"/>
                <a:gd name="connsiteY103" fmla="*/ 310987 h 2529961"/>
                <a:gd name="connsiteX104" fmla="*/ 3038711 w 13773644"/>
                <a:gd name="connsiteY104" fmla="*/ 315766 h 2529961"/>
                <a:gd name="connsiteX105" fmla="*/ 3069282 w 13773644"/>
                <a:gd name="connsiteY105" fmla="*/ 320716 h 2529961"/>
                <a:gd name="connsiteX106" fmla="*/ 3099829 w 13773644"/>
                <a:gd name="connsiteY106" fmla="*/ 325833 h 2529961"/>
                <a:gd name="connsiteX107" fmla="*/ 3130352 w 13773644"/>
                <a:gd name="connsiteY107" fmla="*/ 331108 h 2529961"/>
                <a:gd name="connsiteX108" fmla="*/ 3160856 w 13773644"/>
                <a:gd name="connsiteY108" fmla="*/ 336538 h 2529961"/>
                <a:gd name="connsiteX109" fmla="*/ 3191339 w 13773644"/>
                <a:gd name="connsiteY109" fmla="*/ 342115 h 2529961"/>
                <a:gd name="connsiteX110" fmla="*/ 3221805 w 13773644"/>
                <a:gd name="connsiteY110" fmla="*/ 347834 h 2529961"/>
                <a:gd name="connsiteX111" fmla="*/ 3252253 w 13773644"/>
                <a:gd name="connsiteY111" fmla="*/ 353688 h 2529961"/>
                <a:gd name="connsiteX112" fmla="*/ 3282687 w 13773644"/>
                <a:gd name="connsiteY112" fmla="*/ 359672 h 2529961"/>
                <a:gd name="connsiteX113" fmla="*/ 3313107 w 13773644"/>
                <a:gd name="connsiteY113" fmla="*/ 365779 h 2529961"/>
                <a:gd name="connsiteX114" fmla="*/ 3343514 w 13773644"/>
                <a:gd name="connsiteY114" fmla="*/ 372003 h 2529961"/>
                <a:gd name="connsiteX115" fmla="*/ 3373909 w 13773644"/>
                <a:gd name="connsiteY115" fmla="*/ 378339 h 2529961"/>
                <a:gd name="connsiteX116" fmla="*/ 3404295 w 13773644"/>
                <a:gd name="connsiteY116" fmla="*/ 384779 h 2529961"/>
                <a:gd name="connsiteX117" fmla="*/ 3434674 w 13773644"/>
                <a:gd name="connsiteY117" fmla="*/ 391319 h 2529961"/>
                <a:gd name="connsiteX118" fmla="*/ 3465044 w 13773644"/>
                <a:gd name="connsiteY118" fmla="*/ 397951 h 2529961"/>
                <a:gd name="connsiteX119" fmla="*/ 3495411 w 13773644"/>
                <a:gd name="connsiteY119" fmla="*/ 404671 h 2529961"/>
                <a:gd name="connsiteX120" fmla="*/ 3525772 w 13773644"/>
                <a:gd name="connsiteY120" fmla="*/ 411471 h 2529961"/>
                <a:gd name="connsiteX121" fmla="*/ 3556131 w 13773644"/>
                <a:gd name="connsiteY121" fmla="*/ 418346 h 2529961"/>
                <a:gd name="connsiteX122" fmla="*/ 3586489 w 13773644"/>
                <a:gd name="connsiteY122" fmla="*/ 425289 h 2529961"/>
                <a:gd name="connsiteX123" fmla="*/ 3616847 w 13773644"/>
                <a:gd name="connsiteY123" fmla="*/ 432294 h 2529961"/>
                <a:gd name="connsiteX124" fmla="*/ 3647206 w 13773644"/>
                <a:gd name="connsiteY124" fmla="*/ 439356 h 2529961"/>
                <a:gd name="connsiteX125" fmla="*/ 3677569 w 13773644"/>
                <a:gd name="connsiteY125" fmla="*/ 446468 h 2529961"/>
                <a:gd name="connsiteX126" fmla="*/ 3707935 w 13773644"/>
                <a:gd name="connsiteY126" fmla="*/ 453624 h 2529961"/>
                <a:gd name="connsiteX127" fmla="*/ 3738308 w 13773644"/>
                <a:gd name="connsiteY127" fmla="*/ 460818 h 2529961"/>
                <a:gd name="connsiteX128" fmla="*/ 3768687 w 13773644"/>
                <a:gd name="connsiteY128" fmla="*/ 468044 h 2529961"/>
                <a:gd name="connsiteX129" fmla="*/ 3799076 w 13773644"/>
                <a:gd name="connsiteY129" fmla="*/ 475296 h 2529961"/>
                <a:gd name="connsiteX130" fmla="*/ 3829474 w 13773644"/>
                <a:gd name="connsiteY130" fmla="*/ 482566 h 2529961"/>
                <a:gd name="connsiteX131" fmla="*/ 3859884 w 13773644"/>
                <a:gd name="connsiteY131" fmla="*/ 489851 h 2529961"/>
                <a:gd name="connsiteX132" fmla="*/ 3890306 w 13773644"/>
                <a:gd name="connsiteY132" fmla="*/ 497142 h 2529961"/>
                <a:gd name="connsiteX133" fmla="*/ 3920742 w 13773644"/>
                <a:gd name="connsiteY133" fmla="*/ 504435 h 2529961"/>
                <a:gd name="connsiteX134" fmla="*/ 3951194 w 13773644"/>
                <a:gd name="connsiteY134" fmla="*/ 511722 h 2529961"/>
                <a:gd name="connsiteX135" fmla="*/ 3981664 w 13773644"/>
                <a:gd name="connsiteY135" fmla="*/ 518998 h 2529961"/>
                <a:gd name="connsiteX136" fmla="*/ 4012152 w 13773644"/>
                <a:gd name="connsiteY136" fmla="*/ 526257 h 2529961"/>
                <a:gd name="connsiteX137" fmla="*/ 4042659 w 13773644"/>
                <a:gd name="connsiteY137" fmla="*/ 533493 h 2529961"/>
                <a:gd name="connsiteX138" fmla="*/ 4073188 w 13773644"/>
                <a:gd name="connsiteY138" fmla="*/ 540699 h 2529961"/>
                <a:gd name="connsiteX139" fmla="*/ 4103740 w 13773644"/>
                <a:gd name="connsiteY139" fmla="*/ 547869 h 2529961"/>
                <a:gd name="connsiteX140" fmla="*/ 4134315 w 13773644"/>
                <a:gd name="connsiteY140" fmla="*/ 554997 h 2529961"/>
                <a:gd name="connsiteX141" fmla="*/ 4164917 w 13773644"/>
                <a:gd name="connsiteY141" fmla="*/ 562078 h 2529961"/>
                <a:gd name="connsiteX142" fmla="*/ 4195545 w 13773644"/>
                <a:gd name="connsiteY142" fmla="*/ 569103 h 2529961"/>
                <a:gd name="connsiteX143" fmla="*/ 4226202 w 13773644"/>
                <a:gd name="connsiteY143" fmla="*/ 576068 h 2529961"/>
                <a:gd name="connsiteX144" fmla="*/ 4256888 w 13773644"/>
                <a:gd name="connsiteY144" fmla="*/ 582966 h 2529961"/>
                <a:gd name="connsiteX145" fmla="*/ 4287606 w 13773644"/>
                <a:gd name="connsiteY145" fmla="*/ 589792 h 2529961"/>
                <a:gd name="connsiteX146" fmla="*/ 4318356 w 13773644"/>
                <a:gd name="connsiteY146" fmla="*/ 596538 h 2529961"/>
                <a:gd name="connsiteX147" fmla="*/ 4349140 w 13773644"/>
                <a:gd name="connsiteY147" fmla="*/ 603199 h 2529961"/>
                <a:gd name="connsiteX148" fmla="*/ 4379959 w 13773644"/>
                <a:gd name="connsiteY148" fmla="*/ 609769 h 2529961"/>
                <a:gd name="connsiteX149" fmla="*/ 4410817 w 13773644"/>
                <a:gd name="connsiteY149" fmla="*/ 616241 h 2529961"/>
                <a:gd name="connsiteX150" fmla="*/ 4441711 w 13773644"/>
                <a:gd name="connsiteY150" fmla="*/ 622609 h 2529961"/>
                <a:gd name="connsiteX151" fmla="*/ 4472645 w 13773644"/>
                <a:gd name="connsiteY151" fmla="*/ 628867 h 2529961"/>
                <a:gd name="connsiteX152" fmla="*/ 4503622 w 13773644"/>
                <a:gd name="connsiteY152" fmla="*/ 635010 h 2529961"/>
                <a:gd name="connsiteX153" fmla="*/ 4534639 w 13773644"/>
                <a:gd name="connsiteY153" fmla="*/ 641029 h 2529961"/>
                <a:gd name="connsiteX154" fmla="*/ 4565702 w 13773644"/>
                <a:gd name="connsiteY154" fmla="*/ 646920 h 2529961"/>
                <a:gd name="connsiteX155" fmla="*/ 4596809 w 13773644"/>
                <a:gd name="connsiteY155" fmla="*/ 652676 h 2529961"/>
                <a:gd name="connsiteX156" fmla="*/ 4627964 w 13773644"/>
                <a:gd name="connsiteY156" fmla="*/ 658291 h 2529961"/>
                <a:gd name="connsiteX157" fmla="*/ 4659166 w 13773644"/>
                <a:gd name="connsiteY157" fmla="*/ 663759 h 2529961"/>
                <a:gd name="connsiteX158" fmla="*/ 4690419 w 13773644"/>
                <a:gd name="connsiteY158" fmla="*/ 669072 h 2529961"/>
                <a:gd name="connsiteX159" fmla="*/ 4721722 w 13773644"/>
                <a:gd name="connsiteY159" fmla="*/ 674227 h 2529961"/>
                <a:gd name="connsiteX160" fmla="*/ 4753078 w 13773644"/>
                <a:gd name="connsiteY160" fmla="*/ 679216 h 2529961"/>
                <a:gd name="connsiteX161" fmla="*/ 4784486 w 13773644"/>
                <a:gd name="connsiteY161" fmla="*/ 684031 h 2529961"/>
                <a:gd name="connsiteX162" fmla="*/ 4815951 w 13773644"/>
                <a:gd name="connsiteY162" fmla="*/ 688669 h 2529961"/>
                <a:gd name="connsiteX163" fmla="*/ 4847473 w 13773644"/>
                <a:gd name="connsiteY163" fmla="*/ 693122 h 2529961"/>
                <a:gd name="connsiteX164" fmla="*/ 4879051 w 13773644"/>
                <a:gd name="connsiteY164" fmla="*/ 697384 h 2529961"/>
                <a:gd name="connsiteX165" fmla="*/ 4910688 w 13773644"/>
                <a:gd name="connsiteY165" fmla="*/ 701449 h 2529961"/>
                <a:gd name="connsiteX166" fmla="*/ 4942387 w 13773644"/>
                <a:gd name="connsiteY166" fmla="*/ 705310 h 2529961"/>
                <a:gd name="connsiteX167" fmla="*/ 4974149 w 13773644"/>
                <a:gd name="connsiteY167" fmla="*/ 708962 h 2529961"/>
                <a:gd name="connsiteX168" fmla="*/ 5005973 w 13773644"/>
                <a:gd name="connsiteY168" fmla="*/ 712398 h 2529961"/>
                <a:gd name="connsiteX169" fmla="*/ 5037862 w 13773644"/>
                <a:gd name="connsiteY169" fmla="*/ 715611 h 2529961"/>
                <a:gd name="connsiteX170" fmla="*/ 5069817 w 13773644"/>
                <a:gd name="connsiteY170" fmla="*/ 718597 h 2529961"/>
                <a:gd name="connsiteX171" fmla="*/ 5101840 w 13773644"/>
                <a:gd name="connsiteY171" fmla="*/ 721347 h 2529961"/>
                <a:gd name="connsiteX172" fmla="*/ 5133933 w 13773644"/>
                <a:gd name="connsiteY172" fmla="*/ 723857 h 2529961"/>
                <a:gd name="connsiteX173" fmla="*/ 5166094 w 13773644"/>
                <a:gd name="connsiteY173" fmla="*/ 726119 h 2529961"/>
                <a:gd name="connsiteX174" fmla="*/ 5198329 w 13773644"/>
                <a:gd name="connsiteY174" fmla="*/ 728128 h 2529961"/>
                <a:gd name="connsiteX175" fmla="*/ 5230635 w 13773644"/>
                <a:gd name="connsiteY175" fmla="*/ 729877 h 2529961"/>
                <a:gd name="connsiteX176" fmla="*/ 5263016 w 13773644"/>
                <a:gd name="connsiteY176" fmla="*/ 731361 h 2529961"/>
                <a:gd name="connsiteX177" fmla="*/ 5295473 w 13773644"/>
                <a:gd name="connsiteY177" fmla="*/ 732572 h 2529961"/>
                <a:gd name="connsiteX178" fmla="*/ 5328006 w 13773644"/>
                <a:gd name="connsiteY178" fmla="*/ 733503 h 2529961"/>
                <a:gd name="connsiteX179" fmla="*/ 5360616 w 13773644"/>
                <a:gd name="connsiteY179" fmla="*/ 734152 h 2529961"/>
                <a:gd name="connsiteX180" fmla="*/ 5393309 w 13773644"/>
                <a:gd name="connsiteY180" fmla="*/ 734509 h 2529961"/>
                <a:gd name="connsiteX181" fmla="*/ 5458808 w 13773644"/>
                <a:gd name="connsiteY181" fmla="*/ 734326 h 2529961"/>
                <a:gd name="connsiteX182" fmla="*/ 5491881 w 13773644"/>
                <a:gd name="connsiteY182" fmla="*/ 733774 h 2529961"/>
                <a:gd name="connsiteX183" fmla="*/ 5524942 w 13773644"/>
                <a:gd name="connsiteY183" fmla="*/ 732922 h 2529961"/>
                <a:gd name="connsiteX184" fmla="*/ 5558113 w 13773644"/>
                <a:gd name="connsiteY184" fmla="*/ 731776 h 2529961"/>
                <a:gd name="connsiteX185" fmla="*/ 5591393 w 13773644"/>
                <a:gd name="connsiteY185" fmla="*/ 730338 h 2529961"/>
                <a:gd name="connsiteX186" fmla="*/ 5624782 w 13773644"/>
                <a:gd name="connsiteY186" fmla="*/ 728619 h 2529961"/>
                <a:gd name="connsiteX187" fmla="*/ 5658274 w 13773644"/>
                <a:gd name="connsiteY187" fmla="*/ 726623 h 2529961"/>
                <a:gd name="connsiteX188" fmla="*/ 5691864 w 13773644"/>
                <a:gd name="connsiteY188" fmla="*/ 724357 h 2529961"/>
                <a:gd name="connsiteX189" fmla="*/ 5725556 w 13773644"/>
                <a:gd name="connsiteY189" fmla="*/ 721827 h 2529961"/>
                <a:gd name="connsiteX190" fmla="*/ 5759344 w 13773644"/>
                <a:gd name="connsiteY190" fmla="*/ 719039 h 2529961"/>
                <a:gd name="connsiteX191" fmla="*/ 5793222 w 13773644"/>
                <a:gd name="connsiteY191" fmla="*/ 715999 h 2529961"/>
                <a:gd name="connsiteX192" fmla="*/ 5827191 w 13773644"/>
                <a:gd name="connsiteY192" fmla="*/ 712713 h 2529961"/>
                <a:gd name="connsiteX193" fmla="*/ 5861251 w 13773644"/>
                <a:gd name="connsiteY193" fmla="*/ 709189 h 2529961"/>
                <a:gd name="connsiteX194" fmla="*/ 5895394 w 13773644"/>
                <a:gd name="connsiteY194" fmla="*/ 705432 h 2529961"/>
                <a:gd name="connsiteX195" fmla="*/ 5929620 w 13773644"/>
                <a:gd name="connsiteY195" fmla="*/ 701448 h 2529961"/>
                <a:gd name="connsiteX196" fmla="*/ 5963926 w 13773644"/>
                <a:gd name="connsiteY196" fmla="*/ 697243 h 2529961"/>
                <a:gd name="connsiteX197" fmla="*/ 5998310 w 13773644"/>
                <a:gd name="connsiteY197" fmla="*/ 692824 h 2529961"/>
                <a:gd name="connsiteX198" fmla="*/ 6032765 w 13773644"/>
                <a:gd name="connsiteY198" fmla="*/ 688196 h 2529961"/>
                <a:gd name="connsiteX199" fmla="*/ 6067295 w 13773644"/>
                <a:gd name="connsiteY199" fmla="*/ 683366 h 2529961"/>
                <a:gd name="connsiteX200" fmla="*/ 6101894 w 13773644"/>
                <a:gd name="connsiteY200" fmla="*/ 678341 h 2529961"/>
                <a:gd name="connsiteX201" fmla="*/ 6136560 w 13773644"/>
                <a:gd name="connsiteY201" fmla="*/ 673124 h 2529961"/>
                <a:gd name="connsiteX202" fmla="*/ 6171288 w 13773644"/>
                <a:gd name="connsiteY202" fmla="*/ 667725 h 2529961"/>
                <a:gd name="connsiteX203" fmla="*/ 6206080 w 13773644"/>
                <a:gd name="connsiteY203" fmla="*/ 662149 h 2529961"/>
                <a:gd name="connsiteX204" fmla="*/ 6240930 w 13773644"/>
                <a:gd name="connsiteY204" fmla="*/ 656401 h 2529961"/>
                <a:gd name="connsiteX205" fmla="*/ 6275836 w 13773644"/>
                <a:gd name="connsiteY205" fmla="*/ 650488 h 2529961"/>
                <a:gd name="connsiteX206" fmla="*/ 6310796 w 13773644"/>
                <a:gd name="connsiteY206" fmla="*/ 644416 h 2529961"/>
                <a:gd name="connsiteX207" fmla="*/ 6345805 w 13773644"/>
                <a:gd name="connsiteY207" fmla="*/ 638190 h 2529961"/>
                <a:gd name="connsiteX208" fmla="*/ 6380862 w 13773644"/>
                <a:gd name="connsiteY208" fmla="*/ 631818 h 2529961"/>
                <a:gd name="connsiteX209" fmla="*/ 6415965 w 13773644"/>
                <a:gd name="connsiteY209" fmla="*/ 625305 h 2529961"/>
                <a:gd name="connsiteX210" fmla="*/ 6451112 w 13773644"/>
                <a:gd name="connsiteY210" fmla="*/ 618659 h 2529961"/>
                <a:gd name="connsiteX211" fmla="*/ 6486297 w 13773644"/>
                <a:gd name="connsiteY211" fmla="*/ 611883 h 2529961"/>
                <a:gd name="connsiteX212" fmla="*/ 6521520 w 13773644"/>
                <a:gd name="connsiteY212" fmla="*/ 604985 h 2529961"/>
                <a:gd name="connsiteX213" fmla="*/ 6556779 w 13773644"/>
                <a:gd name="connsiteY213" fmla="*/ 597971 h 2529961"/>
                <a:gd name="connsiteX214" fmla="*/ 6592067 w 13773644"/>
                <a:gd name="connsiteY214" fmla="*/ 590847 h 2529961"/>
                <a:gd name="connsiteX215" fmla="*/ 6627386 w 13773644"/>
                <a:gd name="connsiteY215" fmla="*/ 583620 h 2529961"/>
                <a:gd name="connsiteX216" fmla="*/ 6662732 w 13773644"/>
                <a:gd name="connsiteY216" fmla="*/ 576294 h 2529961"/>
                <a:gd name="connsiteX217" fmla="*/ 6698100 w 13773644"/>
                <a:gd name="connsiteY217" fmla="*/ 568877 h 2529961"/>
                <a:gd name="connsiteX218" fmla="*/ 6733491 w 13773644"/>
                <a:gd name="connsiteY218" fmla="*/ 561374 h 2529961"/>
                <a:gd name="connsiteX219" fmla="*/ 6768900 w 13773644"/>
                <a:gd name="connsiteY219" fmla="*/ 553792 h 2529961"/>
                <a:gd name="connsiteX220" fmla="*/ 6804324 w 13773644"/>
                <a:gd name="connsiteY220" fmla="*/ 546136 h 2529961"/>
                <a:gd name="connsiteX221" fmla="*/ 6839761 w 13773644"/>
                <a:gd name="connsiteY221" fmla="*/ 538414 h 2529961"/>
                <a:gd name="connsiteX222" fmla="*/ 6875208 w 13773644"/>
                <a:gd name="connsiteY222" fmla="*/ 530630 h 2529961"/>
                <a:gd name="connsiteX223" fmla="*/ 6910663 w 13773644"/>
                <a:gd name="connsiteY223" fmla="*/ 522792 h 2529961"/>
                <a:gd name="connsiteX224" fmla="*/ 6946123 w 13773644"/>
                <a:gd name="connsiteY224" fmla="*/ 514904 h 2529961"/>
                <a:gd name="connsiteX225" fmla="*/ 6981585 w 13773644"/>
                <a:gd name="connsiteY225" fmla="*/ 506974 h 2529961"/>
                <a:gd name="connsiteX226" fmla="*/ 7017047 w 13773644"/>
                <a:gd name="connsiteY226" fmla="*/ 499007 h 2529961"/>
                <a:gd name="connsiteX227" fmla="*/ 7052505 w 13773644"/>
                <a:gd name="connsiteY227" fmla="*/ 491009 h 2529961"/>
                <a:gd name="connsiteX228" fmla="*/ 7087956 w 13773644"/>
                <a:gd name="connsiteY228" fmla="*/ 482987 h 2529961"/>
                <a:gd name="connsiteX229" fmla="*/ 7123400 w 13773644"/>
                <a:gd name="connsiteY229" fmla="*/ 474946 h 2529961"/>
                <a:gd name="connsiteX230" fmla="*/ 7158831 w 13773644"/>
                <a:gd name="connsiteY230" fmla="*/ 466894 h 2529961"/>
                <a:gd name="connsiteX231" fmla="*/ 7194249 w 13773644"/>
                <a:gd name="connsiteY231" fmla="*/ 458835 h 2529961"/>
                <a:gd name="connsiteX232" fmla="*/ 7229648 w 13773644"/>
                <a:gd name="connsiteY232" fmla="*/ 450776 h 2529961"/>
                <a:gd name="connsiteX233" fmla="*/ 7265029 w 13773644"/>
                <a:gd name="connsiteY233" fmla="*/ 442723 h 2529961"/>
                <a:gd name="connsiteX234" fmla="*/ 7300387 w 13773644"/>
                <a:gd name="connsiteY234" fmla="*/ 434683 h 2529961"/>
                <a:gd name="connsiteX235" fmla="*/ 7335719 w 13773644"/>
                <a:gd name="connsiteY235" fmla="*/ 426660 h 2529961"/>
                <a:gd name="connsiteX236" fmla="*/ 7371024 w 13773644"/>
                <a:gd name="connsiteY236" fmla="*/ 418662 h 2529961"/>
                <a:gd name="connsiteX237" fmla="*/ 7406299 w 13773644"/>
                <a:gd name="connsiteY237" fmla="*/ 410694 h 2529961"/>
                <a:gd name="connsiteX238" fmla="*/ 7441538 w 13773644"/>
                <a:gd name="connsiteY238" fmla="*/ 402763 h 2529961"/>
                <a:gd name="connsiteX239" fmla="*/ 7476742 w 13773644"/>
                <a:gd name="connsiteY239" fmla="*/ 394874 h 2529961"/>
                <a:gd name="connsiteX240" fmla="*/ 7511907 w 13773644"/>
                <a:gd name="connsiteY240" fmla="*/ 387034 h 2529961"/>
                <a:gd name="connsiteX241" fmla="*/ 7547030 w 13773644"/>
                <a:gd name="connsiteY241" fmla="*/ 379249 h 2529961"/>
                <a:gd name="connsiteX242" fmla="*/ 7582109 w 13773644"/>
                <a:gd name="connsiteY242" fmla="*/ 371525 h 2529961"/>
                <a:gd name="connsiteX243" fmla="*/ 7617139 w 13773644"/>
                <a:gd name="connsiteY243" fmla="*/ 363868 h 2529961"/>
                <a:gd name="connsiteX244" fmla="*/ 7652119 w 13773644"/>
                <a:gd name="connsiteY244" fmla="*/ 356283 h 2529961"/>
                <a:gd name="connsiteX245" fmla="*/ 7687047 w 13773644"/>
                <a:gd name="connsiteY245" fmla="*/ 348778 h 2529961"/>
                <a:gd name="connsiteX246" fmla="*/ 7721919 w 13773644"/>
                <a:gd name="connsiteY246" fmla="*/ 341358 h 2529961"/>
                <a:gd name="connsiteX247" fmla="*/ 7756732 w 13773644"/>
                <a:gd name="connsiteY247" fmla="*/ 334029 h 2529961"/>
                <a:gd name="connsiteX248" fmla="*/ 7791484 w 13773644"/>
                <a:gd name="connsiteY248" fmla="*/ 326798 h 2529961"/>
                <a:gd name="connsiteX249" fmla="*/ 7826173 w 13773644"/>
                <a:gd name="connsiteY249" fmla="*/ 319670 h 2529961"/>
                <a:gd name="connsiteX250" fmla="*/ 7860793 w 13773644"/>
                <a:gd name="connsiteY250" fmla="*/ 312651 h 2529961"/>
                <a:gd name="connsiteX251" fmla="*/ 7895345 w 13773644"/>
                <a:gd name="connsiteY251" fmla="*/ 305748 h 2529961"/>
                <a:gd name="connsiteX252" fmla="*/ 7929823 w 13773644"/>
                <a:gd name="connsiteY252" fmla="*/ 298966 h 2529961"/>
                <a:gd name="connsiteX253" fmla="*/ 7964225 w 13773644"/>
                <a:gd name="connsiteY253" fmla="*/ 292313 h 2529961"/>
                <a:gd name="connsiteX254" fmla="*/ 7998552 w 13773644"/>
                <a:gd name="connsiteY254" fmla="*/ 285793 h 2529961"/>
                <a:gd name="connsiteX255" fmla="*/ 8032795 w 13773644"/>
                <a:gd name="connsiteY255" fmla="*/ 279413 h 2529961"/>
                <a:gd name="connsiteX256" fmla="*/ 8066955 w 13773644"/>
                <a:gd name="connsiteY256" fmla="*/ 273178 h 2529961"/>
                <a:gd name="connsiteX257" fmla="*/ 8101028 w 13773644"/>
                <a:gd name="connsiteY257" fmla="*/ 267096 h 2529961"/>
                <a:gd name="connsiteX258" fmla="*/ 8135012 w 13773644"/>
                <a:gd name="connsiteY258" fmla="*/ 261171 h 2529961"/>
                <a:gd name="connsiteX259" fmla="*/ 8168903 w 13773644"/>
                <a:gd name="connsiteY259" fmla="*/ 255411 h 2529961"/>
                <a:gd name="connsiteX260" fmla="*/ 8202700 w 13773644"/>
                <a:gd name="connsiteY260" fmla="*/ 249820 h 2529961"/>
                <a:gd name="connsiteX261" fmla="*/ 8236398 w 13773644"/>
                <a:gd name="connsiteY261" fmla="*/ 244405 h 2529961"/>
                <a:gd name="connsiteX262" fmla="*/ 8269996 w 13773644"/>
                <a:gd name="connsiteY262" fmla="*/ 239174 h 2529961"/>
                <a:gd name="connsiteX263" fmla="*/ 8303490 w 13773644"/>
                <a:gd name="connsiteY263" fmla="*/ 234130 h 2529961"/>
                <a:gd name="connsiteX264" fmla="*/ 8336878 w 13773644"/>
                <a:gd name="connsiteY264" fmla="*/ 229280 h 2529961"/>
                <a:gd name="connsiteX265" fmla="*/ 8370156 w 13773644"/>
                <a:gd name="connsiteY265" fmla="*/ 224630 h 2529961"/>
                <a:gd name="connsiteX266" fmla="*/ 8403321 w 13773644"/>
                <a:gd name="connsiteY266" fmla="*/ 220186 h 2529961"/>
                <a:gd name="connsiteX267" fmla="*/ 8436371 w 13773644"/>
                <a:gd name="connsiteY267" fmla="*/ 215955 h 2529961"/>
                <a:gd name="connsiteX268" fmla="*/ 8469305 w 13773644"/>
                <a:gd name="connsiteY268" fmla="*/ 211942 h 2529961"/>
                <a:gd name="connsiteX269" fmla="*/ 8502116 w 13773644"/>
                <a:gd name="connsiteY269" fmla="*/ 208152 h 2529961"/>
                <a:gd name="connsiteX270" fmla="*/ 8534803 w 13773644"/>
                <a:gd name="connsiteY270" fmla="*/ 204593 h 2529961"/>
                <a:gd name="connsiteX271" fmla="*/ 8567366 w 13773644"/>
                <a:gd name="connsiteY271" fmla="*/ 201271 h 2529961"/>
                <a:gd name="connsiteX272" fmla="*/ 8599798 w 13773644"/>
                <a:gd name="connsiteY272" fmla="*/ 198190 h 2529961"/>
                <a:gd name="connsiteX273" fmla="*/ 8632098 w 13773644"/>
                <a:gd name="connsiteY273" fmla="*/ 195358 h 2529961"/>
                <a:gd name="connsiteX274" fmla="*/ 8664263 w 13773644"/>
                <a:gd name="connsiteY274" fmla="*/ 192780 h 2529961"/>
                <a:gd name="connsiteX275" fmla="*/ 8696290 w 13773644"/>
                <a:gd name="connsiteY275" fmla="*/ 190461 h 2529961"/>
                <a:gd name="connsiteX276" fmla="*/ 8728175 w 13773644"/>
                <a:gd name="connsiteY276" fmla="*/ 188409 h 2529961"/>
                <a:gd name="connsiteX277" fmla="*/ 8759916 w 13773644"/>
                <a:gd name="connsiteY277" fmla="*/ 186628 h 2529961"/>
                <a:gd name="connsiteX278" fmla="*/ 8791513 w 13773644"/>
                <a:gd name="connsiteY278" fmla="*/ 185126 h 2529961"/>
                <a:gd name="connsiteX279" fmla="*/ 8822956 w 13773644"/>
                <a:gd name="connsiteY279" fmla="*/ 183906 h 2529961"/>
                <a:gd name="connsiteX280" fmla="*/ 8885522 w 13773644"/>
                <a:gd name="connsiteY280" fmla="*/ 182341 h 2529961"/>
                <a:gd name="connsiteX281" fmla="*/ 8916341 w 13773644"/>
                <a:gd name="connsiteY281" fmla="*/ 182015 h 2529961"/>
                <a:gd name="connsiteX282" fmla="*/ 8947093 w 13773644"/>
                <a:gd name="connsiteY282" fmla="*/ 181995 h 2529961"/>
                <a:gd name="connsiteX283" fmla="*/ 8977653 w 13773644"/>
                <a:gd name="connsiteY283" fmla="*/ 182277 h 2529961"/>
                <a:gd name="connsiteX284" fmla="*/ 9008020 w 13773644"/>
                <a:gd name="connsiteY284" fmla="*/ 182853 h 2529961"/>
                <a:gd name="connsiteX285" fmla="*/ 9038205 w 13773644"/>
                <a:gd name="connsiteY285" fmla="*/ 183719 h 2529961"/>
                <a:gd name="connsiteX286" fmla="*/ 9068210 w 13773644"/>
                <a:gd name="connsiteY286" fmla="*/ 184868 h 2529961"/>
                <a:gd name="connsiteX287" fmla="*/ 9098037 w 13773644"/>
                <a:gd name="connsiteY287" fmla="*/ 186292 h 2529961"/>
                <a:gd name="connsiteX288" fmla="*/ 9127694 w 13773644"/>
                <a:gd name="connsiteY288" fmla="*/ 187986 h 2529961"/>
                <a:gd name="connsiteX289" fmla="*/ 9157185 w 13773644"/>
                <a:gd name="connsiteY289" fmla="*/ 189943 h 2529961"/>
                <a:gd name="connsiteX290" fmla="*/ 9186514 w 13773644"/>
                <a:gd name="connsiteY290" fmla="*/ 192157 h 2529961"/>
                <a:gd name="connsiteX291" fmla="*/ 9215682 w 13773644"/>
                <a:gd name="connsiteY291" fmla="*/ 194620 h 2529961"/>
                <a:gd name="connsiteX292" fmla="*/ 9244700 w 13773644"/>
                <a:gd name="connsiteY292" fmla="*/ 197330 h 2529961"/>
                <a:gd name="connsiteX293" fmla="*/ 9273571 w 13773644"/>
                <a:gd name="connsiteY293" fmla="*/ 200276 h 2529961"/>
                <a:gd name="connsiteX294" fmla="*/ 9302297 w 13773644"/>
                <a:gd name="connsiteY294" fmla="*/ 203454 h 2529961"/>
                <a:gd name="connsiteX295" fmla="*/ 9330884 w 13773644"/>
                <a:gd name="connsiteY295" fmla="*/ 206857 h 2529961"/>
                <a:gd name="connsiteX296" fmla="*/ 9359338 w 13773644"/>
                <a:gd name="connsiteY296" fmla="*/ 210479 h 2529961"/>
                <a:gd name="connsiteX297" fmla="*/ 9387658 w 13773644"/>
                <a:gd name="connsiteY297" fmla="*/ 214312 h 2529961"/>
                <a:gd name="connsiteX298" fmla="*/ 9415856 w 13773644"/>
                <a:gd name="connsiteY298" fmla="*/ 218351 h 2529961"/>
                <a:gd name="connsiteX299" fmla="*/ 9443934 w 13773644"/>
                <a:gd name="connsiteY299" fmla="*/ 222591 h 2529961"/>
                <a:gd name="connsiteX300" fmla="*/ 9471892 w 13773644"/>
                <a:gd name="connsiteY300" fmla="*/ 227023 h 2529961"/>
                <a:gd name="connsiteX301" fmla="*/ 9499740 w 13773644"/>
                <a:gd name="connsiteY301" fmla="*/ 231642 h 2529961"/>
                <a:gd name="connsiteX302" fmla="*/ 9527482 w 13773644"/>
                <a:gd name="connsiteY302" fmla="*/ 236443 h 2529961"/>
                <a:gd name="connsiteX303" fmla="*/ 9555120 w 13773644"/>
                <a:gd name="connsiteY303" fmla="*/ 241417 h 2529961"/>
                <a:gd name="connsiteX304" fmla="*/ 9582661 w 13773644"/>
                <a:gd name="connsiteY304" fmla="*/ 246559 h 2529961"/>
                <a:gd name="connsiteX305" fmla="*/ 9610108 w 13773644"/>
                <a:gd name="connsiteY305" fmla="*/ 251863 h 2529961"/>
                <a:gd name="connsiteX306" fmla="*/ 9637464 w 13773644"/>
                <a:gd name="connsiteY306" fmla="*/ 257321 h 2529961"/>
                <a:gd name="connsiteX307" fmla="*/ 9664737 w 13773644"/>
                <a:gd name="connsiteY307" fmla="*/ 262928 h 2529961"/>
                <a:gd name="connsiteX308" fmla="*/ 9691929 w 13773644"/>
                <a:gd name="connsiteY308" fmla="*/ 268678 h 2529961"/>
                <a:gd name="connsiteX309" fmla="*/ 9719045 w 13773644"/>
                <a:gd name="connsiteY309" fmla="*/ 274563 h 2529961"/>
                <a:gd name="connsiteX310" fmla="*/ 9746090 w 13773644"/>
                <a:gd name="connsiteY310" fmla="*/ 280578 h 2529961"/>
                <a:gd name="connsiteX311" fmla="*/ 9773068 w 13773644"/>
                <a:gd name="connsiteY311" fmla="*/ 286716 h 2529961"/>
                <a:gd name="connsiteX312" fmla="*/ 9799984 w 13773644"/>
                <a:gd name="connsiteY312" fmla="*/ 292972 h 2529961"/>
                <a:gd name="connsiteX313" fmla="*/ 9826842 w 13773644"/>
                <a:gd name="connsiteY313" fmla="*/ 299337 h 2529961"/>
                <a:gd name="connsiteX314" fmla="*/ 9853646 w 13773644"/>
                <a:gd name="connsiteY314" fmla="*/ 305807 h 2529961"/>
                <a:gd name="connsiteX315" fmla="*/ 9880400 w 13773644"/>
                <a:gd name="connsiteY315" fmla="*/ 312374 h 2529961"/>
                <a:gd name="connsiteX316" fmla="*/ 9907110 w 13773644"/>
                <a:gd name="connsiteY316" fmla="*/ 319033 h 2529961"/>
                <a:gd name="connsiteX317" fmla="*/ 9933782 w 13773644"/>
                <a:gd name="connsiteY317" fmla="*/ 325776 h 2529961"/>
                <a:gd name="connsiteX318" fmla="*/ 9960416 w 13773644"/>
                <a:gd name="connsiteY318" fmla="*/ 332597 h 2529961"/>
                <a:gd name="connsiteX319" fmla="*/ 9987019 w 13773644"/>
                <a:gd name="connsiteY319" fmla="*/ 339491 h 2529961"/>
                <a:gd name="connsiteX320" fmla="*/ 10013595 w 13773644"/>
                <a:gd name="connsiteY320" fmla="*/ 346449 h 2529961"/>
                <a:gd name="connsiteX321" fmla="*/ 10040150 w 13773644"/>
                <a:gd name="connsiteY321" fmla="*/ 353468 h 2529961"/>
                <a:gd name="connsiteX322" fmla="*/ 10066684 w 13773644"/>
                <a:gd name="connsiteY322" fmla="*/ 360538 h 2529961"/>
                <a:gd name="connsiteX323" fmla="*/ 10093207 w 13773644"/>
                <a:gd name="connsiteY323" fmla="*/ 367655 h 2529961"/>
                <a:gd name="connsiteX324" fmla="*/ 10119719 w 13773644"/>
                <a:gd name="connsiteY324" fmla="*/ 374811 h 2529961"/>
                <a:gd name="connsiteX325" fmla="*/ 10146228 w 13773644"/>
                <a:gd name="connsiteY325" fmla="*/ 382002 h 2529961"/>
                <a:gd name="connsiteX326" fmla="*/ 10172734 w 13773644"/>
                <a:gd name="connsiteY326" fmla="*/ 389218 h 2529961"/>
                <a:gd name="connsiteX327" fmla="*/ 10199245 w 13773644"/>
                <a:gd name="connsiteY327" fmla="*/ 396454 h 2529961"/>
                <a:gd name="connsiteX328" fmla="*/ 10225765 w 13773644"/>
                <a:gd name="connsiteY328" fmla="*/ 403705 h 2529961"/>
                <a:gd name="connsiteX329" fmla="*/ 10252299 w 13773644"/>
                <a:gd name="connsiteY329" fmla="*/ 410963 h 2529961"/>
                <a:gd name="connsiteX330" fmla="*/ 10278847 w 13773644"/>
                <a:gd name="connsiteY330" fmla="*/ 418222 h 2529961"/>
                <a:gd name="connsiteX331" fmla="*/ 10305417 w 13773644"/>
                <a:gd name="connsiteY331" fmla="*/ 425473 h 2529961"/>
                <a:gd name="connsiteX332" fmla="*/ 10332014 w 13773644"/>
                <a:gd name="connsiteY332" fmla="*/ 432714 h 2529961"/>
                <a:gd name="connsiteX333" fmla="*/ 10358643 w 13773644"/>
                <a:gd name="connsiteY333" fmla="*/ 439936 h 2529961"/>
                <a:gd name="connsiteX334" fmla="*/ 10385303 w 13773644"/>
                <a:gd name="connsiteY334" fmla="*/ 447132 h 2529961"/>
                <a:gd name="connsiteX335" fmla="*/ 10412005 w 13773644"/>
                <a:gd name="connsiteY335" fmla="*/ 454297 h 2529961"/>
                <a:gd name="connsiteX336" fmla="*/ 10438748 w 13773644"/>
                <a:gd name="connsiteY336" fmla="*/ 461423 h 2529961"/>
                <a:gd name="connsiteX337" fmla="*/ 10465541 w 13773644"/>
                <a:gd name="connsiteY337" fmla="*/ 468505 h 2529961"/>
                <a:gd name="connsiteX338" fmla="*/ 10492386 w 13773644"/>
                <a:gd name="connsiteY338" fmla="*/ 475535 h 2529961"/>
                <a:gd name="connsiteX339" fmla="*/ 10519286 w 13773644"/>
                <a:gd name="connsiteY339" fmla="*/ 482506 h 2529961"/>
                <a:gd name="connsiteX340" fmla="*/ 10546249 w 13773644"/>
                <a:gd name="connsiteY340" fmla="*/ 489414 h 2529961"/>
                <a:gd name="connsiteX341" fmla="*/ 10573276 w 13773644"/>
                <a:gd name="connsiteY341" fmla="*/ 496250 h 2529961"/>
                <a:gd name="connsiteX342" fmla="*/ 10600373 w 13773644"/>
                <a:gd name="connsiteY342" fmla="*/ 503008 h 2529961"/>
                <a:gd name="connsiteX343" fmla="*/ 10627544 w 13773644"/>
                <a:gd name="connsiteY343" fmla="*/ 509682 h 2529961"/>
                <a:gd name="connsiteX344" fmla="*/ 10654793 w 13773644"/>
                <a:gd name="connsiteY344" fmla="*/ 516265 h 2529961"/>
                <a:gd name="connsiteX345" fmla="*/ 10682126 w 13773644"/>
                <a:gd name="connsiteY345" fmla="*/ 522751 h 2529961"/>
                <a:gd name="connsiteX346" fmla="*/ 10709545 w 13773644"/>
                <a:gd name="connsiteY346" fmla="*/ 529132 h 2529961"/>
                <a:gd name="connsiteX347" fmla="*/ 10737056 w 13773644"/>
                <a:gd name="connsiteY347" fmla="*/ 535403 h 2529961"/>
                <a:gd name="connsiteX348" fmla="*/ 10764663 w 13773644"/>
                <a:gd name="connsiteY348" fmla="*/ 541556 h 2529961"/>
                <a:gd name="connsiteX349" fmla="*/ 10792369 w 13773644"/>
                <a:gd name="connsiteY349" fmla="*/ 547586 h 2529961"/>
                <a:gd name="connsiteX350" fmla="*/ 10820179 w 13773644"/>
                <a:gd name="connsiteY350" fmla="*/ 553484 h 2529961"/>
                <a:gd name="connsiteX351" fmla="*/ 10848099 w 13773644"/>
                <a:gd name="connsiteY351" fmla="*/ 559246 h 2529961"/>
                <a:gd name="connsiteX352" fmla="*/ 10876132 w 13773644"/>
                <a:gd name="connsiteY352" fmla="*/ 564863 h 2529961"/>
                <a:gd name="connsiteX353" fmla="*/ 10904283 w 13773644"/>
                <a:gd name="connsiteY353" fmla="*/ 570331 h 2529961"/>
                <a:gd name="connsiteX354" fmla="*/ 10932553 w 13773644"/>
                <a:gd name="connsiteY354" fmla="*/ 575641 h 2529961"/>
                <a:gd name="connsiteX355" fmla="*/ 10960951 w 13773644"/>
                <a:gd name="connsiteY355" fmla="*/ 580788 h 2529961"/>
                <a:gd name="connsiteX356" fmla="*/ 10989478 w 13773644"/>
                <a:gd name="connsiteY356" fmla="*/ 585764 h 2529961"/>
                <a:gd name="connsiteX357" fmla="*/ 11018141 w 13773644"/>
                <a:gd name="connsiteY357" fmla="*/ 590564 h 2529961"/>
                <a:gd name="connsiteX358" fmla="*/ 11046942 w 13773644"/>
                <a:gd name="connsiteY358" fmla="*/ 595179 h 2529961"/>
                <a:gd name="connsiteX359" fmla="*/ 11075886 w 13773644"/>
                <a:gd name="connsiteY359" fmla="*/ 599605 h 2529961"/>
                <a:gd name="connsiteX360" fmla="*/ 11104978 w 13773644"/>
                <a:gd name="connsiteY360" fmla="*/ 603834 h 2529961"/>
                <a:gd name="connsiteX361" fmla="*/ 11134220 w 13773644"/>
                <a:gd name="connsiteY361" fmla="*/ 607859 h 2529961"/>
                <a:gd name="connsiteX362" fmla="*/ 11163619 w 13773644"/>
                <a:gd name="connsiteY362" fmla="*/ 611674 h 2529961"/>
                <a:gd name="connsiteX363" fmla="*/ 11193179 w 13773644"/>
                <a:gd name="connsiteY363" fmla="*/ 615273 h 2529961"/>
                <a:gd name="connsiteX364" fmla="*/ 11222902 w 13773644"/>
                <a:gd name="connsiteY364" fmla="*/ 618648 h 2529961"/>
                <a:gd name="connsiteX365" fmla="*/ 11252793 w 13773644"/>
                <a:gd name="connsiteY365" fmla="*/ 621792 h 2529961"/>
                <a:gd name="connsiteX366" fmla="*/ 11282857 w 13773644"/>
                <a:gd name="connsiteY366" fmla="*/ 624701 h 2529961"/>
                <a:gd name="connsiteX367" fmla="*/ 11313099 w 13773644"/>
                <a:gd name="connsiteY367" fmla="*/ 627367 h 2529961"/>
                <a:gd name="connsiteX368" fmla="*/ 11343522 w 13773644"/>
                <a:gd name="connsiteY368" fmla="*/ 629782 h 2529961"/>
                <a:gd name="connsiteX369" fmla="*/ 11374129 w 13773644"/>
                <a:gd name="connsiteY369" fmla="*/ 631941 h 2529961"/>
                <a:gd name="connsiteX370" fmla="*/ 11404927 w 13773644"/>
                <a:gd name="connsiteY370" fmla="*/ 633837 h 2529961"/>
                <a:gd name="connsiteX371" fmla="*/ 11435919 w 13773644"/>
                <a:gd name="connsiteY371" fmla="*/ 635464 h 2529961"/>
                <a:gd name="connsiteX372" fmla="*/ 11467107 w 13773644"/>
                <a:gd name="connsiteY372" fmla="*/ 636814 h 2529961"/>
                <a:gd name="connsiteX373" fmla="*/ 11498498 w 13773644"/>
                <a:gd name="connsiteY373" fmla="*/ 637882 h 2529961"/>
                <a:gd name="connsiteX374" fmla="*/ 11530097 w 13773644"/>
                <a:gd name="connsiteY374" fmla="*/ 638660 h 2529961"/>
                <a:gd name="connsiteX375" fmla="*/ 11561906 w 13773644"/>
                <a:gd name="connsiteY375" fmla="*/ 639142 h 2529961"/>
                <a:gd name="connsiteX376" fmla="*/ 11593928 w 13773644"/>
                <a:gd name="connsiteY376" fmla="*/ 639321 h 2529961"/>
                <a:gd name="connsiteX377" fmla="*/ 11626171 w 13773644"/>
                <a:gd name="connsiteY377" fmla="*/ 639192 h 2529961"/>
                <a:gd name="connsiteX378" fmla="*/ 11658634 w 13773644"/>
                <a:gd name="connsiteY378" fmla="*/ 638747 h 2529961"/>
                <a:gd name="connsiteX379" fmla="*/ 11724120 w 13773644"/>
                <a:gd name="connsiteY379" fmla="*/ 636890 h 2529961"/>
                <a:gd name="connsiteX380" fmla="*/ 11757011 w 13773644"/>
                <a:gd name="connsiteY380" fmla="*/ 635448 h 2529961"/>
                <a:gd name="connsiteX381" fmla="*/ 11789081 w 13773644"/>
                <a:gd name="connsiteY381" fmla="*/ 633675 h 2529961"/>
                <a:gd name="connsiteX382" fmla="*/ 11820496 w 13773644"/>
                <a:gd name="connsiteY382" fmla="*/ 631571 h 2529961"/>
                <a:gd name="connsiteX383" fmla="*/ 11851267 w 13773644"/>
                <a:gd name="connsiteY383" fmla="*/ 629141 h 2529961"/>
                <a:gd name="connsiteX384" fmla="*/ 11881414 w 13773644"/>
                <a:gd name="connsiteY384" fmla="*/ 626395 h 2529961"/>
                <a:gd name="connsiteX385" fmla="*/ 11910949 w 13773644"/>
                <a:gd name="connsiteY385" fmla="*/ 623339 h 2529961"/>
                <a:gd name="connsiteX386" fmla="*/ 11939887 w 13773644"/>
                <a:gd name="connsiteY386" fmla="*/ 619980 h 2529961"/>
                <a:gd name="connsiteX387" fmla="*/ 11968243 w 13773644"/>
                <a:gd name="connsiteY387" fmla="*/ 616325 h 2529961"/>
                <a:gd name="connsiteX388" fmla="*/ 11996029 w 13773644"/>
                <a:gd name="connsiteY388" fmla="*/ 612380 h 2529961"/>
                <a:gd name="connsiteX389" fmla="*/ 12023263 w 13773644"/>
                <a:gd name="connsiteY389" fmla="*/ 608153 h 2529961"/>
                <a:gd name="connsiteX390" fmla="*/ 12049952 w 13773644"/>
                <a:gd name="connsiteY390" fmla="*/ 603649 h 2529961"/>
                <a:gd name="connsiteX391" fmla="*/ 12076118 w 13773644"/>
                <a:gd name="connsiteY391" fmla="*/ 598880 h 2529961"/>
                <a:gd name="connsiteX392" fmla="*/ 12101773 w 13773644"/>
                <a:gd name="connsiteY392" fmla="*/ 593848 h 2529961"/>
                <a:gd name="connsiteX393" fmla="*/ 12126931 w 13773644"/>
                <a:gd name="connsiteY393" fmla="*/ 588564 h 2529961"/>
                <a:gd name="connsiteX394" fmla="*/ 12151607 w 13773644"/>
                <a:gd name="connsiteY394" fmla="*/ 583033 h 2529961"/>
                <a:gd name="connsiteX395" fmla="*/ 12175814 w 13773644"/>
                <a:gd name="connsiteY395" fmla="*/ 577262 h 2529961"/>
                <a:gd name="connsiteX396" fmla="*/ 12199560 w 13773644"/>
                <a:gd name="connsiteY396" fmla="*/ 571260 h 2529961"/>
                <a:gd name="connsiteX397" fmla="*/ 12222871 w 13773644"/>
                <a:gd name="connsiteY397" fmla="*/ 565033 h 2529961"/>
                <a:gd name="connsiteX398" fmla="*/ 12245754 w 13773644"/>
                <a:gd name="connsiteY398" fmla="*/ 558588 h 2529961"/>
                <a:gd name="connsiteX399" fmla="*/ 12268221 w 13773644"/>
                <a:gd name="connsiteY399" fmla="*/ 551934 h 2529961"/>
                <a:gd name="connsiteX400" fmla="*/ 12290292 w 13773644"/>
                <a:gd name="connsiteY400" fmla="*/ 545079 h 2529961"/>
                <a:gd name="connsiteX401" fmla="*/ 12311977 w 13773644"/>
                <a:gd name="connsiteY401" fmla="*/ 538028 h 2529961"/>
                <a:gd name="connsiteX402" fmla="*/ 12333293 w 13773644"/>
                <a:gd name="connsiteY402" fmla="*/ 530791 h 2529961"/>
                <a:gd name="connsiteX403" fmla="*/ 12354252 w 13773644"/>
                <a:gd name="connsiteY403" fmla="*/ 523374 h 2529961"/>
                <a:gd name="connsiteX404" fmla="*/ 12374865 w 13773644"/>
                <a:gd name="connsiteY404" fmla="*/ 515785 h 2529961"/>
                <a:gd name="connsiteX405" fmla="*/ 12395152 w 13773644"/>
                <a:gd name="connsiteY405" fmla="*/ 508032 h 2529961"/>
                <a:gd name="connsiteX406" fmla="*/ 12415122 w 13773644"/>
                <a:gd name="connsiteY406" fmla="*/ 500122 h 2529961"/>
                <a:gd name="connsiteX407" fmla="*/ 12434793 w 13773644"/>
                <a:gd name="connsiteY407" fmla="*/ 492064 h 2529961"/>
                <a:gd name="connsiteX408" fmla="*/ 12454177 w 13773644"/>
                <a:gd name="connsiteY408" fmla="*/ 483866 h 2529961"/>
                <a:gd name="connsiteX409" fmla="*/ 12473289 w 13773644"/>
                <a:gd name="connsiteY409" fmla="*/ 475534 h 2529961"/>
                <a:gd name="connsiteX410" fmla="*/ 12492142 w 13773644"/>
                <a:gd name="connsiteY410" fmla="*/ 467078 h 2529961"/>
                <a:gd name="connsiteX411" fmla="*/ 12510751 w 13773644"/>
                <a:gd name="connsiteY411" fmla="*/ 458503 h 2529961"/>
                <a:gd name="connsiteX412" fmla="*/ 12529130 w 13773644"/>
                <a:gd name="connsiteY412" fmla="*/ 449820 h 2529961"/>
                <a:gd name="connsiteX413" fmla="*/ 12547295 w 13773644"/>
                <a:gd name="connsiteY413" fmla="*/ 441034 h 2529961"/>
                <a:gd name="connsiteX414" fmla="*/ 12565257 w 13773644"/>
                <a:gd name="connsiteY414" fmla="*/ 432154 h 2529961"/>
                <a:gd name="connsiteX415" fmla="*/ 12583035 w 13773644"/>
                <a:gd name="connsiteY415" fmla="*/ 423188 h 2529961"/>
                <a:gd name="connsiteX416" fmla="*/ 12600641 w 13773644"/>
                <a:gd name="connsiteY416" fmla="*/ 414144 h 2529961"/>
                <a:gd name="connsiteX417" fmla="*/ 12618086 w 13773644"/>
                <a:gd name="connsiteY417" fmla="*/ 405028 h 2529961"/>
                <a:gd name="connsiteX418" fmla="*/ 12635390 w 13773644"/>
                <a:gd name="connsiteY418" fmla="*/ 395850 h 2529961"/>
                <a:gd name="connsiteX419" fmla="*/ 12652568 w 13773644"/>
                <a:gd name="connsiteY419" fmla="*/ 386615 h 2529961"/>
                <a:gd name="connsiteX420" fmla="*/ 12669630 w 13773644"/>
                <a:gd name="connsiteY420" fmla="*/ 377333 h 2529961"/>
                <a:gd name="connsiteX421" fmla="*/ 12686593 w 13773644"/>
                <a:gd name="connsiteY421" fmla="*/ 368009 h 2529961"/>
                <a:gd name="connsiteX422" fmla="*/ 12703470 w 13773644"/>
                <a:gd name="connsiteY422" fmla="*/ 358653 h 2529961"/>
                <a:gd name="connsiteX423" fmla="*/ 12720280 w 13773644"/>
                <a:gd name="connsiteY423" fmla="*/ 349270 h 2529961"/>
                <a:gd name="connsiteX424" fmla="*/ 12737032 w 13773644"/>
                <a:gd name="connsiteY424" fmla="*/ 339869 h 2529961"/>
                <a:gd name="connsiteX425" fmla="*/ 12753745 w 13773644"/>
                <a:gd name="connsiteY425" fmla="*/ 330457 h 2529961"/>
                <a:gd name="connsiteX426" fmla="*/ 12770434 w 13773644"/>
                <a:gd name="connsiteY426" fmla="*/ 321041 h 2529961"/>
                <a:gd name="connsiteX427" fmla="*/ 12787112 w 13773644"/>
                <a:gd name="connsiteY427" fmla="*/ 311627 h 2529961"/>
                <a:gd name="connsiteX428" fmla="*/ 12803793 w 13773644"/>
                <a:gd name="connsiteY428" fmla="*/ 302223 h 2529961"/>
                <a:gd name="connsiteX429" fmla="*/ 12820495 w 13773644"/>
                <a:gd name="connsiteY429" fmla="*/ 292836 h 2529961"/>
                <a:gd name="connsiteX430" fmla="*/ 12837228 w 13773644"/>
                <a:gd name="connsiteY430" fmla="*/ 283473 h 2529961"/>
                <a:gd name="connsiteX431" fmla="*/ 12854012 w 13773644"/>
                <a:gd name="connsiteY431" fmla="*/ 274142 h 2529961"/>
                <a:gd name="connsiteX432" fmla="*/ 12870861 w 13773644"/>
                <a:gd name="connsiteY432" fmla="*/ 264847 h 2529961"/>
                <a:gd name="connsiteX433" fmla="*/ 12887787 w 13773644"/>
                <a:gd name="connsiteY433" fmla="*/ 255598 h 2529961"/>
                <a:gd name="connsiteX434" fmla="*/ 12904809 w 13773644"/>
                <a:gd name="connsiteY434" fmla="*/ 246400 h 2529961"/>
                <a:gd name="connsiteX435" fmla="*/ 12921941 w 13773644"/>
                <a:gd name="connsiteY435" fmla="*/ 237258 h 2529961"/>
                <a:gd name="connsiteX436" fmla="*/ 12939194 w 13773644"/>
                <a:gd name="connsiteY436" fmla="*/ 228182 h 2529961"/>
                <a:gd name="connsiteX437" fmla="*/ 12956589 w 13773644"/>
                <a:gd name="connsiteY437" fmla="*/ 219177 h 2529961"/>
                <a:gd name="connsiteX438" fmla="*/ 12974139 w 13773644"/>
                <a:gd name="connsiteY438" fmla="*/ 210249 h 2529961"/>
                <a:gd name="connsiteX439" fmla="*/ 12991859 w 13773644"/>
                <a:gd name="connsiteY439" fmla="*/ 201405 h 2529961"/>
                <a:gd name="connsiteX440" fmla="*/ 13009762 w 13773644"/>
                <a:gd name="connsiteY440" fmla="*/ 192653 h 2529961"/>
                <a:gd name="connsiteX441" fmla="*/ 13027867 w 13773644"/>
                <a:gd name="connsiteY441" fmla="*/ 183997 h 2529961"/>
                <a:gd name="connsiteX442" fmla="*/ 13046189 w 13773644"/>
                <a:gd name="connsiteY442" fmla="*/ 175445 h 2529961"/>
                <a:gd name="connsiteX443" fmla="*/ 13064741 w 13773644"/>
                <a:gd name="connsiteY443" fmla="*/ 167002 h 2529961"/>
                <a:gd name="connsiteX444" fmla="*/ 13083541 w 13773644"/>
                <a:gd name="connsiteY444" fmla="*/ 158677 h 2529961"/>
                <a:gd name="connsiteX445" fmla="*/ 13102599 w 13773644"/>
                <a:gd name="connsiteY445" fmla="*/ 150475 h 2529961"/>
                <a:gd name="connsiteX446" fmla="*/ 13121940 w 13773644"/>
                <a:gd name="connsiteY446" fmla="*/ 142402 h 2529961"/>
                <a:gd name="connsiteX447" fmla="*/ 13141571 w 13773644"/>
                <a:gd name="connsiteY447" fmla="*/ 134464 h 2529961"/>
                <a:gd name="connsiteX448" fmla="*/ 13161511 w 13773644"/>
                <a:gd name="connsiteY448" fmla="*/ 126670 h 2529961"/>
                <a:gd name="connsiteX449" fmla="*/ 13181776 w 13773644"/>
                <a:gd name="connsiteY449" fmla="*/ 119025 h 2529961"/>
                <a:gd name="connsiteX450" fmla="*/ 13202380 w 13773644"/>
                <a:gd name="connsiteY450" fmla="*/ 111536 h 2529961"/>
                <a:gd name="connsiteX451" fmla="*/ 13223340 w 13773644"/>
                <a:gd name="connsiteY451" fmla="*/ 104209 h 2529961"/>
                <a:gd name="connsiteX452" fmla="*/ 13244672 w 13773644"/>
                <a:gd name="connsiteY452" fmla="*/ 97050 h 2529961"/>
                <a:gd name="connsiteX453" fmla="*/ 13266388 w 13773644"/>
                <a:gd name="connsiteY453" fmla="*/ 90068 h 2529961"/>
                <a:gd name="connsiteX454" fmla="*/ 13288509 w 13773644"/>
                <a:gd name="connsiteY454" fmla="*/ 83269 h 2529961"/>
                <a:gd name="connsiteX455" fmla="*/ 13311044 w 13773644"/>
                <a:gd name="connsiteY455" fmla="*/ 76659 h 2529961"/>
                <a:gd name="connsiteX456" fmla="*/ 13334017 w 13773644"/>
                <a:gd name="connsiteY456" fmla="*/ 70244 h 2529961"/>
                <a:gd name="connsiteX457" fmla="*/ 13357435 w 13773644"/>
                <a:gd name="connsiteY457" fmla="*/ 64034 h 2529961"/>
                <a:gd name="connsiteX458" fmla="*/ 13381320 w 13773644"/>
                <a:gd name="connsiteY458" fmla="*/ 58032 h 2529961"/>
                <a:gd name="connsiteX459" fmla="*/ 13405684 w 13773644"/>
                <a:gd name="connsiteY459" fmla="*/ 52248 h 2529961"/>
                <a:gd name="connsiteX460" fmla="*/ 13430542 w 13773644"/>
                <a:gd name="connsiteY460" fmla="*/ 46688 h 2529961"/>
                <a:gd name="connsiteX461" fmla="*/ 13455911 w 13773644"/>
                <a:gd name="connsiteY461" fmla="*/ 41359 h 2529961"/>
                <a:gd name="connsiteX462" fmla="*/ 13481808 w 13773644"/>
                <a:gd name="connsiteY462" fmla="*/ 36268 h 2529961"/>
                <a:gd name="connsiteX463" fmla="*/ 13508246 w 13773644"/>
                <a:gd name="connsiteY463" fmla="*/ 31422 h 2529961"/>
                <a:gd name="connsiteX464" fmla="*/ 13535239 w 13773644"/>
                <a:gd name="connsiteY464" fmla="*/ 26829 h 2529961"/>
                <a:gd name="connsiteX465" fmla="*/ 13562805 w 13773644"/>
                <a:gd name="connsiteY465" fmla="*/ 22495 h 2529961"/>
                <a:gd name="connsiteX466" fmla="*/ 13590962 w 13773644"/>
                <a:gd name="connsiteY466" fmla="*/ 18429 h 2529961"/>
                <a:gd name="connsiteX467" fmla="*/ 13619715 w 13773644"/>
                <a:gd name="connsiteY467" fmla="*/ 14635 h 2529961"/>
                <a:gd name="connsiteX468" fmla="*/ 13649091 w 13773644"/>
                <a:gd name="connsiteY468" fmla="*/ 11124 h 2529961"/>
                <a:gd name="connsiteX469" fmla="*/ 13679099 w 13773644"/>
                <a:gd name="connsiteY469" fmla="*/ 7900 h 2529961"/>
                <a:gd name="connsiteX470" fmla="*/ 13709754 w 13773644"/>
                <a:gd name="connsiteY470" fmla="*/ 4974 h 2529961"/>
                <a:gd name="connsiteX471" fmla="*/ 13741073 w 13773644"/>
                <a:gd name="connsiteY471" fmla="*/ 2349 h 2529961"/>
                <a:gd name="connsiteX472" fmla="*/ 13773068 w 13773644"/>
                <a:gd name="connsiteY472" fmla="*/ 35 h 2529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Lst>
              <a:rect l="l" t="t" r="r" b="b"/>
              <a:pathLst>
                <a:path w="13773644" h="2529961">
                  <a:moveTo>
                    <a:pt x="13773644" y="0"/>
                  </a:moveTo>
                  <a:lnTo>
                    <a:pt x="13773644" y="1007952"/>
                  </a:lnTo>
                  <a:lnTo>
                    <a:pt x="13773644" y="1522009"/>
                  </a:lnTo>
                  <a:lnTo>
                    <a:pt x="13773644" y="2529961"/>
                  </a:lnTo>
                  <a:lnTo>
                    <a:pt x="1" y="2529961"/>
                  </a:lnTo>
                  <a:lnTo>
                    <a:pt x="1" y="2380798"/>
                  </a:lnTo>
                  <a:lnTo>
                    <a:pt x="0" y="2380798"/>
                  </a:lnTo>
                  <a:lnTo>
                    <a:pt x="0" y="1056845"/>
                  </a:lnTo>
                  <a:lnTo>
                    <a:pt x="1" y="1056845"/>
                  </a:lnTo>
                  <a:lnTo>
                    <a:pt x="1" y="694515"/>
                  </a:lnTo>
                  <a:lnTo>
                    <a:pt x="10991" y="692340"/>
                  </a:lnTo>
                  <a:lnTo>
                    <a:pt x="43935" y="685700"/>
                  </a:lnTo>
                  <a:lnTo>
                    <a:pt x="76851" y="678949"/>
                  </a:lnTo>
                  <a:lnTo>
                    <a:pt x="109740" y="672095"/>
                  </a:lnTo>
                  <a:lnTo>
                    <a:pt x="142602" y="665141"/>
                  </a:lnTo>
                  <a:lnTo>
                    <a:pt x="175438" y="658094"/>
                  </a:lnTo>
                  <a:lnTo>
                    <a:pt x="208247" y="650958"/>
                  </a:lnTo>
                  <a:lnTo>
                    <a:pt x="241030" y="643741"/>
                  </a:lnTo>
                  <a:lnTo>
                    <a:pt x="273787" y="636446"/>
                  </a:lnTo>
                  <a:lnTo>
                    <a:pt x="306519" y="629081"/>
                  </a:lnTo>
                  <a:lnTo>
                    <a:pt x="339224" y="621649"/>
                  </a:lnTo>
                  <a:lnTo>
                    <a:pt x="371905" y="614158"/>
                  </a:lnTo>
                  <a:lnTo>
                    <a:pt x="404560" y="606612"/>
                  </a:lnTo>
                  <a:lnTo>
                    <a:pt x="437191" y="599016"/>
                  </a:lnTo>
                  <a:lnTo>
                    <a:pt x="469797" y="591377"/>
                  </a:lnTo>
                  <a:lnTo>
                    <a:pt x="502379" y="583699"/>
                  </a:lnTo>
                  <a:lnTo>
                    <a:pt x="534936" y="575989"/>
                  </a:lnTo>
                  <a:lnTo>
                    <a:pt x="567469" y="568252"/>
                  </a:lnTo>
                  <a:lnTo>
                    <a:pt x="599979" y="560494"/>
                  </a:lnTo>
                  <a:lnTo>
                    <a:pt x="632465" y="552719"/>
                  </a:lnTo>
                  <a:lnTo>
                    <a:pt x="664928" y="544934"/>
                  </a:lnTo>
                  <a:lnTo>
                    <a:pt x="697367" y="537144"/>
                  </a:lnTo>
                  <a:lnTo>
                    <a:pt x="729784" y="529354"/>
                  </a:lnTo>
                  <a:lnTo>
                    <a:pt x="762178" y="521570"/>
                  </a:lnTo>
                  <a:lnTo>
                    <a:pt x="794550" y="513797"/>
                  </a:lnTo>
                  <a:lnTo>
                    <a:pt x="826899" y="506041"/>
                  </a:lnTo>
                  <a:lnTo>
                    <a:pt x="859226" y="498309"/>
                  </a:lnTo>
                  <a:lnTo>
                    <a:pt x="891531" y="490604"/>
                  </a:lnTo>
                  <a:lnTo>
                    <a:pt x="923814" y="482932"/>
                  </a:lnTo>
                  <a:lnTo>
                    <a:pt x="956077" y="475299"/>
                  </a:lnTo>
                  <a:lnTo>
                    <a:pt x="988317" y="467711"/>
                  </a:lnTo>
                  <a:lnTo>
                    <a:pt x="1020537" y="460173"/>
                  </a:lnTo>
                  <a:lnTo>
                    <a:pt x="1052736" y="452690"/>
                  </a:lnTo>
                  <a:lnTo>
                    <a:pt x="1084914" y="445269"/>
                  </a:lnTo>
                  <a:lnTo>
                    <a:pt x="1117072" y="437913"/>
                  </a:lnTo>
                  <a:lnTo>
                    <a:pt x="1149208" y="430630"/>
                  </a:lnTo>
                  <a:lnTo>
                    <a:pt x="1181326" y="423424"/>
                  </a:lnTo>
                  <a:lnTo>
                    <a:pt x="1213423" y="416301"/>
                  </a:lnTo>
                  <a:lnTo>
                    <a:pt x="1245500" y="409266"/>
                  </a:lnTo>
                  <a:lnTo>
                    <a:pt x="1277558" y="402324"/>
                  </a:lnTo>
                  <a:lnTo>
                    <a:pt x="1309597" y="395483"/>
                  </a:lnTo>
                  <a:lnTo>
                    <a:pt x="1341616" y="388745"/>
                  </a:lnTo>
                  <a:lnTo>
                    <a:pt x="1373616" y="382118"/>
                  </a:lnTo>
                  <a:lnTo>
                    <a:pt x="1405598" y="375608"/>
                  </a:lnTo>
                  <a:lnTo>
                    <a:pt x="1437560" y="369217"/>
                  </a:lnTo>
                  <a:lnTo>
                    <a:pt x="1469505" y="362954"/>
                  </a:lnTo>
                  <a:lnTo>
                    <a:pt x="1501432" y="356822"/>
                  </a:lnTo>
                  <a:lnTo>
                    <a:pt x="1533339" y="350828"/>
                  </a:lnTo>
                  <a:lnTo>
                    <a:pt x="1565230" y="344978"/>
                  </a:lnTo>
                  <a:lnTo>
                    <a:pt x="1597102" y="339274"/>
                  </a:lnTo>
                  <a:lnTo>
                    <a:pt x="1628957" y="333726"/>
                  </a:lnTo>
                  <a:lnTo>
                    <a:pt x="1660795" y="328336"/>
                  </a:lnTo>
                  <a:lnTo>
                    <a:pt x="1692616" y="323111"/>
                  </a:lnTo>
                  <a:lnTo>
                    <a:pt x="1724419" y="318056"/>
                  </a:lnTo>
                  <a:lnTo>
                    <a:pt x="1756205" y="313177"/>
                  </a:lnTo>
                  <a:lnTo>
                    <a:pt x="1787977" y="308480"/>
                  </a:lnTo>
                  <a:lnTo>
                    <a:pt x="1819730" y="303967"/>
                  </a:lnTo>
                  <a:lnTo>
                    <a:pt x="1851468" y="299647"/>
                  </a:lnTo>
                  <a:lnTo>
                    <a:pt x="1883189" y="295525"/>
                  </a:lnTo>
                  <a:lnTo>
                    <a:pt x="1914896" y="291605"/>
                  </a:lnTo>
                  <a:lnTo>
                    <a:pt x="1946585" y="287893"/>
                  </a:lnTo>
                  <a:lnTo>
                    <a:pt x="1978261" y="284395"/>
                  </a:lnTo>
                  <a:lnTo>
                    <a:pt x="2009920" y="281115"/>
                  </a:lnTo>
                  <a:lnTo>
                    <a:pt x="2041565" y="278060"/>
                  </a:lnTo>
                  <a:lnTo>
                    <a:pt x="2073195" y="275235"/>
                  </a:lnTo>
                  <a:lnTo>
                    <a:pt x="2104811" y="272644"/>
                  </a:lnTo>
                  <a:lnTo>
                    <a:pt x="2136412" y="270294"/>
                  </a:lnTo>
                  <a:lnTo>
                    <a:pt x="2167999" y="268190"/>
                  </a:lnTo>
                  <a:lnTo>
                    <a:pt x="2199573" y="266337"/>
                  </a:lnTo>
                  <a:lnTo>
                    <a:pt x="2231133" y="264741"/>
                  </a:lnTo>
                  <a:lnTo>
                    <a:pt x="2262679" y="263406"/>
                  </a:lnTo>
                  <a:lnTo>
                    <a:pt x="2294212" y="262339"/>
                  </a:lnTo>
                  <a:lnTo>
                    <a:pt x="2357364" y="261028"/>
                  </a:lnTo>
                  <a:lnTo>
                    <a:pt x="2388695" y="260805"/>
                  </a:lnTo>
                  <a:lnTo>
                    <a:pt x="2420099" y="260880"/>
                  </a:lnTo>
                  <a:lnTo>
                    <a:pt x="2451449" y="261247"/>
                  </a:lnTo>
                  <a:lnTo>
                    <a:pt x="2482745" y="261899"/>
                  </a:lnTo>
                  <a:lnTo>
                    <a:pt x="2513989" y="262833"/>
                  </a:lnTo>
                  <a:lnTo>
                    <a:pt x="2545184" y="264041"/>
                  </a:lnTo>
                  <a:lnTo>
                    <a:pt x="2576331" y="265517"/>
                  </a:lnTo>
                  <a:lnTo>
                    <a:pt x="2607430" y="267256"/>
                  </a:lnTo>
                  <a:lnTo>
                    <a:pt x="2638484" y="269251"/>
                  </a:lnTo>
                  <a:lnTo>
                    <a:pt x="2669495" y="271496"/>
                  </a:lnTo>
                  <a:lnTo>
                    <a:pt x="2700461" y="273985"/>
                  </a:lnTo>
                  <a:lnTo>
                    <a:pt x="2731387" y="276712"/>
                  </a:lnTo>
                  <a:lnTo>
                    <a:pt x="2762274" y="279672"/>
                  </a:lnTo>
                  <a:lnTo>
                    <a:pt x="2793122" y="282859"/>
                  </a:lnTo>
                  <a:lnTo>
                    <a:pt x="2823934" y="286265"/>
                  </a:lnTo>
                  <a:lnTo>
                    <a:pt x="2854712" y="289886"/>
                  </a:lnTo>
                  <a:lnTo>
                    <a:pt x="2885454" y="293713"/>
                  </a:lnTo>
                  <a:lnTo>
                    <a:pt x="2916164" y="297744"/>
                  </a:lnTo>
                  <a:lnTo>
                    <a:pt x="2946845" y="301971"/>
                  </a:lnTo>
                  <a:lnTo>
                    <a:pt x="2977494" y="306387"/>
                  </a:lnTo>
                  <a:lnTo>
                    <a:pt x="3008115" y="310987"/>
                  </a:lnTo>
                  <a:lnTo>
                    <a:pt x="3038711" y="315766"/>
                  </a:lnTo>
                  <a:lnTo>
                    <a:pt x="3069282" y="320716"/>
                  </a:lnTo>
                  <a:lnTo>
                    <a:pt x="3099829" y="325833"/>
                  </a:lnTo>
                  <a:lnTo>
                    <a:pt x="3130352" y="331108"/>
                  </a:lnTo>
                  <a:lnTo>
                    <a:pt x="3160856" y="336538"/>
                  </a:lnTo>
                  <a:lnTo>
                    <a:pt x="3191339" y="342115"/>
                  </a:lnTo>
                  <a:lnTo>
                    <a:pt x="3221805" y="347834"/>
                  </a:lnTo>
                  <a:lnTo>
                    <a:pt x="3252253" y="353688"/>
                  </a:lnTo>
                  <a:lnTo>
                    <a:pt x="3282687" y="359672"/>
                  </a:lnTo>
                  <a:lnTo>
                    <a:pt x="3313107" y="365779"/>
                  </a:lnTo>
                  <a:lnTo>
                    <a:pt x="3343514" y="372003"/>
                  </a:lnTo>
                  <a:lnTo>
                    <a:pt x="3373909" y="378339"/>
                  </a:lnTo>
                  <a:lnTo>
                    <a:pt x="3404295" y="384779"/>
                  </a:lnTo>
                  <a:lnTo>
                    <a:pt x="3434674" y="391319"/>
                  </a:lnTo>
                  <a:lnTo>
                    <a:pt x="3465044" y="397951"/>
                  </a:lnTo>
                  <a:lnTo>
                    <a:pt x="3495411" y="404671"/>
                  </a:lnTo>
                  <a:lnTo>
                    <a:pt x="3525772" y="411471"/>
                  </a:lnTo>
                  <a:lnTo>
                    <a:pt x="3556131" y="418346"/>
                  </a:lnTo>
                  <a:lnTo>
                    <a:pt x="3586489" y="425289"/>
                  </a:lnTo>
                  <a:lnTo>
                    <a:pt x="3616847" y="432294"/>
                  </a:lnTo>
                  <a:lnTo>
                    <a:pt x="3647206" y="439356"/>
                  </a:lnTo>
                  <a:lnTo>
                    <a:pt x="3677569" y="446468"/>
                  </a:lnTo>
                  <a:lnTo>
                    <a:pt x="3707935" y="453624"/>
                  </a:lnTo>
                  <a:lnTo>
                    <a:pt x="3738308" y="460818"/>
                  </a:lnTo>
                  <a:lnTo>
                    <a:pt x="3768687" y="468044"/>
                  </a:lnTo>
                  <a:lnTo>
                    <a:pt x="3799076" y="475296"/>
                  </a:lnTo>
                  <a:lnTo>
                    <a:pt x="3829474" y="482566"/>
                  </a:lnTo>
                  <a:lnTo>
                    <a:pt x="3859884" y="489851"/>
                  </a:lnTo>
                  <a:lnTo>
                    <a:pt x="3890306" y="497142"/>
                  </a:lnTo>
                  <a:lnTo>
                    <a:pt x="3920742" y="504435"/>
                  </a:lnTo>
                  <a:lnTo>
                    <a:pt x="3951194" y="511722"/>
                  </a:lnTo>
                  <a:lnTo>
                    <a:pt x="3981664" y="518998"/>
                  </a:lnTo>
                  <a:lnTo>
                    <a:pt x="4012152" y="526257"/>
                  </a:lnTo>
                  <a:lnTo>
                    <a:pt x="4042659" y="533493"/>
                  </a:lnTo>
                  <a:lnTo>
                    <a:pt x="4073188" y="540699"/>
                  </a:lnTo>
                  <a:lnTo>
                    <a:pt x="4103740" y="547869"/>
                  </a:lnTo>
                  <a:lnTo>
                    <a:pt x="4134315" y="554997"/>
                  </a:lnTo>
                  <a:lnTo>
                    <a:pt x="4164917" y="562078"/>
                  </a:lnTo>
                  <a:lnTo>
                    <a:pt x="4195545" y="569103"/>
                  </a:lnTo>
                  <a:lnTo>
                    <a:pt x="4226202" y="576068"/>
                  </a:lnTo>
                  <a:lnTo>
                    <a:pt x="4256888" y="582966"/>
                  </a:lnTo>
                  <a:lnTo>
                    <a:pt x="4287606" y="589792"/>
                  </a:lnTo>
                  <a:lnTo>
                    <a:pt x="4318356" y="596538"/>
                  </a:lnTo>
                  <a:lnTo>
                    <a:pt x="4349140" y="603199"/>
                  </a:lnTo>
                  <a:lnTo>
                    <a:pt x="4379959" y="609769"/>
                  </a:lnTo>
                  <a:lnTo>
                    <a:pt x="4410817" y="616241"/>
                  </a:lnTo>
                  <a:lnTo>
                    <a:pt x="4441711" y="622609"/>
                  </a:lnTo>
                  <a:lnTo>
                    <a:pt x="4472645" y="628867"/>
                  </a:lnTo>
                  <a:lnTo>
                    <a:pt x="4503622" y="635010"/>
                  </a:lnTo>
                  <a:lnTo>
                    <a:pt x="4534639" y="641029"/>
                  </a:lnTo>
                  <a:lnTo>
                    <a:pt x="4565702" y="646920"/>
                  </a:lnTo>
                  <a:lnTo>
                    <a:pt x="4596809" y="652676"/>
                  </a:lnTo>
                  <a:lnTo>
                    <a:pt x="4627964" y="658291"/>
                  </a:lnTo>
                  <a:lnTo>
                    <a:pt x="4659166" y="663759"/>
                  </a:lnTo>
                  <a:lnTo>
                    <a:pt x="4690419" y="669072"/>
                  </a:lnTo>
                  <a:lnTo>
                    <a:pt x="4721722" y="674227"/>
                  </a:lnTo>
                  <a:lnTo>
                    <a:pt x="4753078" y="679216"/>
                  </a:lnTo>
                  <a:lnTo>
                    <a:pt x="4784486" y="684031"/>
                  </a:lnTo>
                  <a:lnTo>
                    <a:pt x="4815951" y="688669"/>
                  </a:lnTo>
                  <a:lnTo>
                    <a:pt x="4847473" y="693122"/>
                  </a:lnTo>
                  <a:lnTo>
                    <a:pt x="4879051" y="697384"/>
                  </a:lnTo>
                  <a:lnTo>
                    <a:pt x="4910688" y="701449"/>
                  </a:lnTo>
                  <a:lnTo>
                    <a:pt x="4942387" y="705310"/>
                  </a:lnTo>
                  <a:lnTo>
                    <a:pt x="4974149" y="708962"/>
                  </a:lnTo>
                  <a:lnTo>
                    <a:pt x="5005973" y="712398"/>
                  </a:lnTo>
                  <a:lnTo>
                    <a:pt x="5037862" y="715611"/>
                  </a:lnTo>
                  <a:lnTo>
                    <a:pt x="5069817" y="718597"/>
                  </a:lnTo>
                  <a:lnTo>
                    <a:pt x="5101840" y="721347"/>
                  </a:lnTo>
                  <a:lnTo>
                    <a:pt x="5133933" y="723857"/>
                  </a:lnTo>
                  <a:lnTo>
                    <a:pt x="5166094" y="726119"/>
                  </a:lnTo>
                  <a:lnTo>
                    <a:pt x="5198329" y="728128"/>
                  </a:lnTo>
                  <a:lnTo>
                    <a:pt x="5230635" y="729877"/>
                  </a:lnTo>
                  <a:lnTo>
                    <a:pt x="5263016" y="731361"/>
                  </a:lnTo>
                  <a:lnTo>
                    <a:pt x="5295473" y="732572"/>
                  </a:lnTo>
                  <a:lnTo>
                    <a:pt x="5328006" y="733503"/>
                  </a:lnTo>
                  <a:lnTo>
                    <a:pt x="5360616" y="734152"/>
                  </a:lnTo>
                  <a:lnTo>
                    <a:pt x="5393309" y="734509"/>
                  </a:lnTo>
                  <a:lnTo>
                    <a:pt x="5458808" y="734326"/>
                  </a:lnTo>
                  <a:lnTo>
                    <a:pt x="5491881" y="733774"/>
                  </a:lnTo>
                  <a:lnTo>
                    <a:pt x="5524942" y="732922"/>
                  </a:lnTo>
                  <a:lnTo>
                    <a:pt x="5558113" y="731776"/>
                  </a:lnTo>
                  <a:lnTo>
                    <a:pt x="5591393" y="730338"/>
                  </a:lnTo>
                  <a:lnTo>
                    <a:pt x="5624782" y="728619"/>
                  </a:lnTo>
                  <a:lnTo>
                    <a:pt x="5658274" y="726623"/>
                  </a:lnTo>
                  <a:lnTo>
                    <a:pt x="5691864" y="724357"/>
                  </a:lnTo>
                  <a:lnTo>
                    <a:pt x="5725556" y="721827"/>
                  </a:lnTo>
                  <a:lnTo>
                    <a:pt x="5759344" y="719039"/>
                  </a:lnTo>
                  <a:lnTo>
                    <a:pt x="5793222" y="715999"/>
                  </a:lnTo>
                  <a:lnTo>
                    <a:pt x="5827191" y="712713"/>
                  </a:lnTo>
                  <a:lnTo>
                    <a:pt x="5861251" y="709189"/>
                  </a:lnTo>
                  <a:lnTo>
                    <a:pt x="5895394" y="705432"/>
                  </a:lnTo>
                  <a:lnTo>
                    <a:pt x="5929620" y="701448"/>
                  </a:lnTo>
                  <a:lnTo>
                    <a:pt x="5963926" y="697243"/>
                  </a:lnTo>
                  <a:lnTo>
                    <a:pt x="5998310" y="692824"/>
                  </a:lnTo>
                  <a:lnTo>
                    <a:pt x="6032765" y="688196"/>
                  </a:lnTo>
                  <a:lnTo>
                    <a:pt x="6067295" y="683366"/>
                  </a:lnTo>
                  <a:lnTo>
                    <a:pt x="6101894" y="678341"/>
                  </a:lnTo>
                  <a:lnTo>
                    <a:pt x="6136560" y="673124"/>
                  </a:lnTo>
                  <a:lnTo>
                    <a:pt x="6171288" y="667725"/>
                  </a:lnTo>
                  <a:lnTo>
                    <a:pt x="6206080" y="662149"/>
                  </a:lnTo>
                  <a:lnTo>
                    <a:pt x="6240930" y="656401"/>
                  </a:lnTo>
                  <a:lnTo>
                    <a:pt x="6275836" y="650488"/>
                  </a:lnTo>
                  <a:lnTo>
                    <a:pt x="6310796" y="644416"/>
                  </a:lnTo>
                  <a:lnTo>
                    <a:pt x="6345805" y="638190"/>
                  </a:lnTo>
                  <a:lnTo>
                    <a:pt x="6380862" y="631818"/>
                  </a:lnTo>
                  <a:lnTo>
                    <a:pt x="6415965" y="625305"/>
                  </a:lnTo>
                  <a:lnTo>
                    <a:pt x="6451112" y="618659"/>
                  </a:lnTo>
                  <a:lnTo>
                    <a:pt x="6486297" y="611883"/>
                  </a:lnTo>
                  <a:lnTo>
                    <a:pt x="6521520" y="604985"/>
                  </a:lnTo>
                  <a:lnTo>
                    <a:pt x="6556779" y="597971"/>
                  </a:lnTo>
                  <a:lnTo>
                    <a:pt x="6592067" y="590847"/>
                  </a:lnTo>
                  <a:lnTo>
                    <a:pt x="6627386" y="583620"/>
                  </a:lnTo>
                  <a:lnTo>
                    <a:pt x="6662732" y="576294"/>
                  </a:lnTo>
                  <a:lnTo>
                    <a:pt x="6698100" y="568877"/>
                  </a:lnTo>
                  <a:lnTo>
                    <a:pt x="6733491" y="561374"/>
                  </a:lnTo>
                  <a:lnTo>
                    <a:pt x="6768900" y="553792"/>
                  </a:lnTo>
                  <a:lnTo>
                    <a:pt x="6804324" y="546136"/>
                  </a:lnTo>
                  <a:lnTo>
                    <a:pt x="6839761" y="538414"/>
                  </a:lnTo>
                  <a:lnTo>
                    <a:pt x="6875208" y="530630"/>
                  </a:lnTo>
                  <a:lnTo>
                    <a:pt x="6910663" y="522792"/>
                  </a:lnTo>
                  <a:lnTo>
                    <a:pt x="6946123" y="514904"/>
                  </a:lnTo>
                  <a:lnTo>
                    <a:pt x="6981585" y="506974"/>
                  </a:lnTo>
                  <a:lnTo>
                    <a:pt x="7017047" y="499007"/>
                  </a:lnTo>
                  <a:lnTo>
                    <a:pt x="7052505" y="491009"/>
                  </a:lnTo>
                  <a:lnTo>
                    <a:pt x="7087956" y="482987"/>
                  </a:lnTo>
                  <a:lnTo>
                    <a:pt x="7123400" y="474946"/>
                  </a:lnTo>
                  <a:lnTo>
                    <a:pt x="7158831" y="466894"/>
                  </a:lnTo>
                  <a:lnTo>
                    <a:pt x="7194249" y="458835"/>
                  </a:lnTo>
                  <a:lnTo>
                    <a:pt x="7229648" y="450776"/>
                  </a:lnTo>
                  <a:lnTo>
                    <a:pt x="7265029" y="442723"/>
                  </a:lnTo>
                  <a:lnTo>
                    <a:pt x="7300387" y="434683"/>
                  </a:lnTo>
                  <a:lnTo>
                    <a:pt x="7335719" y="426660"/>
                  </a:lnTo>
                  <a:lnTo>
                    <a:pt x="7371024" y="418662"/>
                  </a:lnTo>
                  <a:lnTo>
                    <a:pt x="7406299" y="410694"/>
                  </a:lnTo>
                  <a:lnTo>
                    <a:pt x="7441538" y="402763"/>
                  </a:lnTo>
                  <a:lnTo>
                    <a:pt x="7476742" y="394874"/>
                  </a:lnTo>
                  <a:lnTo>
                    <a:pt x="7511907" y="387034"/>
                  </a:lnTo>
                  <a:lnTo>
                    <a:pt x="7547030" y="379249"/>
                  </a:lnTo>
                  <a:lnTo>
                    <a:pt x="7582109" y="371525"/>
                  </a:lnTo>
                  <a:lnTo>
                    <a:pt x="7617139" y="363868"/>
                  </a:lnTo>
                  <a:lnTo>
                    <a:pt x="7652119" y="356283"/>
                  </a:lnTo>
                  <a:lnTo>
                    <a:pt x="7687047" y="348778"/>
                  </a:lnTo>
                  <a:lnTo>
                    <a:pt x="7721919" y="341358"/>
                  </a:lnTo>
                  <a:lnTo>
                    <a:pt x="7756732" y="334029"/>
                  </a:lnTo>
                  <a:lnTo>
                    <a:pt x="7791484" y="326798"/>
                  </a:lnTo>
                  <a:lnTo>
                    <a:pt x="7826173" y="319670"/>
                  </a:lnTo>
                  <a:lnTo>
                    <a:pt x="7860793" y="312651"/>
                  </a:lnTo>
                  <a:lnTo>
                    <a:pt x="7895345" y="305748"/>
                  </a:lnTo>
                  <a:lnTo>
                    <a:pt x="7929823" y="298966"/>
                  </a:lnTo>
                  <a:lnTo>
                    <a:pt x="7964225" y="292313"/>
                  </a:lnTo>
                  <a:lnTo>
                    <a:pt x="7998552" y="285793"/>
                  </a:lnTo>
                  <a:lnTo>
                    <a:pt x="8032795" y="279413"/>
                  </a:lnTo>
                  <a:lnTo>
                    <a:pt x="8066955" y="273178"/>
                  </a:lnTo>
                  <a:lnTo>
                    <a:pt x="8101028" y="267096"/>
                  </a:lnTo>
                  <a:lnTo>
                    <a:pt x="8135012" y="261171"/>
                  </a:lnTo>
                  <a:lnTo>
                    <a:pt x="8168903" y="255411"/>
                  </a:lnTo>
                  <a:lnTo>
                    <a:pt x="8202700" y="249820"/>
                  </a:lnTo>
                  <a:lnTo>
                    <a:pt x="8236398" y="244405"/>
                  </a:lnTo>
                  <a:lnTo>
                    <a:pt x="8269996" y="239174"/>
                  </a:lnTo>
                  <a:lnTo>
                    <a:pt x="8303490" y="234130"/>
                  </a:lnTo>
                  <a:lnTo>
                    <a:pt x="8336878" y="229280"/>
                  </a:lnTo>
                  <a:lnTo>
                    <a:pt x="8370156" y="224630"/>
                  </a:lnTo>
                  <a:lnTo>
                    <a:pt x="8403321" y="220186"/>
                  </a:lnTo>
                  <a:lnTo>
                    <a:pt x="8436371" y="215955"/>
                  </a:lnTo>
                  <a:lnTo>
                    <a:pt x="8469305" y="211942"/>
                  </a:lnTo>
                  <a:lnTo>
                    <a:pt x="8502116" y="208152"/>
                  </a:lnTo>
                  <a:lnTo>
                    <a:pt x="8534803" y="204593"/>
                  </a:lnTo>
                  <a:lnTo>
                    <a:pt x="8567366" y="201271"/>
                  </a:lnTo>
                  <a:lnTo>
                    <a:pt x="8599798" y="198190"/>
                  </a:lnTo>
                  <a:lnTo>
                    <a:pt x="8632098" y="195358"/>
                  </a:lnTo>
                  <a:lnTo>
                    <a:pt x="8664263" y="192780"/>
                  </a:lnTo>
                  <a:lnTo>
                    <a:pt x="8696290" y="190461"/>
                  </a:lnTo>
                  <a:lnTo>
                    <a:pt x="8728175" y="188409"/>
                  </a:lnTo>
                  <a:lnTo>
                    <a:pt x="8759916" y="186628"/>
                  </a:lnTo>
                  <a:lnTo>
                    <a:pt x="8791513" y="185126"/>
                  </a:lnTo>
                  <a:lnTo>
                    <a:pt x="8822956" y="183906"/>
                  </a:lnTo>
                  <a:lnTo>
                    <a:pt x="8885522" y="182341"/>
                  </a:lnTo>
                  <a:lnTo>
                    <a:pt x="8916341" y="182015"/>
                  </a:lnTo>
                  <a:lnTo>
                    <a:pt x="8947093" y="181995"/>
                  </a:lnTo>
                  <a:lnTo>
                    <a:pt x="8977653" y="182277"/>
                  </a:lnTo>
                  <a:lnTo>
                    <a:pt x="9008020" y="182853"/>
                  </a:lnTo>
                  <a:lnTo>
                    <a:pt x="9038205" y="183719"/>
                  </a:lnTo>
                  <a:lnTo>
                    <a:pt x="9068210" y="184868"/>
                  </a:lnTo>
                  <a:lnTo>
                    <a:pt x="9098037" y="186292"/>
                  </a:lnTo>
                  <a:lnTo>
                    <a:pt x="9127694" y="187986"/>
                  </a:lnTo>
                  <a:lnTo>
                    <a:pt x="9157185" y="189943"/>
                  </a:lnTo>
                  <a:lnTo>
                    <a:pt x="9186514" y="192157"/>
                  </a:lnTo>
                  <a:lnTo>
                    <a:pt x="9215682" y="194620"/>
                  </a:lnTo>
                  <a:lnTo>
                    <a:pt x="9244700" y="197330"/>
                  </a:lnTo>
                  <a:lnTo>
                    <a:pt x="9273571" y="200276"/>
                  </a:lnTo>
                  <a:lnTo>
                    <a:pt x="9302297" y="203454"/>
                  </a:lnTo>
                  <a:lnTo>
                    <a:pt x="9330884" y="206857"/>
                  </a:lnTo>
                  <a:lnTo>
                    <a:pt x="9359338" y="210479"/>
                  </a:lnTo>
                  <a:lnTo>
                    <a:pt x="9387658" y="214312"/>
                  </a:lnTo>
                  <a:lnTo>
                    <a:pt x="9415856" y="218351"/>
                  </a:lnTo>
                  <a:lnTo>
                    <a:pt x="9443934" y="222591"/>
                  </a:lnTo>
                  <a:lnTo>
                    <a:pt x="9471892" y="227023"/>
                  </a:lnTo>
                  <a:lnTo>
                    <a:pt x="9499740" y="231642"/>
                  </a:lnTo>
                  <a:lnTo>
                    <a:pt x="9527482" y="236443"/>
                  </a:lnTo>
                  <a:lnTo>
                    <a:pt x="9555120" y="241417"/>
                  </a:lnTo>
                  <a:lnTo>
                    <a:pt x="9582661" y="246559"/>
                  </a:lnTo>
                  <a:lnTo>
                    <a:pt x="9610108" y="251863"/>
                  </a:lnTo>
                  <a:lnTo>
                    <a:pt x="9637464" y="257321"/>
                  </a:lnTo>
                  <a:lnTo>
                    <a:pt x="9664737" y="262928"/>
                  </a:lnTo>
                  <a:lnTo>
                    <a:pt x="9691929" y="268678"/>
                  </a:lnTo>
                  <a:lnTo>
                    <a:pt x="9719045" y="274563"/>
                  </a:lnTo>
                  <a:lnTo>
                    <a:pt x="9746090" y="280578"/>
                  </a:lnTo>
                  <a:lnTo>
                    <a:pt x="9773068" y="286716"/>
                  </a:lnTo>
                  <a:lnTo>
                    <a:pt x="9799984" y="292972"/>
                  </a:lnTo>
                  <a:lnTo>
                    <a:pt x="9826842" y="299337"/>
                  </a:lnTo>
                  <a:lnTo>
                    <a:pt x="9853646" y="305807"/>
                  </a:lnTo>
                  <a:lnTo>
                    <a:pt x="9880400" y="312374"/>
                  </a:lnTo>
                  <a:lnTo>
                    <a:pt x="9907110" y="319033"/>
                  </a:lnTo>
                  <a:lnTo>
                    <a:pt x="9933782" y="325776"/>
                  </a:lnTo>
                  <a:lnTo>
                    <a:pt x="9960416" y="332597"/>
                  </a:lnTo>
                  <a:lnTo>
                    <a:pt x="9987019" y="339491"/>
                  </a:lnTo>
                  <a:lnTo>
                    <a:pt x="10013595" y="346449"/>
                  </a:lnTo>
                  <a:lnTo>
                    <a:pt x="10040150" y="353468"/>
                  </a:lnTo>
                  <a:lnTo>
                    <a:pt x="10066684" y="360538"/>
                  </a:lnTo>
                  <a:lnTo>
                    <a:pt x="10093207" y="367655"/>
                  </a:lnTo>
                  <a:lnTo>
                    <a:pt x="10119719" y="374811"/>
                  </a:lnTo>
                  <a:lnTo>
                    <a:pt x="10146228" y="382002"/>
                  </a:lnTo>
                  <a:lnTo>
                    <a:pt x="10172734" y="389218"/>
                  </a:lnTo>
                  <a:lnTo>
                    <a:pt x="10199245" y="396454"/>
                  </a:lnTo>
                  <a:lnTo>
                    <a:pt x="10225765" y="403705"/>
                  </a:lnTo>
                  <a:lnTo>
                    <a:pt x="10252299" y="410963"/>
                  </a:lnTo>
                  <a:lnTo>
                    <a:pt x="10278847" y="418222"/>
                  </a:lnTo>
                  <a:lnTo>
                    <a:pt x="10305417" y="425473"/>
                  </a:lnTo>
                  <a:lnTo>
                    <a:pt x="10332014" y="432714"/>
                  </a:lnTo>
                  <a:lnTo>
                    <a:pt x="10358643" y="439936"/>
                  </a:lnTo>
                  <a:lnTo>
                    <a:pt x="10385303" y="447132"/>
                  </a:lnTo>
                  <a:lnTo>
                    <a:pt x="10412005" y="454297"/>
                  </a:lnTo>
                  <a:lnTo>
                    <a:pt x="10438748" y="461423"/>
                  </a:lnTo>
                  <a:lnTo>
                    <a:pt x="10465541" y="468505"/>
                  </a:lnTo>
                  <a:lnTo>
                    <a:pt x="10492386" y="475535"/>
                  </a:lnTo>
                  <a:lnTo>
                    <a:pt x="10519286" y="482506"/>
                  </a:lnTo>
                  <a:lnTo>
                    <a:pt x="10546249" y="489414"/>
                  </a:lnTo>
                  <a:lnTo>
                    <a:pt x="10573276" y="496250"/>
                  </a:lnTo>
                  <a:lnTo>
                    <a:pt x="10600373" y="503008"/>
                  </a:lnTo>
                  <a:lnTo>
                    <a:pt x="10627544" y="509682"/>
                  </a:lnTo>
                  <a:lnTo>
                    <a:pt x="10654793" y="516265"/>
                  </a:lnTo>
                  <a:lnTo>
                    <a:pt x="10682126" y="522751"/>
                  </a:lnTo>
                  <a:lnTo>
                    <a:pt x="10709545" y="529132"/>
                  </a:lnTo>
                  <a:lnTo>
                    <a:pt x="10737056" y="535403"/>
                  </a:lnTo>
                  <a:lnTo>
                    <a:pt x="10764663" y="541556"/>
                  </a:lnTo>
                  <a:lnTo>
                    <a:pt x="10792369" y="547586"/>
                  </a:lnTo>
                  <a:lnTo>
                    <a:pt x="10820179" y="553484"/>
                  </a:lnTo>
                  <a:lnTo>
                    <a:pt x="10848099" y="559246"/>
                  </a:lnTo>
                  <a:lnTo>
                    <a:pt x="10876132" y="564863"/>
                  </a:lnTo>
                  <a:lnTo>
                    <a:pt x="10904283" y="570331"/>
                  </a:lnTo>
                  <a:lnTo>
                    <a:pt x="10932553" y="575641"/>
                  </a:lnTo>
                  <a:lnTo>
                    <a:pt x="10960951" y="580788"/>
                  </a:lnTo>
                  <a:lnTo>
                    <a:pt x="10989478" y="585764"/>
                  </a:lnTo>
                  <a:lnTo>
                    <a:pt x="11018141" y="590564"/>
                  </a:lnTo>
                  <a:lnTo>
                    <a:pt x="11046942" y="595179"/>
                  </a:lnTo>
                  <a:lnTo>
                    <a:pt x="11075886" y="599605"/>
                  </a:lnTo>
                  <a:lnTo>
                    <a:pt x="11104978" y="603834"/>
                  </a:lnTo>
                  <a:lnTo>
                    <a:pt x="11134220" y="607859"/>
                  </a:lnTo>
                  <a:lnTo>
                    <a:pt x="11163619" y="611674"/>
                  </a:lnTo>
                  <a:lnTo>
                    <a:pt x="11193179" y="615273"/>
                  </a:lnTo>
                  <a:lnTo>
                    <a:pt x="11222902" y="618648"/>
                  </a:lnTo>
                  <a:lnTo>
                    <a:pt x="11252793" y="621792"/>
                  </a:lnTo>
                  <a:lnTo>
                    <a:pt x="11282857" y="624701"/>
                  </a:lnTo>
                  <a:lnTo>
                    <a:pt x="11313099" y="627367"/>
                  </a:lnTo>
                  <a:lnTo>
                    <a:pt x="11343522" y="629782"/>
                  </a:lnTo>
                  <a:lnTo>
                    <a:pt x="11374129" y="631941"/>
                  </a:lnTo>
                  <a:lnTo>
                    <a:pt x="11404927" y="633837"/>
                  </a:lnTo>
                  <a:lnTo>
                    <a:pt x="11435919" y="635464"/>
                  </a:lnTo>
                  <a:lnTo>
                    <a:pt x="11467107" y="636814"/>
                  </a:lnTo>
                  <a:lnTo>
                    <a:pt x="11498498" y="637882"/>
                  </a:lnTo>
                  <a:lnTo>
                    <a:pt x="11530097" y="638660"/>
                  </a:lnTo>
                  <a:lnTo>
                    <a:pt x="11561906" y="639142"/>
                  </a:lnTo>
                  <a:lnTo>
                    <a:pt x="11593928" y="639321"/>
                  </a:lnTo>
                  <a:lnTo>
                    <a:pt x="11626171" y="639192"/>
                  </a:lnTo>
                  <a:lnTo>
                    <a:pt x="11658634" y="638747"/>
                  </a:lnTo>
                  <a:lnTo>
                    <a:pt x="11724120" y="636890"/>
                  </a:lnTo>
                  <a:lnTo>
                    <a:pt x="11757011" y="635448"/>
                  </a:lnTo>
                  <a:lnTo>
                    <a:pt x="11789081" y="633675"/>
                  </a:lnTo>
                  <a:lnTo>
                    <a:pt x="11820496" y="631571"/>
                  </a:lnTo>
                  <a:lnTo>
                    <a:pt x="11851267" y="629141"/>
                  </a:lnTo>
                  <a:lnTo>
                    <a:pt x="11881414" y="626395"/>
                  </a:lnTo>
                  <a:lnTo>
                    <a:pt x="11910949" y="623339"/>
                  </a:lnTo>
                  <a:lnTo>
                    <a:pt x="11939887" y="619980"/>
                  </a:lnTo>
                  <a:lnTo>
                    <a:pt x="11968243" y="616325"/>
                  </a:lnTo>
                  <a:lnTo>
                    <a:pt x="11996029" y="612380"/>
                  </a:lnTo>
                  <a:lnTo>
                    <a:pt x="12023263" y="608153"/>
                  </a:lnTo>
                  <a:lnTo>
                    <a:pt x="12049952" y="603649"/>
                  </a:lnTo>
                  <a:lnTo>
                    <a:pt x="12076118" y="598880"/>
                  </a:lnTo>
                  <a:lnTo>
                    <a:pt x="12101773" y="593848"/>
                  </a:lnTo>
                  <a:lnTo>
                    <a:pt x="12126931" y="588564"/>
                  </a:lnTo>
                  <a:lnTo>
                    <a:pt x="12151607" y="583033"/>
                  </a:lnTo>
                  <a:lnTo>
                    <a:pt x="12175814" y="577262"/>
                  </a:lnTo>
                  <a:lnTo>
                    <a:pt x="12199560" y="571260"/>
                  </a:lnTo>
                  <a:lnTo>
                    <a:pt x="12222871" y="565033"/>
                  </a:lnTo>
                  <a:lnTo>
                    <a:pt x="12245754" y="558588"/>
                  </a:lnTo>
                  <a:lnTo>
                    <a:pt x="12268221" y="551934"/>
                  </a:lnTo>
                  <a:lnTo>
                    <a:pt x="12290292" y="545079"/>
                  </a:lnTo>
                  <a:lnTo>
                    <a:pt x="12311977" y="538028"/>
                  </a:lnTo>
                  <a:lnTo>
                    <a:pt x="12333293" y="530791"/>
                  </a:lnTo>
                  <a:lnTo>
                    <a:pt x="12354252" y="523374"/>
                  </a:lnTo>
                  <a:lnTo>
                    <a:pt x="12374865" y="515785"/>
                  </a:lnTo>
                  <a:lnTo>
                    <a:pt x="12395152" y="508032"/>
                  </a:lnTo>
                  <a:lnTo>
                    <a:pt x="12415122" y="500122"/>
                  </a:lnTo>
                  <a:lnTo>
                    <a:pt x="12434793" y="492064"/>
                  </a:lnTo>
                  <a:lnTo>
                    <a:pt x="12454177" y="483866"/>
                  </a:lnTo>
                  <a:lnTo>
                    <a:pt x="12473289" y="475534"/>
                  </a:lnTo>
                  <a:lnTo>
                    <a:pt x="12492142" y="467078"/>
                  </a:lnTo>
                  <a:lnTo>
                    <a:pt x="12510751" y="458503"/>
                  </a:lnTo>
                  <a:lnTo>
                    <a:pt x="12529130" y="449820"/>
                  </a:lnTo>
                  <a:lnTo>
                    <a:pt x="12547295" y="441034"/>
                  </a:lnTo>
                  <a:lnTo>
                    <a:pt x="12565257" y="432154"/>
                  </a:lnTo>
                  <a:lnTo>
                    <a:pt x="12583035" y="423188"/>
                  </a:lnTo>
                  <a:lnTo>
                    <a:pt x="12600641" y="414144"/>
                  </a:lnTo>
                  <a:lnTo>
                    <a:pt x="12618086" y="405028"/>
                  </a:lnTo>
                  <a:lnTo>
                    <a:pt x="12635390" y="395850"/>
                  </a:lnTo>
                  <a:lnTo>
                    <a:pt x="12652568" y="386615"/>
                  </a:lnTo>
                  <a:lnTo>
                    <a:pt x="12669630" y="377333"/>
                  </a:lnTo>
                  <a:lnTo>
                    <a:pt x="12686593" y="368009"/>
                  </a:lnTo>
                  <a:lnTo>
                    <a:pt x="12703470" y="358653"/>
                  </a:lnTo>
                  <a:lnTo>
                    <a:pt x="12720280" y="349270"/>
                  </a:lnTo>
                  <a:lnTo>
                    <a:pt x="12737032" y="339869"/>
                  </a:lnTo>
                  <a:lnTo>
                    <a:pt x="12753745" y="330457"/>
                  </a:lnTo>
                  <a:lnTo>
                    <a:pt x="12770434" y="321041"/>
                  </a:lnTo>
                  <a:lnTo>
                    <a:pt x="12787112" y="311627"/>
                  </a:lnTo>
                  <a:lnTo>
                    <a:pt x="12803793" y="302223"/>
                  </a:lnTo>
                  <a:lnTo>
                    <a:pt x="12820495" y="292836"/>
                  </a:lnTo>
                  <a:lnTo>
                    <a:pt x="12837228" y="283473"/>
                  </a:lnTo>
                  <a:lnTo>
                    <a:pt x="12854012" y="274142"/>
                  </a:lnTo>
                  <a:lnTo>
                    <a:pt x="12870861" y="264847"/>
                  </a:lnTo>
                  <a:lnTo>
                    <a:pt x="12887787" y="255598"/>
                  </a:lnTo>
                  <a:lnTo>
                    <a:pt x="12904809" y="246400"/>
                  </a:lnTo>
                  <a:lnTo>
                    <a:pt x="12921941" y="237258"/>
                  </a:lnTo>
                  <a:lnTo>
                    <a:pt x="12939194" y="228182"/>
                  </a:lnTo>
                  <a:lnTo>
                    <a:pt x="12956589" y="219177"/>
                  </a:lnTo>
                  <a:lnTo>
                    <a:pt x="12974139" y="210249"/>
                  </a:lnTo>
                  <a:lnTo>
                    <a:pt x="12991859" y="201405"/>
                  </a:lnTo>
                  <a:lnTo>
                    <a:pt x="13009762" y="192653"/>
                  </a:lnTo>
                  <a:lnTo>
                    <a:pt x="13027867" y="183997"/>
                  </a:lnTo>
                  <a:lnTo>
                    <a:pt x="13046189" y="175445"/>
                  </a:lnTo>
                  <a:lnTo>
                    <a:pt x="13064741" y="167002"/>
                  </a:lnTo>
                  <a:lnTo>
                    <a:pt x="13083541" y="158677"/>
                  </a:lnTo>
                  <a:lnTo>
                    <a:pt x="13102599" y="150475"/>
                  </a:lnTo>
                  <a:lnTo>
                    <a:pt x="13121940" y="142402"/>
                  </a:lnTo>
                  <a:lnTo>
                    <a:pt x="13141571" y="134464"/>
                  </a:lnTo>
                  <a:lnTo>
                    <a:pt x="13161511" y="126670"/>
                  </a:lnTo>
                  <a:lnTo>
                    <a:pt x="13181776" y="119025"/>
                  </a:lnTo>
                  <a:lnTo>
                    <a:pt x="13202380" y="111536"/>
                  </a:lnTo>
                  <a:lnTo>
                    <a:pt x="13223340" y="104209"/>
                  </a:lnTo>
                  <a:lnTo>
                    <a:pt x="13244672" y="97050"/>
                  </a:lnTo>
                  <a:lnTo>
                    <a:pt x="13266388" y="90068"/>
                  </a:lnTo>
                  <a:lnTo>
                    <a:pt x="13288509" y="83269"/>
                  </a:lnTo>
                  <a:lnTo>
                    <a:pt x="13311044" y="76659"/>
                  </a:lnTo>
                  <a:lnTo>
                    <a:pt x="13334017" y="70244"/>
                  </a:lnTo>
                  <a:lnTo>
                    <a:pt x="13357435" y="64034"/>
                  </a:lnTo>
                  <a:lnTo>
                    <a:pt x="13381320" y="58032"/>
                  </a:lnTo>
                  <a:lnTo>
                    <a:pt x="13405684" y="52248"/>
                  </a:lnTo>
                  <a:lnTo>
                    <a:pt x="13430542" y="46688"/>
                  </a:lnTo>
                  <a:lnTo>
                    <a:pt x="13455911" y="41359"/>
                  </a:lnTo>
                  <a:lnTo>
                    <a:pt x="13481808" y="36268"/>
                  </a:lnTo>
                  <a:lnTo>
                    <a:pt x="13508246" y="31422"/>
                  </a:lnTo>
                  <a:lnTo>
                    <a:pt x="13535239" y="26829"/>
                  </a:lnTo>
                  <a:lnTo>
                    <a:pt x="13562805" y="22495"/>
                  </a:lnTo>
                  <a:lnTo>
                    <a:pt x="13590962" y="18429"/>
                  </a:lnTo>
                  <a:lnTo>
                    <a:pt x="13619715" y="14635"/>
                  </a:lnTo>
                  <a:lnTo>
                    <a:pt x="13649091" y="11124"/>
                  </a:lnTo>
                  <a:lnTo>
                    <a:pt x="13679099" y="7900"/>
                  </a:lnTo>
                  <a:lnTo>
                    <a:pt x="13709754" y="4974"/>
                  </a:lnTo>
                  <a:lnTo>
                    <a:pt x="13741073" y="2349"/>
                  </a:lnTo>
                  <a:lnTo>
                    <a:pt x="13773068" y="35"/>
                  </a:lnTo>
                  <a:close/>
                </a:path>
              </a:pathLst>
            </a:custGeom>
            <a:gradFill flip="none" rotWithShape="1">
              <a:gsLst>
                <a:gs pos="0">
                  <a:schemeClr val="accent1">
                    <a:alpha val="16000"/>
                  </a:schemeClr>
                </a:gs>
                <a:gs pos="100000">
                  <a:schemeClr val="accent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dirty="0">
                <a:ln>
                  <a:noFill/>
                </a:ln>
                <a:solidFill>
                  <a:prstClr val="white"/>
                </a:solidFill>
                <a:effectLst/>
                <a:uLnTx/>
                <a:uFillTx/>
                <a:latin typeface="Roboto Regular"/>
                <a:ea typeface="思源黑体 CN Regular"/>
                <a:cs typeface="+mn-cs"/>
              </a:endParaRPr>
            </a:p>
          </p:txBody>
        </p:sp>
        <p:sp>
          <p:nvSpPr>
            <p:cNvPr id="14" name="任意多边形: 形状 13"/>
            <p:cNvSpPr/>
            <p:nvPr>
              <p:custDataLst>
                <p:tags r:id="rId61"/>
              </p:custDataLst>
            </p:nvPr>
          </p:nvSpPr>
          <p:spPr>
            <a:xfrm>
              <a:off x="-418959" y="5983150"/>
              <a:ext cx="12610959" cy="2347966"/>
            </a:xfrm>
            <a:custGeom>
              <a:avLst/>
              <a:gdLst>
                <a:gd name="connsiteX0" fmla="*/ 5980769 w 12610959"/>
                <a:gd name="connsiteY0" fmla="*/ 506684 h 2347966"/>
                <a:gd name="connsiteX1" fmla="*/ 5980769 w 12610959"/>
                <a:gd name="connsiteY1" fmla="*/ 2347966 h 2347966"/>
                <a:gd name="connsiteX2" fmla="*/ 4958994 w 12610959"/>
                <a:gd name="connsiteY2" fmla="*/ 2347966 h 2347966"/>
                <a:gd name="connsiteX3" fmla="*/ 4958994 w 12610959"/>
                <a:gd name="connsiteY3" fmla="*/ 530547 h 2347966"/>
                <a:gd name="connsiteX4" fmla="*/ 4989458 w 12610959"/>
                <a:gd name="connsiteY4" fmla="*/ 533616 h 2347966"/>
                <a:gd name="connsiteX5" fmla="*/ 5021413 w 12610959"/>
                <a:gd name="connsiteY5" fmla="*/ 536602 h 2347966"/>
                <a:gd name="connsiteX6" fmla="*/ 5053436 w 12610959"/>
                <a:gd name="connsiteY6" fmla="*/ 539352 h 2347966"/>
                <a:gd name="connsiteX7" fmla="*/ 5085530 w 12610959"/>
                <a:gd name="connsiteY7" fmla="*/ 541862 h 2347966"/>
                <a:gd name="connsiteX8" fmla="*/ 5117691 w 12610959"/>
                <a:gd name="connsiteY8" fmla="*/ 544124 h 2347966"/>
                <a:gd name="connsiteX9" fmla="*/ 5149925 w 12610959"/>
                <a:gd name="connsiteY9" fmla="*/ 546133 h 2347966"/>
                <a:gd name="connsiteX10" fmla="*/ 5182232 w 12610959"/>
                <a:gd name="connsiteY10" fmla="*/ 547882 h 2347966"/>
                <a:gd name="connsiteX11" fmla="*/ 5214612 w 12610959"/>
                <a:gd name="connsiteY11" fmla="*/ 549366 h 2347966"/>
                <a:gd name="connsiteX12" fmla="*/ 5247070 w 12610959"/>
                <a:gd name="connsiteY12" fmla="*/ 550577 h 2347966"/>
                <a:gd name="connsiteX13" fmla="*/ 5279602 w 12610959"/>
                <a:gd name="connsiteY13" fmla="*/ 551508 h 2347966"/>
                <a:gd name="connsiteX14" fmla="*/ 5312213 w 12610959"/>
                <a:gd name="connsiteY14" fmla="*/ 552157 h 2347966"/>
                <a:gd name="connsiteX15" fmla="*/ 5344906 w 12610959"/>
                <a:gd name="connsiteY15" fmla="*/ 552514 h 2347966"/>
                <a:gd name="connsiteX16" fmla="*/ 5410404 w 12610959"/>
                <a:gd name="connsiteY16" fmla="*/ 552331 h 2347966"/>
                <a:gd name="connsiteX17" fmla="*/ 5443478 w 12610959"/>
                <a:gd name="connsiteY17" fmla="*/ 551779 h 2347966"/>
                <a:gd name="connsiteX18" fmla="*/ 5476539 w 12610959"/>
                <a:gd name="connsiteY18" fmla="*/ 550927 h 2347966"/>
                <a:gd name="connsiteX19" fmla="*/ 5509710 w 12610959"/>
                <a:gd name="connsiteY19" fmla="*/ 549781 h 2347966"/>
                <a:gd name="connsiteX20" fmla="*/ 5542990 w 12610959"/>
                <a:gd name="connsiteY20" fmla="*/ 548343 h 2347966"/>
                <a:gd name="connsiteX21" fmla="*/ 5576379 w 12610959"/>
                <a:gd name="connsiteY21" fmla="*/ 546624 h 2347966"/>
                <a:gd name="connsiteX22" fmla="*/ 5609871 w 12610959"/>
                <a:gd name="connsiteY22" fmla="*/ 544628 h 2347966"/>
                <a:gd name="connsiteX23" fmla="*/ 5643460 w 12610959"/>
                <a:gd name="connsiteY23" fmla="*/ 542362 h 2347966"/>
                <a:gd name="connsiteX24" fmla="*/ 5677153 w 12610959"/>
                <a:gd name="connsiteY24" fmla="*/ 539832 h 2347966"/>
                <a:gd name="connsiteX25" fmla="*/ 5710941 w 12610959"/>
                <a:gd name="connsiteY25" fmla="*/ 537044 h 2347966"/>
                <a:gd name="connsiteX26" fmla="*/ 5744818 w 12610959"/>
                <a:gd name="connsiteY26" fmla="*/ 534004 h 2347966"/>
                <a:gd name="connsiteX27" fmla="*/ 5778787 w 12610959"/>
                <a:gd name="connsiteY27" fmla="*/ 530718 h 2347966"/>
                <a:gd name="connsiteX28" fmla="*/ 5812848 w 12610959"/>
                <a:gd name="connsiteY28" fmla="*/ 527194 h 2347966"/>
                <a:gd name="connsiteX29" fmla="*/ 5846991 w 12610959"/>
                <a:gd name="connsiteY29" fmla="*/ 523437 h 2347966"/>
                <a:gd name="connsiteX30" fmla="*/ 5881217 w 12610959"/>
                <a:gd name="connsiteY30" fmla="*/ 519453 h 2347966"/>
                <a:gd name="connsiteX31" fmla="*/ 5915523 w 12610959"/>
                <a:gd name="connsiteY31" fmla="*/ 515248 h 2347966"/>
                <a:gd name="connsiteX32" fmla="*/ 5949907 w 12610959"/>
                <a:gd name="connsiteY32" fmla="*/ 510829 h 2347966"/>
                <a:gd name="connsiteX33" fmla="*/ 903759 w 12610959"/>
                <a:gd name="connsiteY33" fmla="*/ 294230 h 2347966"/>
                <a:gd name="connsiteX34" fmla="*/ 903759 w 12610959"/>
                <a:gd name="connsiteY34" fmla="*/ 2347966 h 2347966"/>
                <a:gd name="connsiteX35" fmla="*/ 0 w 12610959"/>
                <a:gd name="connsiteY35" fmla="*/ 2347966 h 2347966"/>
                <a:gd name="connsiteX36" fmla="*/ 0 w 12610959"/>
                <a:gd name="connsiteY36" fmla="*/ 502789 h 2347966"/>
                <a:gd name="connsiteX37" fmla="*/ 28447 w 12610959"/>
                <a:gd name="connsiteY37" fmla="*/ 496954 h 2347966"/>
                <a:gd name="connsiteX38" fmla="*/ 61336 w 12610959"/>
                <a:gd name="connsiteY38" fmla="*/ 490100 h 2347966"/>
                <a:gd name="connsiteX39" fmla="*/ 94198 w 12610959"/>
                <a:gd name="connsiteY39" fmla="*/ 483146 h 2347966"/>
                <a:gd name="connsiteX40" fmla="*/ 127034 w 12610959"/>
                <a:gd name="connsiteY40" fmla="*/ 476099 h 2347966"/>
                <a:gd name="connsiteX41" fmla="*/ 159843 w 12610959"/>
                <a:gd name="connsiteY41" fmla="*/ 468963 h 2347966"/>
                <a:gd name="connsiteX42" fmla="*/ 192626 w 12610959"/>
                <a:gd name="connsiteY42" fmla="*/ 461746 h 2347966"/>
                <a:gd name="connsiteX43" fmla="*/ 225383 w 12610959"/>
                <a:gd name="connsiteY43" fmla="*/ 454451 h 2347966"/>
                <a:gd name="connsiteX44" fmla="*/ 258115 w 12610959"/>
                <a:gd name="connsiteY44" fmla="*/ 447086 h 2347966"/>
                <a:gd name="connsiteX45" fmla="*/ 290820 w 12610959"/>
                <a:gd name="connsiteY45" fmla="*/ 439654 h 2347966"/>
                <a:gd name="connsiteX46" fmla="*/ 323501 w 12610959"/>
                <a:gd name="connsiteY46" fmla="*/ 432163 h 2347966"/>
                <a:gd name="connsiteX47" fmla="*/ 356156 w 12610959"/>
                <a:gd name="connsiteY47" fmla="*/ 424617 h 2347966"/>
                <a:gd name="connsiteX48" fmla="*/ 388787 w 12610959"/>
                <a:gd name="connsiteY48" fmla="*/ 417021 h 2347966"/>
                <a:gd name="connsiteX49" fmla="*/ 421393 w 12610959"/>
                <a:gd name="connsiteY49" fmla="*/ 409382 h 2347966"/>
                <a:gd name="connsiteX50" fmla="*/ 453975 w 12610959"/>
                <a:gd name="connsiteY50" fmla="*/ 401704 h 2347966"/>
                <a:gd name="connsiteX51" fmla="*/ 486532 w 12610959"/>
                <a:gd name="connsiteY51" fmla="*/ 393994 h 2347966"/>
                <a:gd name="connsiteX52" fmla="*/ 519065 w 12610959"/>
                <a:gd name="connsiteY52" fmla="*/ 386257 h 2347966"/>
                <a:gd name="connsiteX53" fmla="*/ 551575 w 12610959"/>
                <a:gd name="connsiteY53" fmla="*/ 378499 h 2347966"/>
                <a:gd name="connsiteX54" fmla="*/ 584061 w 12610959"/>
                <a:gd name="connsiteY54" fmla="*/ 370724 h 2347966"/>
                <a:gd name="connsiteX55" fmla="*/ 616524 w 12610959"/>
                <a:gd name="connsiteY55" fmla="*/ 362939 h 2347966"/>
                <a:gd name="connsiteX56" fmla="*/ 648963 w 12610959"/>
                <a:gd name="connsiteY56" fmla="*/ 355149 h 2347966"/>
                <a:gd name="connsiteX57" fmla="*/ 681380 w 12610959"/>
                <a:gd name="connsiteY57" fmla="*/ 347359 h 2347966"/>
                <a:gd name="connsiteX58" fmla="*/ 713774 w 12610959"/>
                <a:gd name="connsiteY58" fmla="*/ 339575 h 2347966"/>
                <a:gd name="connsiteX59" fmla="*/ 746146 w 12610959"/>
                <a:gd name="connsiteY59" fmla="*/ 331802 h 2347966"/>
                <a:gd name="connsiteX60" fmla="*/ 778495 w 12610959"/>
                <a:gd name="connsiteY60" fmla="*/ 324046 h 2347966"/>
                <a:gd name="connsiteX61" fmla="*/ 810822 w 12610959"/>
                <a:gd name="connsiteY61" fmla="*/ 316314 h 2347966"/>
                <a:gd name="connsiteX62" fmla="*/ 843127 w 12610959"/>
                <a:gd name="connsiteY62" fmla="*/ 308609 h 2347966"/>
                <a:gd name="connsiteX63" fmla="*/ 875410 w 12610959"/>
                <a:gd name="connsiteY63" fmla="*/ 300937 h 2347966"/>
                <a:gd name="connsiteX64" fmla="*/ 3440694 w 12610959"/>
                <a:gd name="connsiteY64" fmla="*/ 221279 h 2347966"/>
                <a:gd name="connsiteX65" fmla="*/ 3447007 w 12610959"/>
                <a:gd name="connsiteY65" fmla="*/ 222676 h 2347966"/>
                <a:gd name="connsiteX66" fmla="*/ 3477368 w 12610959"/>
                <a:gd name="connsiteY66" fmla="*/ 229476 h 2347966"/>
                <a:gd name="connsiteX67" fmla="*/ 3507727 w 12610959"/>
                <a:gd name="connsiteY67" fmla="*/ 236351 h 2347966"/>
                <a:gd name="connsiteX68" fmla="*/ 3538085 w 12610959"/>
                <a:gd name="connsiteY68" fmla="*/ 243294 h 2347966"/>
                <a:gd name="connsiteX69" fmla="*/ 3568443 w 12610959"/>
                <a:gd name="connsiteY69" fmla="*/ 250299 h 2347966"/>
                <a:gd name="connsiteX70" fmla="*/ 3598802 w 12610959"/>
                <a:gd name="connsiteY70" fmla="*/ 257361 h 2347966"/>
                <a:gd name="connsiteX71" fmla="*/ 3629165 w 12610959"/>
                <a:gd name="connsiteY71" fmla="*/ 264473 h 2347966"/>
                <a:gd name="connsiteX72" fmla="*/ 3659531 w 12610959"/>
                <a:gd name="connsiteY72" fmla="*/ 271629 h 2347966"/>
                <a:gd name="connsiteX73" fmla="*/ 3689904 w 12610959"/>
                <a:gd name="connsiteY73" fmla="*/ 278823 h 2347966"/>
                <a:gd name="connsiteX74" fmla="*/ 3720283 w 12610959"/>
                <a:gd name="connsiteY74" fmla="*/ 286049 h 2347966"/>
                <a:gd name="connsiteX75" fmla="*/ 3750672 w 12610959"/>
                <a:gd name="connsiteY75" fmla="*/ 293301 h 2347966"/>
                <a:gd name="connsiteX76" fmla="*/ 3781070 w 12610959"/>
                <a:gd name="connsiteY76" fmla="*/ 300571 h 2347966"/>
                <a:gd name="connsiteX77" fmla="*/ 3811480 w 12610959"/>
                <a:gd name="connsiteY77" fmla="*/ 307856 h 2347966"/>
                <a:gd name="connsiteX78" fmla="*/ 3841902 w 12610959"/>
                <a:gd name="connsiteY78" fmla="*/ 315147 h 2347966"/>
                <a:gd name="connsiteX79" fmla="*/ 3872338 w 12610959"/>
                <a:gd name="connsiteY79" fmla="*/ 322440 h 2347966"/>
                <a:gd name="connsiteX80" fmla="*/ 3902790 w 12610959"/>
                <a:gd name="connsiteY80" fmla="*/ 329727 h 2347966"/>
                <a:gd name="connsiteX81" fmla="*/ 3933260 w 12610959"/>
                <a:gd name="connsiteY81" fmla="*/ 337003 h 2347966"/>
                <a:gd name="connsiteX82" fmla="*/ 3963748 w 12610959"/>
                <a:gd name="connsiteY82" fmla="*/ 344262 h 2347966"/>
                <a:gd name="connsiteX83" fmla="*/ 3994255 w 12610959"/>
                <a:gd name="connsiteY83" fmla="*/ 351498 h 2347966"/>
                <a:gd name="connsiteX84" fmla="*/ 4024784 w 12610959"/>
                <a:gd name="connsiteY84" fmla="*/ 358704 h 2347966"/>
                <a:gd name="connsiteX85" fmla="*/ 4055336 w 12610959"/>
                <a:gd name="connsiteY85" fmla="*/ 365874 h 2347966"/>
                <a:gd name="connsiteX86" fmla="*/ 4085911 w 12610959"/>
                <a:gd name="connsiteY86" fmla="*/ 373002 h 2347966"/>
                <a:gd name="connsiteX87" fmla="*/ 4116513 w 12610959"/>
                <a:gd name="connsiteY87" fmla="*/ 380083 h 2347966"/>
                <a:gd name="connsiteX88" fmla="*/ 4147141 w 12610959"/>
                <a:gd name="connsiteY88" fmla="*/ 387108 h 2347966"/>
                <a:gd name="connsiteX89" fmla="*/ 4177798 w 12610959"/>
                <a:gd name="connsiteY89" fmla="*/ 394073 h 2347966"/>
                <a:gd name="connsiteX90" fmla="*/ 4201414 w 12610959"/>
                <a:gd name="connsiteY90" fmla="*/ 399382 h 2347966"/>
                <a:gd name="connsiteX91" fmla="*/ 4201414 w 12610959"/>
                <a:gd name="connsiteY91" fmla="*/ 2347966 h 2347966"/>
                <a:gd name="connsiteX92" fmla="*/ 3440694 w 12610959"/>
                <a:gd name="connsiteY92" fmla="*/ 2347966 h 2347966"/>
                <a:gd name="connsiteX93" fmla="*/ 12610959 w 12610959"/>
                <a:gd name="connsiteY93" fmla="*/ 200924 h 2347966"/>
                <a:gd name="connsiteX94" fmla="*/ 12610959 w 12610959"/>
                <a:gd name="connsiteY94" fmla="*/ 2347966 h 2347966"/>
                <a:gd name="connsiteX95" fmla="*/ 11878330 w 12610959"/>
                <a:gd name="connsiteY95" fmla="*/ 2347966 h 2347966"/>
                <a:gd name="connsiteX96" fmla="*/ 11878330 w 12610959"/>
                <a:gd name="connsiteY96" fmla="*/ 439512 h 2347966"/>
                <a:gd name="connsiteX97" fmla="*/ 11891483 w 12610959"/>
                <a:gd name="connsiteY97" fmla="*/ 437985 h 2347966"/>
                <a:gd name="connsiteX98" fmla="*/ 11919839 w 12610959"/>
                <a:gd name="connsiteY98" fmla="*/ 434330 h 2347966"/>
                <a:gd name="connsiteX99" fmla="*/ 11947625 w 12610959"/>
                <a:gd name="connsiteY99" fmla="*/ 430385 h 2347966"/>
                <a:gd name="connsiteX100" fmla="*/ 11974859 w 12610959"/>
                <a:gd name="connsiteY100" fmla="*/ 426158 h 2347966"/>
                <a:gd name="connsiteX101" fmla="*/ 12001548 w 12610959"/>
                <a:gd name="connsiteY101" fmla="*/ 421654 h 2347966"/>
                <a:gd name="connsiteX102" fmla="*/ 12027714 w 12610959"/>
                <a:gd name="connsiteY102" fmla="*/ 416885 h 2347966"/>
                <a:gd name="connsiteX103" fmla="*/ 12053369 w 12610959"/>
                <a:gd name="connsiteY103" fmla="*/ 411853 h 2347966"/>
                <a:gd name="connsiteX104" fmla="*/ 12078527 w 12610959"/>
                <a:gd name="connsiteY104" fmla="*/ 406569 h 2347966"/>
                <a:gd name="connsiteX105" fmla="*/ 12103203 w 12610959"/>
                <a:gd name="connsiteY105" fmla="*/ 401038 h 2347966"/>
                <a:gd name="connsiteX106" fmla="*/ 12127410 w 12610959"/>
                <a:gd name="connsiteY106" fmla="*/ 395267 h 2347966"/>
                <a:gd name="connsiteX107" fmla="*/ 12151156 w 12610959"/>
                <a:gd name="connsiteY107" fmla="*/ 389265 h 2347966"/>
                <a:gd name="connsiteX108" fmla="*/ 12174467 w 12610959"/>
                <a:gd name="connsiteY108" fmla="*/ 383038 h 2347966"/>
                <a:gd name="connsiteX109" fmla="*/ 12197350 w 12610959"/>
                <a:gd name="connsiteY109" fmla="*/ 376593 h 2347966"/>
                <a:gd name="connsiteX110" fmla="*/ 12219817 w 12610959"/>
                <a:gd name="connsiteY110" fmla="*/ 369939 h 2347966"/>
                <a:gd name="connsiteX111" fmla="*/ 12241888 w 12610959"/>
                <a:gd name="connsiteY111" fmla="*/ 363084 h 2347966"/>
                <a:gd name="connsiteX112" fmla="*/ 12263573 w 12610959"/>
                <a:gd name="connsiteY112" fmla="*/ 356033 h 2347966"/>
                <a:gd name="connsiteX113" fmla="*/ 12284889 w 12610959"/>
                <a:gd name="connsiteY113" fmla="*/ 348796 h 2347966"/>
                <a:gd name="connsiteX114" fmla="*/ 12305848 w 12610959"/>
                <a:gd name="connsiteY114" fmla="*/ 341379 h 2347966"/>
                <a:gd name="connsiteX115" fmla="*/ 12326461 w 12610959"/>
                <a:gd name="connsiteY115" fmla="*/ 333790 h 2347966"/>
                <a:gd name="connsiteX116" fmla="*/ 12346748 w 12610959"/>
                <a:gd name="connsiteY116" fmla="*/ 326037 h 2347966"/>
                <a:gd name="connsiteX117" fmla="*/ 12366718 w 12610959"/>
                <a:gd name="connsiteY117" fmla="*/ 318127 h 2347966"/>
                <a:gd name="connsiteX118" fmla="*/ 12386389 w 12610959"/>
                <a:gd name="connsiteY118" fmla="*/ 310069 h 2347966"/>
                <a:gd name="connsiteX119" fmla="*/ 12405773 w 12610959"/>
                <a:gd name="connsiteY119" fmla="*/ 301871 h 2347966"/>
                <a:gd name="connsiteX120" fmla="*/ 12424885 w 12610959"/>
                <a:gd name="connsiteY120" fmla="*/ 293539 h 2347966"/>
                <a:gd name="connsiteX121" fmla="*/ 12443738 w 12610959"/>
                <a:gd name="connsiteY121" fmla="*/ 285083 h 2347966"/>
                <a:gd name="connsiteX122" fmla="*/ 12462347 w 12610959"/>
                <a:gd name="connsiteY122" fmla="*/ 276508 h 2347966"/>
                <a:gd name="connsiteX123" fmla="*/ 12480726 w 12610959"/>
                <a:gd name="connsiteY123" fmla="*/ 267825 h 2347966"/>
                <a:gd name="connsiteX124" fmla="*/ 12498891 w 12610959"/>
                <a:gd name="connsiteY124" fmla="*/ 259039 h 2347966"/>
                <a:gd name="connsiteX125" fmla="*/ 12516853 w 12610959"/>
                <a:gd name="connsiteY125" fmla="*/ 250159 h 2347966"/>
                <a:gd name="connsiteX126" fmla="*/ 12534631 w 12610959"/>
                <a:gd name="connsiteY126" fmla="*/ 241193 h 2347966"/>
                <a:gd name="connsiteX127" fmla="*/ 12552237 w 12610959"/>
                <a:gd name="connsiteY127" fmla="*/ 232149 h 2347966"/>
                <a:gd name="connsiteX128" fmla="*/ 12569682 w 12610959"/>
                <a:gd name="connsiteY128" fmla="*/ 223033 h 2347966"/>
                <a:gd name="connsiteX129" fmla="*/ 12586986 w 12610959"/>
                <a:gd name="connsiteY129" fmla="*/ 213855 h 2347966"/>
                <a:gd name="connsiteX130" fmla="*/ 12604164 w 12610959"/>
                <a:gd name="connsiteY130" fmla="*/ 204620 h 2347966"/>
                <a:gd name="connsiteX131" fmla="*/ 10098973 w 12610959"/>
                <a:gd name="connsiteY131" fmla="*/ 200320 h 2347966"/>
                <a:gd name="connsiteX132" fmla="*/ 10124330 w 12610959"/>
                <a:gd name="connsiteY132" fmla="*/ 207223 h 2347966"/>
                <a:gd name="connsiteX133" fmla="*/ 10150841 w 12610959"/>
                <a:gd name="connsiteY133" fmla="*/ 214459 h 2347966"/>
                <a:gd name="connsiteX134" fmla="*/ 10177361 w 12610959"/>
                <a:gd name="connsiteY134" fmla="*/ 221710 h 2347966"/>
                <a:gd name="connsiteX135" fmla="*/ 10203895 w 12610959"/>
                <a:gd name="connsiteY135" fmla="*/ 228968 h 2347966"/>
                <a:gd name="connsiteX136" fmla="*/ 10230443 w 12610959"/>
                <a:gd name="connsiteY136" fmla="*/ 236227 h 2347966"/>
                <a:gd name="connsiteX137" fmla="*/ 10257013 w 12610959"/>
                <a:gd name="connsiteY137" fmla="*/ 243478 h 2347966"/>
                <a:gd name="connsiteX138" fmla="*/ 10283610 w 12610959"/>
                <a:gd name="connsiteY138" fmla="*/ 250719 h 2347966"/>
                <a:gd name="connsiteX139" fmla="*/ 10310239 w 12610959"/>
                <a:gd name="connsiteY139" fmla="*/ 257941 h 2347966"/>
                <a:gd name="connsiteX140" fmla="*/ 10336899 w 12610959"/>
                <a:gd name="connsiteY140" fmla="*/ 265137 h 2347966"/>
                <a:gd name="connsiteX141" fmla="*/ 10363601 w 12610959"/>
                <a:gd name="connsiteY141" fmla="*/ 272302 h 2347966"/>
                <a:gd name="connsiteX142" fmla="*/ 10390344 w 12610959"/>
                <a:gd name="connsiteY142" fmla="*/ 279428 h 2347966"/>
                <a:gd name="connsiteX143" fmla="*/ 10417137 w 12610959"/>
                <a:gd name="connsiteY143" fmla="*/ 286510 h 2347966"/>
                <a:gd name="connsiteX144" fmla="*/ 10443982 w 12610959"/>
                <a:gd name="connsiteY144" fmla="*/ 293540 h 2347966"/>
                <a:gd name="connsiteX145" fmla="*/ 10470882 w 12610959"/>
                <a:gd name="connsiteY145" fmla="*/ 300511 h 2347966"/>
                <a:gd name="connsiteX146" fmla="*/ 10497845 w 12610959"/>
                <a:gd name="connsiteY146" fmla="*/ 307419 h 2347966"/>
                <a:gd name="connsiteX147" fmla="*/ 10524872 w 12610959"/>
                <a:gd name="connsiteY147" fmla="*/ 314255 h 2347966"/>
                <a:gd name="connsiteX148" fmla="*/ 10551969 w 12610959"/>
                <a:gd name="connsiteY148" fmla="*/ 321013 h 2347966"/>
                <a:gd name="connsiteX149" fmla="*/ 10579140 w 12610959"/>
                <a:gd name="connsiteY149" fmla="*/ 327687 h 2347966"/>
                <a:gd name="connsiteX150" fmla="*/ 10606389 w 12610959"/>
                <a:gd name="connsiteY150" fmla="*/ 334270 h 2347966"/>
                <a:gd name="connsiteX151" fmla="*/ 10633722 w 12610959"/>
                <a:gd name="connsiteY151" fmla="*/ 340756 h 2347966"/>
                <a:gd name="connsiteX152" fmla="*/ 10661141 w 12610959"/>
                <a:gd name="connsiteY152" fmla="*/ 347137 h 2347966"/>
                <a:gd name="connsiteX153" fmla="*/ 10688652 w 12610959"/>
                <a:gd name="connsiteY153" fmla="*/ 353408 h 2347966"/>
                <a:gd name="connsiteX154" fmla="*/ 10716259 w 12610959"/>
                <a:gd name="connsiteY154" fmla="*/ 359561 h 2347966"/>
                <a:gd name="connsiteX155" fmla="*/ 10743965 w 12610959"/>
                <a:gd name="connsiteY155" fmla="*/ 365591 h 2347966"/>
                <a:gd name="connsiteX156" fmla="*/ 10771775 w 12610959"/>
                <a:gd name="connsiteY156" fmla="*/ 371489 h 2347966"/>
                <a:gd name="connsiteX157" fmla="*/ 10799695 w 12610959"/>
                <a:gd name="connsiteY157" fmla="*/ 377251 h 2347966"/>
                <a:gd name="connsiteX158" fmla="*/ 10827728 w 12610959"/>
                <a:gd name="connsiteY158" fmla="*/ 382868 h 2347966"/>
                <a:gd name="connsiteX159" fmla="*/ 10855879 w 12610959"/>
                <a:gd name="connsiteY159" fmla="*/ 388336 h 2347966"/>
                <a:gd name="connsiteX160" fmla="*/ 10884149 w 12610959"/>
                <a:gd name="connsiteY160" fmla="*/ 393646 h 2347966"/>
                <a:gd name="connsiteX161" fmla="*/ 10912547 w 12610959"/>
                <a:gd name="connsiteY161" fmla="*/ 398793 h 2347966"/>
                <a:gd name="connsiteX162" fmla="*/ 10941074 w 12610959"/>
                <a:gd name="connsiteY162" fmla="*/ 403769 h 2347966"/>
                <a:gd name="connsiteX163" fmla="*/ 10969737 w 12610959"/>
                <a:gd name="connsiteY163" fmla="*/ 408569 h 2347966"/>
                <a:gd name="connsiteX164" fmla="*/ 10998538 w 12610959"/>
                <a:gd name="connsiteY164" fmla="*/ 413184 h 2347966"/>
                <a:gd name="connsiteX165" fmla="*/ 11027482 w 12610959"/>
                <a:gd name="connsiteY165" fmla="*/ 417610 h 2347966"/>
                <a:gd name="connsiteX166" fmla="*/ 11056574 w 12610959"/>
                <a:gd name="connsiteY166" fmla="*/ 421839 h 2347966"/>
                <a:gd name="connsiteX167" fmla="*/ 11085816 w 12610959"/>
                <a:gd name="connsiteY167" fmla="*/ 425864 h 2347966"/>
                <a:gd name="connsiteX168" fmla="*/ 11115215 w 12610959"/>
                <a:gd name="connsiteY168" fmla="*/ 429679 h 2347966"/>
                <a:gd name="connsiteX169" fmla="*/ 11120747 w 12610959"/>
                <a:gd name="connsiteY169" fmla="*/ 430353 h 2347966"/>
                <a:gd name="connsiteX170" fmla="*/ 11120747 w 12610959"/>
                <a:gd name="connsiteY170" fmla="*/ 2347966 h 2347966"/>
                <a:gd name="connsiteX171" fmla="*/ 10098973 w 12610959"/>
                <a:gd name="connsiteY171" fmla="*/ 2347966 h 2347966"/>
                <a:gd name="connsiteX172" fmla="*/ 7760122 w 12610959"/>
                <a:gd name="connsiteY172" fmla="*/ 141301 h 2347966"/>
                <a:gd name="connsiteX173" fmla="*/ 7760122 w 12610959"/>
                <a:gd name="connsiteY173" fmla="*/ 2347966 h 2347966"/>
                <a:gd name="connsiteX174" fmla="*/ 6738348 w 12610959"/>
                <a:gd name="connsiteY174" fmla="*/ 2347966 h 2347966"/>
                <a:gd name="connsiteX175" fmla="*/ 6738348 w 12610959"/>
                <a:gd name="connsiteY175" fmla="*/ 367939 h 2347966"/>
                <a:gd name="connsiteX176" fmla="*/ 6755921 w 12610959"/>
                <a:gd name="connsiteY176" fmla="*/ 364141 h 2347966"/>
                <a:gd name="connsiteX177" fmla="*/ 6791357 w 12610959"/>
                <a:gd name="connsiteY177" fmla="*/ 356419 h 2347966"/>
                <a:gd name="connsiteX178" fmla="*/ 6826804 w 12610959"/>
                <a:gd name="connsiteY178" fmla="*/ 348635 h 2347966"/>
                <a:gd name="connsiteX179" fmla="*/ 6862259 w 12610959"/>
                <a:gd name="connsiteY179" fmla="*/ 340797 h 2347966"/>
                <a:gd name="connsiteX180" fmla="*/ 6897719 w 12610959"/>
                <a:gd name="connsiteY180" fmla="*/ 332909 h 2347966"/>
                <a:gd name="connsiteX181" fmla="*/ 6933181 w 12610959"/>
                <a:gd name="connsiteY181" fmla="*/ 324979 h 2347966"/>
                <a:gd name="connsiteX182" fmla="*/ 6968643 w 12610959"/>
                <a:gd name="connsiteY182" fmla="*/ 317012 h 2347966"/>
                <a:gd name="connsiteX183" fmla="*/ 7004101 w 12610959"/>
                <a:gd name="connsiteY183" fmla="*/ 309014 h 2347966"/>
                <a:gd name="connsiteX184" fmla="*/ 7039552 w 12610959"/>
                <a:gd name="connsiteY184" fmla="*/ 300992 h 2347966"/>
                <a:gd name="connsiteX185" fmla="*/ 7074996 w 12610959"/>
                <a:gd name="connsiteY185" fmla="*/ 292951 h 2347966"/>
                <a:gd name="connsiteX186" fmla="*/ 7110427 w 12610959"/>
                <a:gd name="connsiteY186" fmla="*/ 284899 h 2347966"/>
                <a:gd name="connsiteX187" fmla="*/ 7145845 w 12610959"/>
                <a:gd name="connsiteY187" fmla="*/ 276840 h 2347966"/>
                <a:gd name="connsiteX188" fmla="*/ 7181244 w 12610959"/>
                <a:gd name="connsiteY188" fmla="*/ 268781 h 2347966"/>
                <a:gd name="connsiteX189" fmla="*/ 7216625 w 12610959"/>
                <a:gd name="connsiteY189" fmla="*/ 260728 h 2347966"/>
                <a:gd name="connsiteX190" fmla="*/ 7251983 w 12610959"/>
                <a:gd name="connsiteY190" fmla="*/ 252688 h 2347966"/>
                <a:gd name="connsiteX191" fmla="*/ 7287315 w 12610959"/>
                <a:gd name="connsiteY191" fmla="*/ 244665 h 2347966"/>
                <a:gd name="connsiteX192" fmla="*/ 7322620 w 12610959"/>
                <a:gd name="connsiteY192" fmla="*/ 236667 h 2347966"/>
                <a:gd name="connsiteX193" fmla="*/ 7357895 w 12610959"/>
                <a:gd name="connsiteY193" fmla="*/ 228699 h 2347966"/>
                <a:gd name="connsiteX194" fmla="*/ 7393134 w 12610959"/>
                <a:gd name="connsiteY194" fmla="*/ 220768 h 2347966"/>
                <a:gd name="connsiteX195" fmla="*/ 7428338 w 12610959"/>
                <a:gd name="connsiteY195" fmla="*/ 212879 h 2347966"/>
                <a:gd name="connsiteX196" fmla="*/ 7463503 w 12610959"/>
                <a:gd name="connsiteY196" fmla="*/ 205039 h 2347966"/>
                <a:gd name="connsiteX197" fmla="*/ 7498626 w 12610959"/>
                <a:gd name="connsiteY197" fmla="*/ 197254 h 2347966"/>
                <a:gd name="connsiteX198" fmla="*/ 7533705 w 12610959"/>
                <a:gd name="connsiteY198" fmla="*/ 189530 h 2347966"/>
                <a:gd name="connsiteX199" fmla="*/ 7568735 w 12610959"/>
                <a:gd name="connsiteY199" fmla="*/ 181873 h 2347966"/>
                <a:gd name="connsiteX200" fmla="*/ 7603715 w 12610959"/>
                <a:gd name="connsiteY200" fmla="*/ 174288 h 2347966"/>
                <a:gd name="connsiteX201" fmla="*/ 7638643 w 12610959"/>
                <a:gd name="connsiteY201" fmla="*/ 166783 h 2347966"/>
                <a:gd name="connsiteX202" fmla="*/ 7673515 w 12610959"/>
                <a:gd name="connsiteY202" fmla="*/ 159363 h 2347966"/>
                <a:gd name="connsiteX203" fmla="*/ 7708328 w 12610959"/>
                <a:gd name="connsiteY203" fmla="*/ 152034 h 2347966"/>
                <a:gd name="connsiteX204" fmla="*/ 7743080 w 12610959"/>
                <a:gd name="connsiteY204" fmla="*/ 144803 h 2347966"/>
                <a:gd name="connsiteX205" fmla="*/ 2340291 w 12610959"/>
                <a:gd name="connsiteY205" fmla="*/ 78810 h 2347966"/>
                <a:gd name="connsiteX206" fmla="*/ 2371695 w 12610959"/>
                <a:gd name="connsiteY206" fmla="*/ 78885 h 2347966"/>
                <a:gd name="connsiteX207" fmla="*/ 2403045 w 12610959"/>
                <a:gd name="connsiteY207" fmla="*/ 79252 h 2347966"/>
                <a:gd name="connsiteX208" fmla="*/ 2434341 w 12610959"/>
                <a:gd name="connsiteY208" fmla="*/ 79904 h 2347966"/>
                <a:gd name="connsiteX209" fmla="*/ 2465585 w 12610959"/>
                <a:gd name="connsiteY209" fmla="*/ 80838 h 2347966"/>
                <a:gd name="connsiteX210" fmla="*/ 2496780 w 12610959"/>
                <a:gd name="connsiteY210" fmla="*/ 82046 h 2347966"/>
                <a:gd name="connsiteX211" fmla="*/ 2527927 w 12610959"/>
                <a:gd name="connsiteY211" fmla="*/ 83522 h 2347966"/>
                <a:gd name="connsiteX212" fmla="*/ 2559026 w 12610959"/>
                <a:gd name="connsiteY212" fmla="*/ 85261 h 2347966"/>
                <a:gd name="connsiteX213" fmla="*/ 2590080 w 12610959"/>
                <a:gd name="connsiteY213" fmla="*/ 87256 h 2347966"/>
                <a:gd name="connsiteX214" fmla="*/ 2621091 w 12610959"/>
                <a:gd name="connsiteY214" fmla="*/ 89501 h 2347966"/>
                <a:gd name="connsiteX215" fmla="*/ 2652057 w 12610959"/>
                <a:gd name="connsiteY215" fmla="*/ 91990 h 2347966"/>
                <a:gd name="connsiteX216" fmla="*/ 2682983 w 12610959"/>
                <a:gd name="connsiteY216" fmla="*/ 94717 h 2347966"/>
                <a:gd name="connsiteX217" fmla="*/ 2683113 w 12610959"/>
                <a:gd name="connsiteY217" fmla="*/ 94730 h 2347966"/>
                <a:gd name="connsiteX218" fmla="*/ 2683113 w 12610959"/>
                <a:gd name="connsiteY218" fmla="*/ 2347966 h 2347966"/>
                <a:gd name="connsiteX219" fmla="*/ 1661339 w 12610959"/>
                <a:gd name="connsiteY219" fmla="*/ 2347966 h 2347966"/>
                <a:gd name="connsiteX220" fmla="*/ 1661339 w 12610959"/>
                <a:gd name="connsiteY220" fmla="*/ 138394 h 2347966"/>
                <a:gd name="connsiteX221" fmla="*/ 1676015 w 12610959"/>
                <a:gd name="connsiteY221" fmla="*/ 136061 h 2347966"/>
                <a:gd name="connsiteX222" fmla="*/ 1707801 w 12610959"/>
                <a:gd name="connsiteY222" fmla="*/ 131182 h 2347966"/>
                <a:gd name="connsiteX223" fmla="*/ 1739573 w 12610959"/>
                <a:gd name="connsiteY223" fmla="*/ 126485 h 2347966"/>
                <a:gd name="connsiteX224" fmla="*/ 1771326 w 12610959"/>
                <a:gd name="connsiteY224" fmla="*/ 121972 h 2347966"/>
                <a:gd name="connsiteX225" fmla="*/ 1803064 w 12610959"/>
                <a:gd name="connsiteY225" fmla="*/ 117652 h 2347966"/>
                <a:gd name="connsiteX226" fmla="*/ 1834785 w 12610959"/>
                <a:gd name="connsiteY226" fmla="*/ 113530 h 2347966"/>
                <a:gd name="connsiteX227" fmla="*/ 1866492 w 12610959"/>
                <a:gd name="connsiteY227" fmla="*/ 109610 h 2347966"/>
                <a:gd name="connsiteX228" fmla="*/ 1898181 w 12610959"/>
                <a:gd name="connsiteY228" fmla="*/ 105898 h 2347966"/>
                <a:gd name="connsiteX229" fmla="*/ 1929857 w 12610959"/>
                <a:gd name="connsiteY229" fmla="*/ 102400 h 2347966"/>
                <a:gd name="connsiteX230" fmla="*/ 1961516 w 12610959"/>
                <a:gd name="connsiteY230" fmla="*/ 99120 h 2347966"/>
                <a:gd name="connsiteX231" fmla="*/ 1993161 w 12610959"/>
                <a:gd name="connsiteY231" fmla="*/ 96065 h 2347966"/>
                <a:gd name="connsiteX232" fmla="*/ 2024791 w 12610959"/>
                <a:gd name="connsiteY232" fmla="*/ 93240 h 2347966"/>
                <a:gd name="connsiteX233" fmla="*/ 2056407 w 12610959"/>
                <a:gd name="connsiteY233" fmla="*/ 90649 h 2347966"/>
                <a:gd name="connsiteX234" fmla="*/ 2088008 w 12610959"/>
                <a:gd name="connsiteY234" fmla="*/ 88299 h 2347966"/>
                <a:gd name="connsiteX235" fmla="*/ 2119595 w 12610959"/>
                <a:gd name="connsiteY235" fmla="*/ 86195 h 2347966"/>
                <a:gd name="connsiteX236" fmla="*/ 2151169 w 12610959"/>
                <a:gd name="connsiteY236" fmla="*/ 84342 h 2347966"/>
                <a:gd name="connsiteX237" fmla="*/ 2182729 w 12610959"/>
                <a:gd name="connsiteY237" fmla="*/ 82746 h 2347966"/>
                <a:gd name="connsiteX238" fmla="*/ 2214275 w 12610959"/>
                <a:gd name="connsiteY238" fmla="*/ 81411 h 2347966"/>
                <a:gd name="connsiteX239" fmla="*/ 2245808 w 12610959"/>
                <a:gd name="connsiteY239" fmla="*/ 80344 h 2347966"/>
                <a:gd name="connsiteX240" fmla="*/ 2308960 w 12610959"/>
                <a:gd name="connsiteY240" fmla="*/ 79033 h 2347966"/>
                <a:gd name="connsiteX241" fmla="*/ 8898689 w 12610959"/>
                <a:gd name="connsiteY241" fmla="*/ 0 h 2347966"/>
                <a:gd name="connsiteX242" fmla="*/ 8929249 w 12610959"/>
                <a:gd name="connsiteY242" fmla="*/ 282 h 2347966"/>
                <a:gd name="connsiteX243" fmla="*/ 8959616 w 12610959"/>
                <a:gd name="connsiteY243" fmla="*/ 858 h 2347966"/>
                <a:gd name="connsiteX244" fmla="*/ 8989801 w 12610959"/>
                <a:gd name="connsiteY244" fmla="*/ 1724 h 2347966"/>
                <a:gd name="connsiteX245" fmla="*/ 9019806 w 12610959"/>
                <a:gd name="connsiteY245" fmla="*/ 2873 h 2347966"/>
                <a:gd name="connsiteX246" fmla="*/ 9049633 w 12610959"/>
                <a:gd name="connsiteY246" fmla="*/ 4297 h 2347966"/>
                <a:gd name="connsiteX247" fmla="*/ 9079290 w 12610959"/>
                <a:gd name="connsiteY247" fmla="*/ 5991 h 2347966"/>
                <a:gd name="connsiteX248" fmla="*/ 9108781 w 12610959"/>
                <a:gd name="connsiteY248" fmla="*/ 7948 h 2347966"/>
                <a:gd name="connsiteX249" fmla="*/ 9138110 w 12610959"/>
                <a:gd name="connsiteY249" fmla="*/ 10162 h 2347966"/>
                <a:gd name="connsiteX250" fmla="*/ 9167278 w 12610959"/>
                <a:gd name="connsiteY250" fmla="*/ 12625 h 2347966"/>
                <a:gd name="connsiteX251" fmla="*/ 9196296 w 12610959"/>
                <a:gd name="connsiteY251" fmla="*/ 15335 h 2347966"/>
                <a:gd name="connsiteX252" fmla="*/ 9225167 w 12610959"/>
                <a:gd name="connsiteY252" fmla="*/ 18281 h 2347966"/>
                <a:gd name="connsiteX253" fmla="*/ 9253893 w 12610959"/>
                <a:gd name="connsiteY253" fmla="*/ 21459 h 2347966"/>
                <a:gd name="connsiteX254" fmla="*/ 9282480 w 12610959"/>
                <a:gd name="connsiteY254" fmla="*/ 24862 h 2347966"/>
                <a:gd name="connsiteX255" fmla="*/ 9310934 w 12610959"/>
                <a:gd name="connsiteY255" fmla="*/ 28484 h 2347966"/>
                <a:gd name="connsiteX256" fmla="*/ 9339254 w 12610959"/>
                <a:gd name="connsiteY256" fmla="*/ 32317 h 2347966"/>
                <a:gd name="connsiteX257" fmla="*/ 9341393 w 12610959"/>
                <a:gd name="connsiteY257" fmla="*/ 32624 h 2347966"/>
                <a:gd name="connsiteX258" fmla="*/ 9341393 w 12610959"/>
                <a:gd name="connsiteY258" fmla="*/ 2347966 h 2347966"/>
                <a:gd name="connsiteX259" fmla="*/ 8517702 w 12610959"/>
                <a:gd name="connsiteY259" fmla="*/ 2347966 h 2347966"/>
                <a:gd name="connsiteX260" fmla="*/ 8517702 w 12610959"/>
                <a:gd name="connsiteY260" fmla="*/ 19405 h 2347966"/>
                <a:gd name="connsiteX261" fmla="*/ 8518962 w 12610959"/>
                <a:gd name="connsiteY261" fmla="*/ 19276 h 2347966"/>
                <a:gd name="connsiteX262" fmla="*/ 8551394 w 12610959"/>
                <a:gd name="connsiteY262" fmla="*/ 16195 h 2347966"/>
                <a:gd name="connsiteX263" fmla="*/ 8583694 w 12610959"/>
                <a:gd name="connsiteY263" fmla="*/ 13363 h 2347966"/>
                <a:gd name="connsiteX264" fmla="*/ 8615859 w 12610959"/>
                <a:gd name="connsiteY264" fmla="*/ 10785 h 2347966"/>
                <a:gd name="connsiteX265" fmla="*/ 8647886 w 12610959"/>
                <a:gd name="connsiteY265" fmla="*/ 8466 h 2347966"/>
                <a:gd name="connsiteX266" fmla="*/ 8679771 w 12610959"/>
                <a:gd name="connsiteY266" fmla="*/ 6414 h 2347966"/>
                <a:gd name="connsiteX267" fmla="*/ 8711512 w 12610959"/>
                <a:gd name="connsiteY267" fmla="*/ 4633 h 2347966"/>
                <a:gd name="connsiteX268" fmla="*/ 8743109 w 12610959"/>
                <a:gd name="connsiteY268" fmla="*/ 3131 h 2347966"/>
                <a:gd name="connsiteX269" fmla="*/ 8774552 w 12610959"/>
                <a:gd name="connsiteY269" fmla="*/ 1911 h 2347966"/>
                <a:gd name="connsiteX270" fmla="*/ 8837118 w 12610959"/>
                <a:gd name="connsiteY270" fmla="*/ 346 h 2347966"/>
                <a:gd name="connsiteX271" fmla="*/ 8867937 w 12610959"/>
                <a:gd name="connsiteY271" fmla="*/ 20 h 2347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12610959" h="2347966">
                  <a:moveTo>
                    <a:pt x="5980769" y="506684"/>
                  </a:moveTo>
                  <a:lnTo>
                    <a:pt x="5980769" y="2347966"/>
                  </a:lnTo>
                  <a:lnTo>
                    <a:pt x="4958994" y="2347966"/>
                  </a:lnTo>
                  <a:lnTo>
                    <a:pt x="4958994" y="530547"/>
                  </a:lnTo>
                  <a:lnTo>
                    <a:pt x="4989458" y="533616"/>
                  </a:lnTo>
                  <a:lnTo>
                    <a:pt x="5021413" y="536602"/>
                  </a:lnTo>
                  <a:lnTo>
                    <a:pt x="5053436" y="539352"/>
                  </a:lnTo>
                  <a:lnTo>
                    <a:pt x="5085530" y="541862"/>
                  </a:lnTo>
                  <a:lnTo>
                    <a:pt x="5117691" y="544124"/>
                  </a:lnTo>
                  <a:lnTo>
                    <a:pt x="5149925" y="546133"/>
                  </a:lnTo>
                  <a:lnTo>
                    <a:pt x="5182232" y="547882"/>
                  </a:lnTo>
                  <a:lnTo>
                    <a:pt x="5214612" y="549366"/>
                  </a:lnTo>
                  <a:lnTo>
                    <a:pt x="5247070" y="550577"/>
                  </a:lnTo>
                  <a:lnTo>
                    <a:pt x="5279602" y="551508"/>
                  </a:lnTo>
                  <a:lnTo>
                    <a:pt x="5312213" y="552157"/>
                  </a:lnTo>
                  <a:lnTo>
                    <a:pt x="5344906" y="552514"/>
                  </a:lnTo>
                  <a:lnTo>
                    <a:pt x="5410404" y="552331"/>
                  </a:lnTo>
                  <a:lnTo>
                    <a:pt x="5443478" y="551779"/>
                  </a:lnTo>
                  <a:lnTo>
                    <a:pt x="5476539" y="550927"/>
                  </a:lnTo>
                  <a:lnTo>
                    <a:pt x="5509710" y="549781"/>
                  </a:lnTo>
                  <a:lnTo>
                    <a:pt x="5542990" y="548343"/>
                  </a:lnTo>
                  <a:lnTo>
                    <a:pt x="5576379" y="546624"/>
                  </a:lnTo>
                  <a:lnTo>
                    <a:pt x="5609871" y="544628"/>
                  </a:lnTo>
                  <a:lnTo>
                    <a:pt x="5643460" y="542362"/>
                  </a:lnTo>
                  <a:lnTo>
                    <a:pt x="5677153" y="539832"/>
                  </a:lnTo>
                  <a:lnTo>
                    <a:pt x="5710941" y="537044"/>
                  </a:lnTo>
                  <a:lnTo>
                    <a:pt x="5744818" y="534004"/>
                  </a:lnTo>
                  <a:lnTo>
                    <a:pt x="5778787" y="530718"/>
                  </a:lnTo>
                  <a:lnTo>
                    <a:pt x="5812848" y="527194"/>
                  </a:lnTo>
                  <a:lnTo>
                    <a:pt x="5846991" y="523437"/>
                  </a:lnTo>
                  <a:lnTo>
                    <a:pt x="5881217" y="519453"/>
                  </a:lnTo>
                  <a:lnTo>
                    <a:pt x="5915523" y="515248"/>
                  </a:lnTo>
                  <a:lnTo>
                    <a:pt x="5949907" y="510829"/>
                  </a:lnTo>
                  <a:close/>
                  <a:moveTo>
                    <a:pt x="903759" y="294230"/>
                  </a:moveTo>
                  <a:lnTo>
                    <a:pt x="903759" y="2347966"/>
                  </a:lnTo>
                  <a:lnTo>
                    <a:pt x="0" y="2347966"/>
                  </a:lnTo>
                  <a:lnTo>
                    <a:pt x="0" y="502789"/>
                  </a:lnTo>
                  <a:lnTo>
                    <a:pt x="28447" y="496954"/>
                  </a:lnTo>
                  <a:lnTo>
                    <a:pt x="61336" y="490100"/>
                  </a:lnTo>
                  <a:lnTo>
                    <a:pt x="94198" y="483146"/>
                  </a:lnTo>
                  <a:lnTo>
                    <a:pt x="127034" y="476099"/>
                  </a:lnTo>
                  <a:lnTo>
                    <a:pt x="159843" y="468963"/>
                  </a:lnTo>
                  <a:lnTo>
                    <a:pt x="192626" y="461746"/>
                  </a:lnTo>
                  <a:lnTo>
                    <a:pt x="225383" y="454451"/>
                  </a:lnTo>
                  <a:lnTo>
                    <a:pt x="258115" y="447086"/>
                  </a:lnTo>
                  <a:lnTo>
                    <a:pt x="290820" y="439654"/>
                  </a:lnTo>
                  <a:lnTo>
                    <a:pt x="323501" y="432163"/>
                  </a:lnTo>
                  <a:lnTo>
                    <a:pt x="356156" y="424617"/>
                  </a:lnTo>
                  <a:lnTo>
                    <a:pt x="388787" y="417021"/>
                  </a:lnTo>
                  <a:lnTo>
                    <a:pt x="421393" y="409382"/>
                  </a:lnTo>
                  <a:lnTo>
                    <a:pt x="453975" y="401704"/>
                  </a:lnTo>
                  <a:lnTo>
                    <a:pt x="486532" y="393994"/>
                  </a:lnTo>
                  <a:lnTo>
                    <a:pt x="519065" y="386257"/>
                  </a:lnTo>
                  <a:lnTo>
                    <a:pt x="551575" y="378499"/>
                  </a:lnTo>
                  <a:lnTo>
                    <a:pt x="584061" y="370724"/>
                  </a:lnTo>
                  <a:lnTo>
                    <a:pt x="616524" y="362939"/>
                  </a:lnTo>
                  <a:lnTo>
                    <a:pt x="648963" y="355149"/>
                  </a:lnTo>
                  <a:lnTo>
                    <a:pt x="681380" y="347359"/>
                  </a:lnTo>
                  <a:lnTo>
                    <a:pt x="713774" y="339575"/>
                  </a:lnTo>
                  <a:lnTo>
                    <a:pt x="746146" y="331802"/>
                  </a:lnTo>
                  <a:lnTo>
                    <a:pt x="778495" y="324046"/>
                  </a:lnTo>
                  <a:lnTo>
                    <a:pt x="810822" y="316314"/>
                  </a:lnTo>
                  <a:lnTo>
                    <a:pt x="843127" y="308609"/>
                  </a:lnTo>
                  <a:lnTo>
                    <a:pt x="875410" y="300937"/>
                  </a:lnTo>
                  <a:close/>
                  <a:moveTo>
                    <a:pt x="3440694" y="221279"/>
                  </a:moveTo>
                  <a:lnTo>
                    <a:pt x="3447007" y="222676"/>
                  </a:lnTo>
                  <a:lnTo>
                    <a:pt x="3477368" y="229476"/>
                  </a:lnTo>
                  <a:lnTo>
                    <a:pt x="3507727" y="236351"/>
                  </a:lnTo>
                  <a:lnTo>
                    <a:pt x="3538085" y="243294"/>
                  </a:lnTo>
                  <a:lnTo>
                    <a:pt x="3568443" y="250299"/>
                  </a:lnTo>
                  <a:lnTo>
                    <a:pt x="3598802" y="257361"/>
                  </a:lnTo>
                  <a:lnTo>
                    <a:pt x="3629165" y="264473"/>
                  </a:lnTo>
                  <a:lnTo>
                    <a:pt x="3659531" y="271629"/>
                  </a:lnTo>
                  <a:lnTo>
                    <a:pt x="3689904" y="278823"/>
                  </a:lnTo>
                  <a:lnTo>
                    <a:pt x="3720283" y="286049"/>
                  </a:lnTo>
                  <a:lnTo>
                    <a:pt x="3750672" y="293301"/>
                  </a:lnTo>
                  <a:lnTo>
                    <a:pt x="3781070" y="300571"/>
                  </a:lnTo>
                  <a:lnTo>
                    <a:pt x="3811480" y="307856"/>
                  </a:lnTo>
                  <a:lnTo>
                    <a:pt x="3841902" y="315147"/>
                  </a:lnTo>
                  <a:lnTo>
                    <a:pt x="3872338" y="322440"/>
                  </a:lnTo>
                  <a:lnTo>
                    <a:pt x="3902790" y="329727"/>
                  </a:lnTo>
                  <a:lnTo>
                    <a:pt x="3933260" y="337003"/>
                  </a:lnTo>
                  <a:lnTo>
                    <a:pt x="3963748" y="344262"/>
                  </a:lnTo>
                  <a:lnTo>
                    <a:pt x="3994255" y="351498"/>
                  </a:lnTo>
                  <a:lnTo>
                    <a:pt x="4024784" y="358704"/>
                  </a:lnTo>
                  <a:lnTo>
                    <a:pt x="4055336" y="365874"/>
                  </a:lnTo>
                  <a:lnTo>
                    <a:pt x="4085911" y="373002"/>
                  </a:lnTo>
                  <a:lnTo>
                    <a:pt x="4116513" y="380083"/>
                  </a:lnTo>
                  <a:lnTo>
                    <a:pt x="4147141" y="387108"/>
                  </a:lnTo>
                  <a:lnTo>
                    <a:pt x="4177798" y="394073"/>
                  </a:lnTo>
                  <a:lnTo>
                    <a:pt x="4201414" y="399382"/>
                  </a:lnTo>
                  <a:lnTo>
                    <a:pt x="4201414" y="2347966"/>
                  </a:lnTo>
                  <a:lnTo>
                    <a:pt x="3440694" y="2347966"/>
                  </a:lnTo>
                  <a:close/>
                  <a:moveTo>
                    <a:pt x="12610959" y="200924"/>
                  </a:moveTo>
                  <a:lnTo>
                    <a:pt x="12610959" y="2347966"/>
                  </a:lnTo>
                  <a:lnTo>
                    <a:pt x="11878330" y="2347966"/>
                  </a:lnTo>
                  <a:lnTo>
                    <a:pt x="11878330" y="439512"/>
                  </a:lnTo>
                  <a:lnTo>
                    <a:pt x="11891483" y="437985"/>
                  </a:lnTo>
                  <a:lnTo>
                    <a:pt x="11919839" y="434330"/>
                  </a:lnTo>
                  <a:lnTo>
                    <a:pt x="11947625" y="430385"/>
                  </a:lnTo>
                  <a:lnTo>
                    <a:pt x="11974859" y="426158"/>
                  </a:lnTo>
                  <a:lnTo>
                    <a:pt x="12001548" y="421654"/>
                  </a:lnTo>
                  <a:lnTo>
                    <a:pt x="12027714" y="416885"/>
                  </a:lnTo>
                  <a:lnTo>
                    <a:pt x="12053369" y="411853"/>
                  </a:lnTo>
                  <a:lnTo>
                    <a:pt x="12078527" y="406569"/>
                  </a:lnTo>
                  <a:lnTo>
                    <a:pt x="12103203" y="401038"/>
                  </a:lnTo>
                  <a:lnTo>
                    <a:pt x="12127410" y="395267"/>
                  </a:lnTo>
                  <a:lnTo>
                    <a:pt x="12151156" y="389265"/>
                  </a:lnTo>
                  <a:lnTo>
                    <a:pt x="12174467" y="383038"/>
                  </a:lnTo>
                  <a:lnTo>
                    <a:pt x="12197350" y="376593"/>
                  </a:lnTo>
                  <a:lnTo>
                    <a:pt x="12219817" y="369939"/>
                  </a:lnTo>
                  <a:lnTo>
                    <a:pt x="12241888" y="363084"/>
                  </a:lnTo>
                  <a:lnTo>
                    <a:pt x="12263573" y="356033"/>
                  </a:lnTo>
                  <a:lnTo>
                    <a:pt x="12284889" y="348796"/>
                  </a:lnTo>
                  <a:lnTo>
                    <a:pt x="12305848" y="341379"/>
                  </a:lnTo>
                  <a:lnTo>
                    <a:pt x="12326461" y="333790"/>
                  </a:lnTo>
                  <a:lnTo>
                    <a:pt x="12346748" y="326037"/>
                  </a:lnTo>
                  <a:lnTo>
                    <a:pt x="12366718" y="318127"/>
                  </a:lnTo>
                  <a:lnTo>
                    <a:pt x="12386389" y="310069"/>
                  </a:lnTo>
                  <a:lnTo>
                    <a:pt x="12405773" y="301871"/>
                  </a:lnTo>
                  <a:lnTo>
                    <a:pt x="12424885" y="293539"/>
                  </a:lnTo>
                  <a:lnTo>
                    <a:pt x="12443738" y="285083"/>
                  </a:lnTo>
                  <a:lnTo>
                    <a:pt x="12462347" y="276508"/>
                  </a:lnTo>
                  <a:lnTo>
                    <a:pt x="12480726" y="267825"/>
                  </a:lnTo>
                  <a:lnTo>
                    <a:pt x="12498891" y="259039"/>
                  </a:lnTo>
                  <a:lnTo>
                    <a:pt x="12516853" y="250159"/>
                  </a:lnTo>
                  <a:lnTo>
                    <a:pt x="12534631" y="241193"/>
                  </a:lnTo>
                  <a:lnTo>
                    <a:pt x="12552237" y="232149"/>
                  </a:lnTo>
                  <a:lnTo>
                    <a:pt x="12569682" y="223033"/>
                  </a:lnTo>
                  <a:lnTo>
                    <a:pt x="12586986" y="213855"/>
                  </a:lnTo>
                  <a:lnTo>
                    <a:pt x="12604164" y="204620"/>
                  </a:lnTo>
                  <a:close/>
                  <a:moveTo>
                    <a:pt x="10098973" y="200320"/>
                  </a:moveTo>
                  <a:lnTo>
                    <a:pt x="10124330" y="207223"/>
                  </a:lnTo>
                  <a:lnTo>
                    <a:pt x="10150841" y="214459"/>
                  </a:lnTo>
                  <a:lnTo>
                    <a:pt x="10177361" y="221710"/>
                  </a:lnTo>
                  <a:lnTo>
                    <a:pt x="10203895" y="228968"/>
                  </a:lnTo>
                  <a:lnTo>
                    <a:pt x="10230443" y="236227"/>
                  </a:lnTo>
                  <a:lnTo>
                    <a:pt x="10257013" y="243478"/>
                  </a:lnTo>
                  <a:lnTo>
                    <a:pt x="10283610" y="250719"/>
                  </a:lnTo>
                  <a:lnTo>
                    <a:pt x="10310239" y="257941"/>
                  </a:lnTo>
                  <a:lnTo>
                    <a:pt x="10336899" y="265137"/>
                  </a:lnTo>
                  <a:lnTo>
                    <a:pt x="10363601" y="272302"/>
                  </a:lnTo>
                  <a:lnTo>
                    <a:pt x="10390344" y="279428"/>
                  </a:lnTo>
                  <a:lnTo>
                    <a:pt x="10417137" y="286510"/>
                  </a:lnTo>
                  <a:lnTo>
                    <a:pt x="10443982" y="293540"/>
                  </a:lnTo>
                  <a:lnTo>
                    <a:pt x="10470882" y="300511"/>
                  </a:lnTo>
                  <a:lnTo>
                    <a:pt x="10497845" y="307419"/>
                  </a:lnTo>
                  <a:lnTo>
                    <a:pt x="10524872" y="314255"/>
                  </a:lnTo>
                  <a:lnTo>
                    <a:pt x="10551969" y="321013"/>
                  </a:lnTo>
                  <a:lnTo>
                    <a:pt x="10579140" y="327687"/>
                  </a:lnTo>
                  <a:lnTo>
                    <a:pt x="10606389" y="334270"/>
                  </a:lnTo>
                  <a:lnTo>
                    <a:pt x="10633722" y="340756"/>
                  </a:lnTo>
                  <a:lnTo>
                    <a:pt x="10661141" y="347137"/>
                  </a:lnTo>
                  <a:lnTo>
                    <a:pt x="10688652" y="353408"/>
                  </a:lnTo>
                  <a:lnTo>
                    <a:pt x="10716259" y="359561"/>
                  </a:lnTo>
                  <a:lnTo>
                    <a:pt x="10743965" y="365591"/>
                  </a:lnTo>
                  <a:lnTo>
                    <a:pt x="10771775" y="371489"/>
                  </a:lnTo>
                  <a:lnTo>
                    <a:pt x="10799695" y="377251"/>
                  </a:lnTo>
                  <a:lnTo>
                    <a:pt x="10827728" y="382868"/>
                  </a:lnTo>
                  <a:lnTo>
                    <a:pt x="10855879" y="388336"/>
                  </a:lnTo>
                  <a:lnTo>
                    <a:pt x="10884149" y="393646"/>
                  </a:lnTo>
                  <a:lnTo>
                    <a:pt x="10912547" y="398793"/>
                  </a:lnTo>
                  <a:lnTo>
                    <a:pt x="10941074" y="403769"/>
                  </a:lnTo>
                  <a:lnTo>
                    <a:pt x="10969737" y="408569"/>
                  </a:lnTo>
                  <a:lnTo>
                    <a:pt x="10998538" y="413184"/>
                  </a:lnTo>
                  <a:lnTo>
                    <a:pt x="11027482" y="417610"/>
                  </a:lnTo>
                  <a:lnTo>
                    <a:pt x="11056574" y="421839"/>
                  </a:lnTo>
                  <a:lnTo>
                    <a:pt x="11085816" y="425864"/>
                  </a:lnTo>
                  <a:lnTo>
                    <a:pt x="11115215" y="429679"/>
                  </a:lnTo>
                  <a:lnTo>
                    <a:pt x="11120747" y="430353"/>
                  </a:lnTo>
                  <a:lnTo>
                    <a:pt x="11120747" y="2347966"/>
                  </a:lnTo>
                  <a:lnTo>
                    <a:pt x="10098973" y="2347966"/>
                  </a:lnTo>
                  <a:close/>
                  <a:moveTo>
                    <a:pt x="7760122" y="141301"/>
                  </a:moveTo>
                  <a:lnTo>
                    <a:pt x="7760122" y="2347966"/>
                  </a:lnTo>
                  <a:lnTo>
                    <a:pt x="6738348" y="2347966"/>
                  </a:lnTo>
                  <a:lnTo>
                    <a:pt x="6738348" y="367939"/>
                  </a:lnTo>
                  <a:lnTo>
                    <a:pt x="6755921" y="364141"/>
                  </a:lnTo>
                  <a:lnTo>
                    <a:pt x="6791357" y="356419"/>
                  </a:lnTo>
                  <a:lnTo>
                    <a:pt x="6826804" y="348635"/>
                  </a:lnTo>
                  <a:lnTo>
                    <a:pt x="6862259" y="340797"/>
                  </a:lnTo>
                  <a:lnTo>
                    <a:pt x="6897719" y="332909"/>
                  </a:lnTo>
                  <a:lnTo>
                    <a:pt x="6933181" y="324979"/>
                  </a:lnTo>
                  <a:lnTo>
                    <a:pt x="6968643" y="317012"/>
                  </a:lnTo>
                  <a:lnTo>
                    <a:pt x="7004101" y="309014"/>
                  </a:lnTo>
                  <a:lnTo>
                    <a:pt x="7039552" y="300992"/>
                  </a:lnTo>
                  <a:lnTo>
                    <a:pt x="7074996" y="292951"/>
                  </a:lnTo>
                  <a:lnTo>
                    <a:pt x="7110427" y="284899"/>
                  </a:lnTo>
                  <a:lnTo>
                    <a:pt x="7145845" y="276840"/>
                  </a:lnTo>
                  <a:lnTo>
                    <a:pt x="7181244" y="268781"/>
                  </a:lnTo>
                  <a:lnTo>
                    <a:pt x="7216625" y="260728"/>
                  </a:lnTo>
                  <a:lnTo>
                    <a:pt x="7251983" y="252688"/>
                  </a:lnTo>
                  <a:lnTo>
                    <a:pt x="7287315" y="244665"/>
                  </a:lnTo>
                  <a:lnTo>
                    <a:pt x="7322620" y="236667"/>
                  </a:lnTo>
                  <a:lnTo>
                    <a:pt x="7357895" y="228699"/>
                  </a:lnTo>
                  <a:lnTo>
                    <a:pt x="7393134" y="220768"/>
                  </a:lnTo>
                  <a:lnTo>
                    <a:pt x="7428338" y="212879"/>
                  </a:lnTo>
                  <a:lnTo>
                    <a:pt x="7463503" y="205039"/>
                  </a:lnTo>
                  <a:lnTo>
                    <a:pt x="7498626" y="197254"/>
                  </a:lnTo>
                  <a:lnTo>
                    <a:pt x="7533705" y="189530"/>
                  </a:lnTo>
                  <a:lnTo>
                    <a:pt x="7568735" y="181873"/>
                  </a:lnTo>
                  <a:lnTo>
                    <a:pt x="7603715" y="174288"/>
                  </a:lnTo>
                  <a:lnTo>
                    <a:pt x="7638643" y="166783"/>
                  </a:lnTo>
                  <a:lnTo>
                    <a:pt x="7673515" y="159363"/>
                  </a:lnTo>
                  <a:lnTo>
                    <a:pt x="7708328" y="152034"/>
                  </a:lnTo>
                  <a:lnTo>
                    <a:pt x="7743080" y="144803"/>
                  </a:lnTo>
                  <a:close/>
                  <a:moveTo>
                    <a:pt x="2340291" y="78810"/>
                  </a:moveTo>
                  <a:lnTo>
                    <a:pt x="2371695" y="78885"/>
                  </a:lnTo>
                  <a:lnTo>
                    <a:pt x="2403045" y="79252"/>
                  </a:lnTo>
                  <a:lnTo>
                    <a:pt x="2434341" y="79904"/>
                  </a:lnTo>
                  <a:lnTo>
                    <a:pt x="2465585" y="80838"/>
                  </a:lnTo>
                  <a:lnTo>
                    <a:pt x="2496780" y="82046"/>
                  </a:lnTo>
                  <a:lnTo>
                    <a:pt x="2527927" y="83522"/>
                  </a:lnTo>
                  <a:lnTo>
                    <a:pt x="2559026" y="85261"/>
                  </a:lnTo>
                  <a:lnTo>
                    <a:pt x="2590080" y="87256"/>
                  </a:lnTo>
                  <a:lnTo>
                    <a:pt x="2621091" y="89501"/>
                  </a:lnTo>
                  <a:lnTo>
                    <a:pt x="2652057" y="91990"/>
                  </a:lnTo>
                  <a:lnTo>
                    <a:pt x="2682983" y="94717"/>
                  </a:lnTo>
                  <a:lnTo>
                    <a:pt x="2683113" y="94730"/>
                  </a:lnTo>
                  <a:lnTo>
                    <a:pt x="2683113" y="2347966"/>
                  </a:lnTo>
                  <a:lnTo>
                    <a:pt x="1661339" y="2347966"/>
                  </a:lnTo>
                  <a:lnTo>
                    <a:pt x="1661339" y="138394"/>
                  </a:lnTo>
                  <a:lnTo>
                    <a:pt x="1676015" y="136061"/>
                  </a:lnTo>
                  <a:lnTo>
                    <a:pt x="1707801" y="131182"/>
                  </a:lnTo>
                  <a:lnTo>
                    <a:pt x="1739573" y="126485"/>
                  </a:lnTo>
                  <a:lnTo>
                    <a:pt x="1771326" y="121972"/>
                  </a:lnTo>
                  <a:lnTo>
                    <a:pt x="1803064" y="117652"/>
                  </a:lnTo>
                  <a:lnTo>
                    <a:pt x="1834785" y="113530"/>
                  </a:lnTo>
                  <a:lnTo>
                    <a:pt x="1866492" y="109610"/>
                  </a:lnTo>
                  <a:lnTo>
                    <a:pt x="1898181" y="105898"/>
                  </a:lnTo>
                  <a:lnTo>
                    <a:pt x="1929857" y="102400"/>
                  </a:lnTo>
                  <a:lnTo>
                    <a:pt x="1961516" y="99120"/>
                  </a:lnTo>
                  <a:lnTo>
                    <a:pt x="1993161" y="96065"/>
                  </a:lnTo>
                  <a:lnTo>
                    <a:pt x="2024791" y="93240"/>
                  </a:lnTo>
                  <a:lnTo>
                    <a:pt x="2056407" y="90649"/>
                  </a:lnTo>
                  <a:lnTo>
                    <a:pt x="2088008" y="88299"/>
                  </a:lnTo>
                  <a:lnTo>
                    <a:pt x="2119595" y="86195"/>
                  </a:lnTo>
                  <a:lnTo>
                    <a:pt x="2151169" y="84342"/>
                  </a:lnTo>
                  <a:lnTo>
                    <a:pt x="2182729" y="82746"/>
                  </a:lnTo>
                  <a:lnTo>
                    <a:pt x="2214275" y="81411"/>
                  </a:lnTo>
                  <a:lnTo>
                    <a:pt x="2245808" y="80344"/>
                  </a:lnTo>
                  <a:lnTo>
                    <a:pt x="2308960" y="79033"/>
                  </a:lnTo>
                  <a:close/>
                  <a:moveTo>
                    <a:pt x="8898689" y="0"/>
                  </a:moveTo>
                  <a:lnTo>
                    <a:pt x="8929249" y="282"/>
                  </a:lnTo>
                  <a:lnTo>
                    <a:pt x="8959616" y="858"/>
                  </a:lnTo>
                  <a:lnTo>
                    <a:pt x="8989801" y="1724"/>
                  </a:lnTo>
                  <a:lnTo>
                    <a:pt x="9019806" y="2873"/>
                  </a:lnTo>
                  <a:lnTo>
                    <a:pt x="9049633" y="4297"/>
                  </a:lnTo>
                  <a:lnTo>
                    <a:pt x="9079290" y="5991"/>
                  </a:lnTo>
                  <a:lnTo>
                    <a:pt x="9108781" y="7948"/>
                  </a:lnTo>
                  <a:lnTo>
                    <a:pt x="9138110" y="10162"/>
                  </a:lnTo>
                  <a:lnTo>
                    <a:pt x="9167278" y="12625"/>
                  </a:lnTo>
                  <a:lnTo>
                    <a:pt x="9196296" y="15335"/>
                  </a:lnTo>
                  <a:lnTo>
                    <a:pt x="9225167" y="18281"/>
                  </a:lnTo>
                  <a:lnTo>
                    <a:pt x="9253893" y="21459"/>
                  </a:lnTo>
                  <a:lnTo>
                    <a:pt x="9282480" y="24862"/>
                  </a:lnTo>
                  <a:lnTo>
                    <a:pt x="9310934" y="28484"/>
                  </a:lnTo>
                  <a:lnTo>
                    <a:pt x="9339254" y="32317"/>
                  </a:lnTo>
                  <a:lnTo>
                    <a:pt x="9341393" y="32624"/>
                  </a:lnTo>
                  <a:lnTo>
                    <a:pt x="9341393" y="2347966"/>
                  </a:lnTo>
                  <a:lnTo>
                    <a:pt x="8517702" y="2347966"/>
                  </a:lnTo>
                  <a:lnTo>
                    <a:pt x="8517702" y="19405"/>
                  </a:lnTo>
                  <a:lnTo>
                    <a:pt x="8518962" y="19276"/>
                  </a:lnTo>
                  <a:lnTo>
                    <a:pt x="8551394" y="16195"/>
                  </a:lnTo>
                  <a:lnTo>
                    <a:pt x="8583694" y="13363"/>
                  </a:lnTo>
                  <a:lnTo>
                    <a:pt x="8615859" y="10785"/>
                  </a:lnTo>
                  <a:lnTo>
                    <a:pt x="8647886" y="8466"/>
                  </a:lnTo>
                  <a:lnTo>
                    <a:pt x="8679771" y="6414"/>
                  </a:lnTo>
                  <a:lnTo>
                    <a:pt x="8711512" y="4633"/>
                  </a:lnTo>
                  <a:lnTo>
                    <a:pt x="8743109" y="3131"/>
                  </a:lnTo>
                  <a:lnTo>
                    <a:pt x="8774552" y="1911"/>
                  </a:lnTo>
                  <a:lnTo>
                    <a:pt x="8837118" y="346"/>
                  </a:lnTo>
                  <a:lnTo>
                    <a:pt x="8867937" y="20"/>
                  </a:lnTo>
                  <a:close/>
                </a:path>
              </a:pathLst>
            </a:custGeom>
            <a:gradFill>
              <a:gsLst>
                <a:gs pos="0">
                  <a:schemeClr val="accent4">
                    <a:alpha val="22000"/>
                  </a:schemeClr>
                </a:gs>
                <a:gs pos="58000">
                  <a:schemeClr val="accent4">
                    <a:alpha val="0"/>
                  </a:schemeClr>
                </a:gs>
              </a:gsLst>
              <a:lin ang="5400000" scaled="1"/>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3716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a:ln>
                  <a:noFill/>
                </a:ln>
                <a:solidFill>
                  <a:prstClr val="white"/>
                </a:solidFill>
                <a:effectLst/>
                <a:uLnTx/>
                <a:uFillTx/>
                <a:latin typeface="Roboto Regular"/>
                <a:ea typeface="思源黑体 CN Regular"/>
                <a:cs typeface="+mn-cs"/>
              </a:endParaRPr>
            </a:p>
          </p:txBody>
        </p:sp>
      </p:grpSp>
      <p:sp>
        <p:nvSpPr>
          <p:cNvPr id="3" name="Text1"/>
          <p:cNvSpPr txBox="1"/>
          <p:nvPr>
            <p:custDataLst>
              <p:tags r:id="rId8"/>
            </p:custDataLst>
          </p:nvPr>
        </p:nvSpPr>
        <p:spPr>
          <a:xfrm>
            <a:off x="891069" y="3283771"/>
            <a:ext cx="2203795" cy="461665"/>
          </a:xfrm>
          <a:prstGeom prst="rect">
            <a:avLst/>
          </a:prstGeom>
          <a:noFill/>
        </p:spPr>
        <p:txBody>
          <a:bodyPr wrap="square" rtlCol="0" anchor="ctr" anchorCtr="0">
            <a:normAutofit/>
          </a:bodyPr>
          <a:lstStyle>
            <a:defPPr>
              <a:defRPr lang="zh-CN"/>
            </a:defPPr>
            <a:lvl1pPr algn="ctr">
              <a:defRPr sz="2000">
                <a:gradFill flip="none" rotWithShape="1">
                  <a:gsLst>
                    <a:gs pos="100000">
                      <a:schemeClr val="accent4">
                        <a:lumMod val="56000"/>
                        <a:lumOff val="44000"/>
                      </a:schemeClr>
                    </a:gs>
                    <a:gs pos="21000">
                      <a:schemeClr val="accent4">
                        <a:lumMod val="0"/>
                        <a:lumOff val="100000"/>
                      </a:schemeClr>
                    </a:gs>
                  </a:gsLst>
                  <a:lin ang="2700000" scaled="1"/>
                  <a:tileRect/>
                </a:gradFill>
                <a:latin typeface="+mj-ea"/>
                <a:ea typeface="+mj-ea"/>
              </a:defRPr>
            </a:lvl1pPr>
          </a:lstStyle>
          <a:p>
            <a:pPr marL="0" marR="0" lvl="0" indent="0" algn="ctr" defTabSz="914400" rtl="0" eaLnBrk="1" fontAlgn="ctr" latinLnBrk="0" hangingPunct="1">
              <a:spcBef>
                <a:spcPts val="0"/>
              </a:spcBef>
              <a:spcAft>
                <a:spcPts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监督学习算法</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52" name="Shape6"/>
          <p:cNvGrpSpPr/>
          <p:nvPr>
            <p:custDataLst>
              <p:tags r:id="rId9"/>
            </p:custDataLst>
          </p:nvPr>
        </p:nvGrpSpPr>
        <p:grpSpPr>
          <a:xfrm>
            <a:off x="1228935" y="1357898"/>
            <a:ext cx="1577382" cy="1577384"/>
            <a:chOff x="1210929" y="1497844"/>
            <a:chExt cx="1613394" cy="1613396"/>
          </a:xfrm>
        </p:grpSpPr>
        <p:sp>
          <p:nvSpPr>
            <p:cNvPr id="16" name="椭圆 15"/>
            <p:cNvSpPr/>
            <p:nvPr>
              <p:custDataLst>
                <p:tags r:id="rId55"/>
              </p:custDataLst>
            </p:nvPr>
          </p:nvSpPr>
          <p:spPr>
            <a:xfrm rot="19741494">
              <a:off x="1214576" y="1501492"/>
              <a:ext cx="1606100" cy="1606100"/>
            </a:xfrm>
            <a:prstGeom prst="ellipse">
              <a:avLst/>
            </a:prstGeom>
            <a:gradFill flip="none" rotWithShape="1">
              <a:gsLst>
                <a:gs pos="53000">
                  <a:schemeClr val="accent4">
                    <a:alpha val="0"/>
                  </a:schemeClr>
                </a:gs>
                <a:gs pos="100000">
                  <a:schemeClr val="accent4">
                    <a:lumMod val="75000"/>
                    <a:lumOff val="25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grpSp>
          <p:nvGrpSpPr>
            <p:cNvPr id="17" name="组合 16"/>
            <p:cNvGrpSpPr/>
            <p:nvPr/>
          </p:nvGrpSpPr>
          <p:grpSpPr>
            <a:xfrm>
              <a:off x="1210929" y="1497844"/>
              <a:ext cx="1613394" cy="1613396"/>
              <a:chOff x="1565923" y="1424136"/>
              <a:chExt cx="1613394" cy="1613396"/>
            </a:xfrm>
          </p:grpSpPr>
          <p:sp>
            <p:nvSpPr>
              <p:cNvPr id="18" name="椭圆 17"/>
              <p:cNvSpPr/>
              <p:nvPr>
                <p:custDataLst>
                  <p:tags r:id="rId56"/>
                </p:custDataLst>
              </p:nvPr>
            </p:nvSpPr>
            <p:spPr>
              <a:xfrm>
                <a:off x="1825892" y="1684104"/>
                <a:ext cx="1093456" cy="1093460"/>
              </a:xfrm>
              <a:prstGeom prst="ellipse">
                <a:avLst/>
              </a:prstGeom>
              <a:gradFill>
                <a:gsLst>
                  <a:gs pos="30000">
                    <a:schemeClr val="accent1">
                      <a:lumMod val="60000"/>
                      <a:lumOff val="40000"/>
                    </a:schemeClr>
                  </a:gs>
                  <a:gs pos="83000">
                    <a:schemeClr val="accent4"/>
                  </a:gs>
                </a:gsLst>
                <a:path path="circle">
                  <a:fillToRect r="100000" b="100000"/>
                </a:path>
              </a:gradFill>
              <a:ln>
                <a:noFill/>
              </a:ln>
              <a:effectLst>
                <a:outerShdw blurRad="279400" dist="342900" dir="3000000" sx="88000" sy="88000" algn="t" rotWithShape="0">
                  <a:srgbClr val="190E4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OPPOSans B"/>
                  <a:ea typeface="OPPOSans B"/>
                  <a:cs typeface="+mn-cs"/>
                </a:endParaRPr>
              </a:p>
            </p:txBody>
          </p:sp>
          <p:grpSp>
            <p:nvGrpSpPr>
              <p:cNvPr id="19" name="组合 18"/>
              <p:cNvGrpSpPr/>
              <p:nvPr/>
            </p:nvGrpSpPr>
            <p:grpSpPr>
              <a:xfrm>
                <a:off x="1565923" y="1424136"/>
                <a:ext cx="1613394" cy="1613396"/>
                <a:chOff x="3955374" y="1754722"/>
                <a:chExt cx="4281250" cy="4281258"/>
              </a:xfrm>
            </p:grpSpPr>
            <p:sp>
              <p:nvSpPr>
                <p:cNvPr id="20" name="弧形 19"/>
                <p:cNvSpPr/>
                <p:nvPr>
                  <p:custDataLst>
                    <p:tags r:id="rId57"/>
                  </p:custDataLst>
                </p:nvPr>
              </p:nvSpPr>
              <p:spPr>
                <a:xfrm rot="183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sp>
              <p:nvSpPr>
                <p:cNvPr id="21" name="弧形 20"/>
                <p:cNvSpPr/>
                <p:nvPr>
                  <p:custDataLst>
                    <p:tags r:id="rId58"/>
                  </p:custDataLst>
                </p:nvPr>
              </p:nvSpPr>
              <p:spPr>
                <a:xfrm rot="75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grpSp>
        </p:grpSp>
      </p:grpSp>
      <p:sp>
        <p:nvSpPr>
          <p:cNvPr id="76" name="Text2"/>
          <p:cNvSpPr/>
          <p:nvPr>
            <p:custDataLst>
              <p:tags r:id="rId10"/>
            </p:custDataLst>
          </p:nvPr>
        </p:nvSpPr>
        <p:spPr>
          <a:xfrm>
            <a:off x="1008376" y="3963621"/>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44" name="Text3"/>
          <p:cNvSpPr txBox="1"/>
          <p:nvPr>
            <p:custDataLst>
              <p:tags r:id="rId11"/>
            </p:custDataLst>
          </p:nvPr>
        </p:nvSpPr>
        <p:spPr>
          <a:xfrm>
            <a:off x="1008376" y="4054387"/>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逻辑回归</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 name="Text4"/>
          <p:cNvSpPr/>
          <p:nvPr>
            <p:custDataLst>
              <p:tags r:id="rId12"/>
            </p:custDataLst>
          </p:nvPr>
        </p:nvSpPr>
        <p:spPr>
          <a:xfrm>
            <a:off x="1008376" y="4555109"/>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5" name="Text5"/>
          <p:cNvSpPr txBox="1"/>
          <p:nvPr>
            <p:custDataLst>
              <p:tags r:id="rId13"/>
            </p:custDataLst>
          </p:nvPr>
        </p:nvSpPr>
        <p:spPr>
          <a:xfrm>
            <a:off x="1008376" y="4645875"/>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决策树</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6" name="Text6"/>
          <p:cNvSpPr/>
          <p:nvPr>
            <p:custDataLst>
              <p:tags r:id="rId14"/>
            </p:custDataLst>
          </p:nvPr>
        </p:nvSpPr>
        <p:spPr>
          <a:xfrm>
            <a:off x="1008376" y="5155112"/>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7" name="Text7"/>
          <p:cNvSpPr txBox="1"/>
          <p:nvPr>
            <p:custDataLst>
              <p:tags r:id="rId15"/>
            </p:custDataLst>
          </p:nvPr>
        </p:nvSpPr>
        <p:spPr>
          <a:xfrm>
            <a:off x="1008376" y="5245878"/>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支持向量机</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27" name="Shape7">
            <a:extLst>
              <a:ext uri="{FF2B5EF4-FFF2-40B4-BE49-F238E27FC236}">
                <a16:creationId xmlns:a16="http://schemas.microsoft.com/office/drawing/2014/main" id="{1AC6AC5A-CCE1-17AC-4EA0-D1777663AC43}"/>
              </a:ext>
            </a:extLst>
          </p:cNvPr>
          <p:cNvPicPr>
            <a:picLocks/>
          </p:cNvPicPr>
          <p:nvPr>
            <p:custDataLst>
              <p:tags r:id="rId16"/>
            </p:custDataLst>
          </p:nvPr>
        </p:nvPicPr>
        <p:blipFill>
          <a:blip r:embed="rId64">
            <a:extLst>
              <a:ext uri="{96DAC541-7B7A-43D3-8B79-37D633B846F1}">
                <asvg:svgBlip xmlns:asvg="http://schemas.microsoft.com/office/drawing/2016/SVG/main" r:embed="rId65"/>
              </a:ext>
            </a:extLst>
          </a:blip>
          <a:stretch>
            <a:fillRect/>
          </a:stretch>
        </p:blipFill>
        <p:spPr>
          <a:xfrm>
            <a:off x="1756169" y="1885133"/>
            <a:ext cx="522914" cy="522914"/>
          </a:xfrm>
          <a:prstGeom prst="rect">
            <a:avLst/>
          </a:prstGeom>
        </p:spPr>
      </p:pic>
      <p:sp>
        <p:nvSpPr>
          <p:cNvPr id="45" name="Text8"/>
          <p:cNvSpPr txBox="1"/>
          <p:nvPr>
            <p:custDataLst>
              <p:tags r:id="rId17"/>
            </p:custDataLst>
          </p:nvPr>
        </p:nvSpPr>
        <p:spPr>
          <a:xfrm>
            <a:off x="3535673" y="3283771"/>
            <a:ext cx="2402255" cy="461665"/>
          </a:xfrm>
          <a:prstGeom prst="rect">
            <a:avLst/>
          </a:prstGeom>
          <a:noFill/>
        </p:spPr>
        <p:txBody>
          <a:bodyPr wrap="square" rtlCol="0" anchor="ctr" anchorCtr="0">
            <a:normAutofit/>
          </a:bodyPr>
          <a:lstStyle>
            <a:defPPr>
              <a:defRPr lang="zh-CN"/>
            </a:defPPr>
            <a:lvl1pPr algn="ctr">
              <a:defRPr sz="2000">
                <a:gradFill flip="none" rotWithShape="1">
                  <a:gsLst>
                    <a:gs pos="100000">
                      <a:schemeClr val="accent4">
                        <a:lumMod val="56000"/>
                        <a:lumOff val="44000"/>
                      </a:schemeClr>
                    </a:gs>
                    <a:gs pos="21000">
                      <a:schemeClr val="accent4">
                        <a:lumMod val="0"/>
                        <a:lumOff val="100000"/>
                      </a:schemeClr>
                    </a:gs>
                  </a:gsLst>
                  <a:lin ang="2700000" scaled="1"/>
                  <a:tileRect/>
                </a:gradFill>
                <a:latin typeface="+mj-ea"/>
                <a:ea typeface="+mj-ea"/>
              </a:defRPr>
            </a:lvl1pPr>
          </a:lstStyle>
          <a:p>
            <a:pPr marL="0" marR="0" lvl="0" indent="0" algn="ctr" defTabSz="914400" rtl="0" eaLnBrk="1" fontAlgn="ctr" latinLnBrk="0" hangingPunct="1">
              <a:spcBef>
                <a:spcPts val="0"/>
              </a:spcBef>
              <a:spcAft>
                <a:spcPts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无监督学习算法</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Text9"/>
          <p:cNvSpPr/>
          <p:nvPr>
            <p:custDataLst>
              <p:tags r:id="rId18"/>
            </p:custDataLst>
          </p:nvPr>
        </p:nvSpPr>
        <p:spPr>
          <a:xfrm>
            <a:off x="3659643" y="3963621"/>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10" name="Text10"/>
          <p:cNvSpPr txBox="1"/>
          <p:nvPr>
            <p:custDataLst>
              <p:tags r:id="rId19"/>
            </p:custDataLst>
          </p:nvPr>
        </p:nvSpPr>
        <p:spPr>
          <a:xfrm>
            <a:off x="3659643" y="4054387"/>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特征提取</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Text11"/>
          <p:cNvSpPr/>
          <p:nvPr>
            <p:custDataLst>
              <p:tags r:id="rId20"/>
            </p:custDataLst>
          </p:nvPr>
        </p:nvSpPr>
        <p:spPr>
          <a:xfrm>
            <a:off x="3659643" y="4555109"/>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25" name="Text12"/>
          <p:cNvSpPr txBox="1"/>
          <p:nvPr>
            <p:custDataLst>
              <p:tags r:id="rId21"/>
            </p:custDataLst>
          </p:nvPr>
        </p:nvSpPr>
        <p:spPr>
          <a:xfrm>
            <a:off x="3659643" y="4645875"/>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无监督学习算法</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0" name="Shape8"/>
          <p:cNvGrpSpPr/>
          <p:nvPr>
            <p:custDataLst>
              <p:tags r:id="rId22"/>
            </p:custDataLst>
          </p:nvPr>
        </p:nvGrpSpPr>
        <p:grpSpPr>
          <a:xfrm>
            <a:off x="4047340" y="1357898"/>
            <a:ext cx="1577382" cy="1577384"/>
            <a:chOff x="1210929" y="1497844"/>
            <a:chExt cx="1613394" cy="1613396"/>
          </a:xfrm>
        </p:grpSpPr>
        <p:sp>
          <p:nvSpPr>
            <p:cNvPr id="41" name="椭圆 40"/>
            <p:cNvSpPr/>
            <p:nvPr>
              <p:custDataLst>
                <p:tags r:id="rId51"/>
              </p:custDataLst>
            </p:nvPr>
          </p:nvSpPr>
          <p:spPr>
            <a:xfrm rot="19741494">
              <a:off x="1214576" y="1501492"/>
              <a:ext cx="1606100" cy="1606100"/>
            </a:xfrm>
            <a:prstGeom prst="ellipse">
              <a:avLst/>
            </a:prstGeom>
            <a:gradFill flip="none" rotWithShape="1">
              <a:gsLst>
                <a:gs pos="53000">
                  <a:schemeClr val="accent4">
                    <a:alpha val="0"/>
                  </a:schemeClr>
                </a:gs>
                <a:gs pos="100000">
                  <a:schemeClr val="accent4">
                    <a:lumMod val="75000"/>
                    <a:lumOff val="25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grpSp>
          <p:nvGrpSpPr>
            <p:cNvPr id="42" name="组合 41"/>
            <p:cNvGrpSpPr/>
            <p:nvPr/>
          </p:nvGrpSpPr>
          <p:grpSpPr>
            <a:xfrm>
              <a:off x="1210929" y="1497844"/>
              <a:ext cx="1613394" cy="1613396"/>
              <a:chOff x="1565923" y="1424136"/>
              <a:chExt cx="1613394" cy="1613396"/>
            </a:xfrm>
          </p:grpSpPr>
          <p:sp>
            <p:nvSpPr>
              <p:cNvPr id="43" name="椭圆 42"/>
              <p:cNvSpPr/>
              <p:nvPr>
                <p:custDataLst>
                  <p:tags r:id="rId52"/>
                </p:custDataLst>
              </p:nvPr>
            </p:nvSpPr>
            <p:spPr>
              <a:xfrm>
                <a:off x="1825892" y="1684104"/>
                <a:ext cx="1093456" cy="1093460"/>
              </a:xfrm>
              <a:prstGeom prst="ellipse">
                <a:avLst/>
              </a:prstGeom>
              <a:gradFill>
                <a:gsLst>
                  <a:gs pos="30000">
                    <a:schemeClr val="accent1">
                      <a:lumMod val="60000"/>
                      <a:lumOff val="40000"/>
                    </a:schemeClr>
                  </a:gs>
                  <a:gs pos="83000">
                    <a:schemeClr val="accent4"/>
                  </a:gs>
                </a:gsLst>
                <a:path path="circle">
                  <a:fillToRect r="100000" b="100000"/>
                </a:path>
              </a:gradFill>
              <a:ln>
                <a:noFill/>
              </a:ln>
              <a:effectLst>
                <a:outerShdw blurRad="279400" dist="342900" dir="3000000" sx="88000" sy="88000" algn="t" rotWithShape="0">
                  <a:srgbClr val="190E4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OPPOSans B"/>
                  <a:ea typeface="OPPOSans B"/>
                  <a:cs typeface="+mn-cs"/>
                </a:endParaRPr>
              </a:p>
            </p:txBody>
          </p:sp>
          <p:grpSp>
            <p:nvGrpSpPr>
              <p:cNvPr id="46" name="组合 45"/>
              <p:cNvGrpSpPr/>
              <p:nvPr/>
            </p:nvGrpSpPr>
            <p:grpSpPr>
              <a:xfrm>
                <a:off x="1565923" y="1424136"/>
                <a:ext cx="1613394" cy="1613396"/>
                <a:chOff x="3955374" y="1754722"/>
                <a:chExt cx="4281250" cy="4281258"/>
              </a:xfrm>
            </p:grpSpPr>
            <p:sp>
              <p:nvSpPr>
                <p:cNvPr id="48" name="弧形 47"/>
                <p:cNvSpPr/>
                <p:nvPr>
                  <p:custDataLst>
                    <p:tags r:id="rId53"/>
                  </p:custDataLst>
                </p:nvPr>
              </p:nvSpPr>
              <p:spPr>
                <a:xfrm rot="183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sp>
              <p:nvSpPr>
                <p:cNvPr id="50" name="弧形 49"/>
                <p:cNvSpPr/>
                <p:nvPr>
                  <p:custDataLst>
                    <p:tags r:id="rId54"/>
                  </p:custDataLst>
                </p:nvPr>
              </p:nvSpPr>
              <p:spPr>
                <a:xfrm rot="75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grpSp>
        </p:grpSp>
      </p:grpSp>
      <p:pic>
        <p:nvPicPr>
          <p:cNvPr id="33" name="Shape9">
            <a:extLst>
              <a:ext uri="{FF2B5EF4-FFF2-40B4-BE49-F238E27FC236}">
                <a16:creationId xmlns:a16="http://schemas.microsoft.com/office/drawing/2014/main" id="{27C9DA68-4A8D-61F8-EC2A-5C8DB6665CD0}"/>
              </a:ext>
            </a:extLst>
          </p:cNvPr>
          <p:cNvPicPr>
            <a:picLocks/>
          </p:cNvPicPr>
          <p:nvPr>
            <p:custDataLst>
              <p:tags r:id="rId23"/>
            </p:custDataLst>
          </p:nvPr>
        </p:nvPicPr>
        <p:blipFill>
          <a:blip r:embed="rId66">
            <a:extLst>
              <a:ext uri="{96DAC541-7B7A-43D3-8B79-37D633B846F1}">
                <asvg:svgBlip xmlns:asvg="http://schemas.microsoft.com/office/drawing/2016/SVG/main" r:embed="rId67"/>
              </a:ext>
            </a:extLst>
          </a:blip>
          <a:stretch>
            <a:fillRect/>
          </a:stretch>
        </p:blipFill>
        <p:spPr>
          <a:xfrm>
            <a:off x="4574574" y="1885133"/>
            <a:ext cx="522914" cy="522914"/>
          </a:xfrm>
          <a:prstGeom prst="rect">
            <a:avLst/>
          </a:prstGeom>
        </p:spPr>
      </p:pic>
      <p:sp>
        <p:nvSpPr>
          <p:cNvPr id="47" name="Text13"/>
          <p:cNvSpPr txBox="1"/>
          <p:nvPr>
            <p:custDataLst>
              <p:tags r:id="rId24"/>
            </p:custDataLst>
          </p:nvPr>
        </p:nvSpPr>
        <p:spPr>
          <a:xfrm>
            <a:off x="6285186" y="3283771"/>
            <a:ext cx="2396840" cy="461665"/>
          </a:xfrm>
          <a:prstGeom prst="rect">
            <a:avLst/>
          </a:prstGeom>
          <a:noFill/>
        </p:spPr>
        <p:txBody>
          <a:bodyPr wrap="square" rtlCol="0" anchor="ctr" anchorCtr="0">
            <a:normAutofit/>
          </a:bodyPr>
          <a:lstStyle>
            <a:defPPr>
              <a:defRPr lang="zh-CN"/>
            </a:defPPr>
            <a:lvl1pPr algn="ctr">
              <a:defRPr sz="2000">
                <a:gradFill flip="none" rotWithShape="1">
                  <a:gsLst>
                    <a:gs pos="100000">
                      <a:schemeClr val="accent4">
                        <a:lumMod val="56000"/>
                        <a:lumOff val="44000"/>
                      </a:schemeClr>
                    </a:gs>
                    <a:gs pos="21000">
                      <a:schemeClr val="accent4">
                        <a:lumMod val="0"/>
                        <a:lumOff val="100000"/>
                      </a:schemeClr>
                    </a:gs>
                  </a:gsLst>
                  <a:lin ang="2700000" scaled="1"/>
                  <a:tileRect/>
                </a:gradFill>
                <a:latin typeface="+mj-ea"/>
                <a:ea typeface="+mj-ea"/>
              </a:defRPr>
            </a:lvl1pPr>
          </a:lstStyle>
          <a:p>
            <a:pPr marL="0" marR="0" lvl="0" indent="0" algn="ctr" defTabSz="914400" rtl="0" eaLnBrk="1" fontAlgn="ctr" latinLnBrk="0" hangingPunct="1">
              <a:spcBef>
                <a:spcPts val="0"/>
              </a:spcBef>
              <a:spcAft>
                <a:spcPts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强化学习算法</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8" name="Text14"/>
          <p:cNvSpPr/>
          <p:nvPr>
            <p:custDataLst>
              <p:tags r:id="rId25"/>
            </p:custDataLst>
          </p:nvPr>
        </p:nvSpPr>
        <p:spPr>
          <a:xfrm>
            <a:off x="6462340" y="3963621"/>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29" name="Text15"/>
          <p:cNvSpPr txBox="1"/>
          <p:nvPr>
            <p:custDataLst>
              <p:tags r:id="rId26"/>
            </p:custDataLst>
          </p:nvPr>
        </p:nvSpPr>
        <p:spPr>
          <a:xfrm>
            <a:off x="6462340" y="4054387"/>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动作空间</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0" name="Text16"/>
          <p:cNvSpPr/>
          <p:nvPr>
            <p:custDataLst>
              <p:tags r:id="rId27"/>
            </p:custDataLst>
          </p:nvPr>
        </p:nvSpPr>
        <p:spPr>
          <a:xfrm>
            <a:off x="6462340" y="4555109"/>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31" name="Text17"/>
          <p:cNvSpPr txBox="1"/>
          <p:nvPr>
            <p:custDataLst>
              <p:tags r:id="rId28"/>
            </p:custDataLst>
          </p:nvPr>
        </p:nvSpPr>
        <p:spPr>
          <a:xfrm>
            <a:off x="6462340" y="4645875"/>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价值函数</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74" name="Shape10"/>
          <p:cNvGrpSpPr/>
          <p:nvPr>
            <p:custDataLst>
              <p:tags r:id="rId29"/>
            </p:custDataLst>
          </p:nvPr>
        </p:nvGrpSpPr>
        <p:grpSpPr>
          <a:xfrm>
            <a:off x="6691945" y="1357898"/>
            <a:ext cx="1577382" cy="1577384"/>
            <a:chOff x="1210929" y="1497844"/>
            <a:chExt cx="1613394" cy="1613396"/>
          </a:xfrm>
        </p:grpSpPr>
        <p:sp>
          <p:nvSpPr>
            <p:cNvPr id="75" name="椭圆 74"/>
            <p:cNvSpPr/>
            <p:nvPr>
              <p:custDataLst>
                <p:tags r:id="rId47"/>
              </p:custDataLst>
            </p:nvPr>
          </p:nvSpPr>
          <p:spPr>
            <a:xfrm rot="19741494">
              <a:off x="1214576" y="1501492"/>
              <a:ext cx="1606100" cy="1606100"/>
            </a:xfrm>
            <a:prstGeom prst="ellipse">
              <a:avLst/>
            </a:prstGeom>
            <a:gradFill flip="none" rotWithShape="1">
              <a:gsLst>
                <a:gs pos="53000">
                  <a:schemeClr val="accent4">
                    <a:alpha val="0"/>
                  </a:schemeClr>
                </a:gs>
                <a:gs pos="100000">
                  <a:schemeClr val="accent4">
                    <a:lumMod val="75000"/>
                    <a:lumOff val="25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grpSp>
          <p:nvGrpSpPr>
            <p:cNvPr id="81" name="组合 80"/>
            <p:cNvGrpSpPr/>
            <p:nvPr/>
          </p:nvGrpSpPr>
          <p:grpSpPr>
            <a:xfrm>
              <a:off x="1210929" y="1497844"/>
              <a:ext cx="1613394" cy="1613396"/>
              <a:chOff x="1565923" y="1424136"/>
              <a:chExt cx="1613394" cy="1613396"/>
            </a:xfrm>
          </p:grpSpPr>
          <p:sp>
            <p:nvSpPr>
              <p:cNvPr id="85" name="椭圆 84"/>
              <p:cNvSpPr/>
              <p:nvPr>
                <p:custDataLst>
                  <p:tags r:id="rId48"/>
                </p:custDataLst>
              </p:nvPr>
            </p:nvSpPr>
            <p:spPr>
              <a:xfrm>
                <a:off x="1825892" y="1684104"/>
                <a:ext cx="1093456" cy="1093460"/>
              </a:xfrm>
              <a:prstGeom prst="ellipse">
                <a:avLst/>
              </a:prstGeom>
              <a:gradFill>
                <a:gsLst>
                  <a:gs pos="30000">
                    <a:schemeClr val="accent1">
                      <a:lumMod val="60000"/>
                      <a:lumOff val="40000"/>
                    </a:schemeClr>
                  </a:gs>
                  <a:gs pos="83000">
                    <a:schemeClr val="accent4"/>
                  </a:gs>
                </a:gsLst>
                <a:path path="circle">
                  <a:fillToRect r="100000" b="100000"/>
                </a:path>
              </a:gradFill>
              <a:ln>
                <a:noFill/>
              </a:ln>
              <a:effectLst>
                <a:outerShdw blurRad="279400" dist="342900" dir="3000000" sx="88000" sy="88000" algn="t" rotWithShape="0">
                  <a:srgbClr val="190E4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OPPOSans B"/>
                  <a:ea typeface="OPPOSans B"/>
                  <a:cs typeface="+mn-cs"/>
                </a:endParaRPr>
              </a:p>
            </p:txBody>
          </p:sp>
          <p:grpSp>
            <p:nvGrpSpPr>
              <p:cNvPr id="86" name="组合 85"/>
              <p:cNvGrpSpPr/>
              <p:nvPr/>
            </p:nvGrpSpPr>
            <p:grpSpPr>
              <a:xfrm>
                <a:off x="1565923" y="1424136"/>
                <a:ext cx="1613394" cy="1613396"/>
                <a:chOff x="3955374" y="1754722"/>
                <a:chExt cx="4281250" cy="4281258"/>
              </a:xfrm>
            </p:grpSpPr>
            <p:sp>
              <p:nvSpPr>
                <p:cNvPr id="93" name="弧形 92"/>
                <p:cNvSpPr/>
                <p:nvPr>
                  <p:custDataLst>
                    <p:tags r:id="rId49"/>
                  </p:custDataLst>
                </p:nvPr>
              </p:nvSpPr>
              <p:spPr>
                <a:xfrm rot="183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sp>
              <p:nvSpPr>
                <p:cNvPr id="94" name="弧形 93"/>
                <p:cNvSpPr/>
                <p:nvPr>
                  <p:custDataLst>
                    <p:tags r:id="rId50"/>
                  </p:custDataLst>
                </p:nvPr>
              </p:nvSpPr>
              <p:spPr>
                <a:xfrm rot="75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grpSp>
        </p:grpSp>
      </p:grpSp>
      <p:pic>
        <p:nvPicPr>
          <p:cNvPr id="54" name="Shape11">
            <a:extLst>
              <a:ext uri="{FF2B5EF4-FFF2-40B4-BE49-F238E27FC236}">
                <a16:creationId xmlns:a16="http://schemas.microsoft.com/office/drawing/2014/main" id="{4AB9597E-360A-1CDC-8999-41210A13C2E2}"/>
              </a:ext>
            </a:extLst>
          </p:cNvPr>
          <p:cNvPicPr>
            <a:picLocks/>
          </p:cNvPicPr>
          <p:nvPr>
            <p:custDataLst>
              <p:tags r:id="rId30"/>
            </p:custDataLst>
          </p:nvPr>
        </p:nvPicPr>
        <p:blipFill>
          <a:blip r:embed="rId68">
            <a:extLst>
              <a:ext uri="{96DAC541-7B7A-43D3-8B79-37D633B846F1}">
                <asvg:svgBlip xmlns:asvg="http://schemas.microsoft.com/office/drawing/2016/SVG/main" r:embed="rId69"/>
              </a:ext>
            </a:extLst>
          </a:blip>
          <a:stretch>
            <a:fillRect/>
          </a:stretch>
        </p:blipFill>
        <p:spPr>
          <a:xfrm>
            <a:off x="7219179" y="1885133"/>
            <a:ext cx="522914" cy="522914"/>
          </a:xfrm>
          <a:prstGeom prst="rect">
            <a:avLst/>
          </a:prstGeom>
        </p:spPr>
      </p:pic>
      <p:sp>
        <p:nvSpPr>
          <p:cNvPr id="49" name="Text18"/>
          <p:cNvSpPr txBox="1"/>
          <p:nvPr>
            <p:custDataLst>
              <p:tags r:id="rId31"/>
            </p:custDataLst>
          </p:nvPr>
        </p:nvSpPr>
        <p:spPr>
          <a:xfrm>
            <a:off x="8929791" y="3283771"/>
            <a:ext cx="2371140" cy="471516"/>
          </a:xfrm>
          <a:prstGeom prst="rect">
            <a:avLst/>
          </a:prstGeom>
          <a:noFill/>
        </p:spPr>
        <p:txBody>
          <a:bodyPr wrap="square" rtlCol="0" anchor="ctr" anchorCtr="0">
            <a:normAutofit/>
          </a:bodyPr>
          <a:lstStyle>
            <a:defPPr>
              <a:defRPr lang="zh-CN"/>
            </a:defPPr>
            <a:lvl1pPr algn="ctr">
              <a:defRPr sz="2000">
                <a:gradFill>
                  <a:gsLst>
                    <a:gs pos="0">
                      <a:srgbClr val="5AFCFE">
                        <a:lumMod val="42000"/>
                        <a:lumOff val="58000"/>
                      </a:srgbClr>
                    </a:gs>
                    <a:gs pos="100000">
                      <a:srgbClr val="5AFCFE"/>
                    </a:gs>
                  </a:gsLst>
                  <a:lin ang="0" scaled="1"/>
                </a:gradFill>
                <a:latin typeface="+mj-ea"/>
                <a:ea typeface="+mj-ea"/>
              </a:defRPr>
            </a:lvl1pPr>
          </a:lstStyle>
          <a:p>
            <a:pPr marL="0" marR="0" lvl="0" indent="0" algn="ctr" defTabSz="914400" rtl="0" eaLnBrk="1" fontAlgn="ctr" latinLnBrk="0" hangingPunct="1">
              <a:spcBef>
                <a:spcPts val="0"/>
              </a:spcBef>
              <a:spcAft>
                <a:spcPts val="0"/>
              </a:spcAft>
              <a:buClrTx/>
              <a:buSzTx/>
              <a:buFontTx/>
              <a:buNone/>
              <a:defRPr/>
            </a:pP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rPr>
              <a:t>算法比较与选择</a:t>
            </a:r>
            <a:endParaRPr kumimoji="0" lang="en-US" altLang="zh-CN"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4" name="Text19"/>
          <p:cNvSpPr/>
          <p:nvPr>
            <p:custDataLst>
              <p:tags r:id="rId32"/>
            </p:custDataLst>
          </p:nvPr>
        </p:nvSpPr>
        <p:spPr>
          <a:xfrm>
            <a:off x="9182500" y="3963621"/>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35" name="Text20"/>
          <p:cNvSpPr txBox="1"/>
          <p:nvPr>
            <p:custDataLst>
              <p:tags r:id="rId33"/>
            </p:custDataLst>
          </p:nvPr>
        </p:nvSpPr>
        <p:spPr>
          <a:xfrm>
            <a:off x="9182500" y="4054387"/>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性能评估</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6" name="Text21"/>
          <p:cNvSpPr/>
          <p:nvPr>
            <p:custDataLst>
              <p:tags r:id="rId34"/>
            </p:custDataLst>
          </p:nvPr>
        </p:nvSpPr>
        <p:spPr>
          <a:xfrm>
            <a:off x="9182500" y="4555109"/>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37" name="Text22"/>
          <p:cNvSpPr txBox="1"/>
          <p:nvPr>
            <p:custDataLst>
              <p:tags r:id="rId35"/>
            </p:custDataLst>
          </p:nvPr>
        </p:nvSpPr>
        <p:spPr>
          <a:xfrm>
            <a:off x="9182500" y="4645875"/>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可扩展性</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8" name="Text23"/>
          <p:cNvSpPr/>
          <p:nvPr>
            <p:custDataLst>
              <p:tags r:id="rId36"/>
            </p:custDataLst>
          </p:nvPr>
        </p:nvSpPr>
        <p:spPr>
          <a:xfrm>
            <a:off x="9182500" y="5155112"/>
            <a:ext cx="2018500" cy="464069"/>
          </a:xfrm>
          <a:prstGeom prst="roundRect">
            <a:avLst>
              <a:gd name="adj" fmla="val 50000"/>
            </a:avLst>
          </a:prstGeom>
          <a:gradFill flip="none" rotWithShape="1">
            <a:gsLst>
              <a:gs pos="100000">
                <a:schemeClr val="accent6"/>
              </a:gs>
              <a:gs pos="92000">
                <a:schemeClr val="accent1">
                  <a:alpha val="0"/>
                </a:schemeClr>
              </a:gs>
            </a:gsLst>
            <a:path path="shape">
              <a:fillToRect l="50000" t="50000" r="50000" b="50000"/>
            </a:path>
            <a:tileRect/>
          </a:gradFill>
          <a:ln w="9525">
            <a:gradFill>
              <a:gsLst>
                <a:gs pos="0">
                  <a:schemeClr val="accent4"/>
                </a:gs>
                <a:gs pos="100000">
                  <a:schemeClr val="accent4"/>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OPPOSans R" panose="00020600040101010101" pitchFamily="18" charset="-122"/>
              <a:ea typeface="OPPOSans R" panose="00020600040101010101" pitchFamily="18" charset="-122"/>
              <a:cs typeface="+mn-cs"/>
            </a:endParaRPr>
          </a:p>
        </p:txBody>
      </p:sp>
      <p:sp>
        <p:nvSpPr>
          <p:cNvPr id="39" name="Text24"/>
          <p:cNvSpPr txBox="1"/>
          <p:nvPr>
            <p:custDataLst>
              <p:tags r:id="rId37"/>
            </p:custDataLst>
          </p:nvPr>
        </p:nvSpPr>
        <p:spPr>
          <a:xfrm>
            <a:off x="9182500" y="5245878"/>
            <a:ext cx="2018501" cy="292388"/>
          </a:xfrm>
          <a:prstGeom prst="rect">
            <a:avLst/>
          </a:prstGeom>
          <a:noFill/>
        </p:spPr>
        <p:txBody>
          <a:bodyPr wrap="square" rtlCol="0">
            <a:normAutofit/>
          </a:bodyPr>
          <a:lstStyle/>
          <a:p>
            <a:pPr marL="0" marR="0" lvl="0" indent="0" algn="ctr" defTabSz="914400" rtl="0" eaLnBrk="1" fontAlgn="auto" latinLnBrk="0" hangingPunct="1">
              <a:spcBef>
                <a:spcPts val="0"/>
              </a:spcBef>
              <a:spcAft>
                <a:spcPts val="0"/>
              </a:spcAft>
              <a:buClrTx/>
              <a:buSzTx/>
              <a:buFontTx/>
              <a:buNone/>
              <a:defRPr/>
            </a:pPr>
            <a:r>
              <a:rPr kumimoji="0" lang="zh-CN" altLang="en-US" sz="130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rPr>
              <a:t>优化策略</a:t>
            </a:r>
            <a:endParaRPr kumimoji="0" lang="zh-CN" altLang="en-US" sz="130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02" name="Shape12"/>
          <p:cNvGrpSpPr/>
          <p:nvPr>
            <p:custDataLst>
              <p:tags r:id="rId38"/>
            </p:custDataLst>
          </p:nvPr>
        </p:nvGrpSpPr>
        <p:grpSpPr>
          <a:xfrm>
            <a:off x="9363916" y="1357898"/>
            <a:ext cx="1577382" cy="1577384"/>
            <a:chOff x="1210929" y="1497844"/>
            <a:chExt cx="1613394" cy="1613396"/>
          </a:xfrm>
        </p:grpSpPr>
        <p:sp>
          <p:nvSpPr>
            <p:cNvPr id="103" name="椭圆 102"/>
            <p:cNvSpPr/>
            <p:nvPr>
              <p:custDataLst>
                <p:tags r:id="rId43"/>
              </p:custDataLst>
            </p:nvPr>
          </p:nvSpPr>
          <p:spPr>
            <a:xfrm rot="19741494">
              <a:off x="1214576" y="1501492"/>
              <a:ext cx="1606100" cy="1606100"/>
            </a:xfrm>
            <a:prstGeom prst="ellipse">
              <a:avLst/>
            </a:prstGeom>
            <a:gradFill flip="none" rotWithShape="1">
              <a:gsLst>
                <a:gs pos="53000">
                  <a:schemeClr val="accent4">
                    <a:alpha val="0"/>
                  </a:schemeClr>
                </a:gs>
                <a:gs pos="100000">
                  <a:schemeClr val="accent4">
                    <a:lumMod val="75000"/>
                    <a:lumOff val="25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a:ea typeface="思源黑体 CN Regular"/>
                <a:cs typeface="+mn-cs"/>
              </a:endParaRPr>
            </a:p>
          </p:txBody>
        </p:sp>
        <p:grpSp>
          <p:nvGrpSpPr>
            <p:cNvPr id="104" name="组合 103"/>
            <p:cNvGrpSpPr/>
            <p:nvPr/>
          </p:nvGrpSpPr>
          <p:grpSpPr>
            <a:xfrm>
              <a:off x="1210929" y="1497844"/>
              <a:ext cx="1613394" cy="1613396"/>
              <a:chOff x="1565923" y="1424136"/>
              <a:chExt cx="1613394" cy="1613396"/>
            </a:xfrm>
          </p:grpSpPr>
          <p:sp>
            <p:nvSpPr>
              <p:cNvPr id="111" name="椭圆 110"/>
              <p:cNvSpPr/>
              <p:nvPr>
                <p:custDataLst>
                  <p:tags r:id="rId44"/>
                </p:custDataLst>
              </p:nvPr>
            </p:nvSpPr>
            <p:spPr>
              <a:xfrm>
                <a:off x="1825892" y="1684104"/>
                <a:ext cx="1093456" cy="1093460"/>
              </a:xfrm>
              <a:prstGeom prst="ellipse">
                <a:avLst/>
              </a:prstGeom>
              <a:gradFill>
                <a:gsLst>
                  <a:gs pos="30000">
                    <a:schemeClr val="accent1">
                      <a:lumMod val="60000"/>
                      <a:lumOff val="40000"/>
                    </a:schemeClr>
                  </a:gs>
                  <a:gs pos="83000">
                    <a:schemeClr val="accent4"/>
                  </a:gs>
                </a:gsLst>
                <a:path path="circle">
                  <a:fillToRect r="100000" b="100000"/>
                </a:path>
              </a:gradFill>
              <a:ln>
                <a:noFill/>
              </a:ln>
              <a:effectLst>
                <a:outerShdw blurRad="279400" dist="342900" dir="3000000" sx="88000" sy="88000" algn="t" rotWithShape="0">
                  <a:srgbClr val="190E40">
                    <a:alpha val="4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OPPOSans B"/>
                  <a:ea typeface="OPPOSans B"/>
                  <a:cs typeface="+mn-cs"/>
                </a:endParaRPr>
              </a:p>
            </p:txBody>
          </p:sp>
          <p:grpSp>
            <p:nvGrpSpPr>
              <p:cNvPr id="112" name="组合 111"/>
              <p:cNvGrpSpPr/>
              <p:nvPr/>
            </p:nvGrpSpPr>
            <p:grpSpPr>
              <a:xfrm>
                <a:off x="1565923" y="1424136"/>
                <a:ext cx="1613394" cy="1613396"/>
                <a:chOff x="3955374" y="1754722"/>
                <a:chExt cx="4281250" cy="4281258"/>
              </a:xfrm>
            </p:grpSpPr>
            <p:sp>
              <p:nvSpPr>
                <p:cNvPr id="113" name="弧形 112"/>
                <p:cNvSpPr/>
                <p:nvPr>
                  <p:custDataLst>
                    <p:tags r:id="rId45"/>
                  </p:custDataLst>
                </p:nvPr>
              </p:nvSpPr>
              <p:spPr>
                <a:xfrm rot="183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sp>
              <p:nvSpPr>
                <p:cNvPr id="114" name="弧形 113"/>
                <p:cNvSpPr/>
                <p:nvPr>
                  <p:custDataLst>
                    <p:tags r:id="rId46"/>
                  </p:custDataLst>
                </p:nvPr>
              </p:nvSpPr>
              <p:spPr>
                <a:xfrm rot="7564987">
                  <a:off x="3955370" y="1754726"/>
                  <a:ext cx="4281258" cy="4281250"/>
                </a:xfrm>
                <a:prstGeom prst="arc">
                  <a:avLst/>
                </a:prstGeom>
                <a:noFill/>
                <a:ln w="12700" cap="rnd">
                  <a:gradFill flip="none" rotWithShape="1">
                    <a:gsLst>
                      <a:gs pos="0">
                        <a:schemeClr val="accent4">
                          <a:lumMod val="60000"/>
                          <a:lumOff val="40000"/>
                        </a:schemeClr>
                      </a:gs>
                      <a:gs pos="100000">
                        <a:schemeClr val="accent4">
                          <a:lumMod val="20000"/>
                          <a:lumOff val="80000"/>
                          <a:alpha val="0"/>
                        </a:schemeClr>
                      </a:gs>
                    </a:gsLst>
                    <a:lin ang="54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white"/>
                    </a:solidFill>
                    <a:effectLst/>
                    <a:uLnTx/>
                    <a:uFillTx/>
                    <a:latin typeface="sohogothicpro-regular"/>
                    <a:ea typeface="汉仪旗黑X1-55W"/>
                    <a:cs typeface="+mn-cs"/>
                  </a:endParaRPr>
                </a:p>
              </p:txBody>
            </p:sp>
          </p:grpSp>
        </p:grpSp>
      </p:grpSp>
      <p:pic>
        <p:nvPicPr>
          <p:cNvPr id="56" name="Shape13">
            <a:extLst>
              <a:ext uri="{FF2B5EF4-FFF2-40B4-BE49-F238E27FC236}">
                <a16:creationId xmlns:a16="http://schemas.microsoft.com/office/drawing/2014/main" id="{279A7167-0ACA-3295-662C-251549007AE1}"/>
              </a:ext>
            </a:extLst>
          </p:cNvPr>
          <p:cNvPicPr>
            <a:picLocks/>
          </p:cNvPicPr>
          <p:nvPr>
            <p:custDataLst>
              <p:tags r:id="rId39"/>
            </p:custDataLst>
          </p:nvPr>
        </p:nvPicPr>
        <p:blipFill>
          <a:blip r:embed="rId70">
            <a:extLst>
              <a:ext uri="{96DAC541-7B7A-43D3-8B79-37D633B846F1}">
                <asvg:svgBlip xmlns:asvg="http://schemas.microsoft.com/office/drawing/2016/SVG/main" r:embed="rId71"/>
              </a:ext>
            </a:extLst>
          </a:blip>
          <a:stretch>
            <a:fillRect/>
          </a:stretch>
        </p:blipFill>
        <p:spPr>
          <a:xfrm>
            <a:off x="9891150" y="1885133"/>
            <a:ext cx="522914" cy="522914"/>
          </a:xfrm>
          <a:prstGeom prst="rect">
            <a:avLst/>
          </a:prstGeom>
        </p:spPr>
      </p:pic>
      <p:sp>
        <p:nvSpPr>
          <p:cNvPr id="2" name="Text25"/>
          <p:cNvSpPr txBox="1"/>
          <p:nvPr>
            <p:custDataLst>
              <p:tags r:id="rId40"/>
            </p:custDataLst>
          </p:nvPr>
        </p:nvSpPr>
        <p:spPr>
          <a:xfrm>
            <a:off x="996524" y="305152"/>
            <a:ext cx="11496384" cy="720348"/>
          </a:xfrm>
          <a:prstGeom prst="rect">
            <a:avLst/>
          </a:prstGeom>
          <a:noFill/>
        </p:spPr>
        <p:txBody>
          <a:bodyPr wrap="square" rtlCol="0" anchor="ctr" anchorCtr="0">
            <a:normAutofit/>
          </a:bodyPr>
          <a:lstStyle/>
          <a:p>
            <a:pPr marL="0" marR="0" lvl="0" indent="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机器学习算法简介</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58" name="Shape14">
            <a:extLst>
              <a:ext uri="{FF2B5EF4-FFF2-40B4-BE49-F238E27FC236}">
                <a16:creationId xmlns:a16="http://schemas.microsoft.com/office/drawing/2014/main" id="{8E055B11-FC61-EB85-1024-3BAFAC5C422B}"/>
              </a:ext>
            </a:extLst>
          </p:cNvPr>
          <p:cNvPicPr>
            <a:picLocks/>
          </p:cNvPicPr>
          <p:nvPr>
            <p:custDataLst>
              <p:tags r:id="rId41"/>
            </p:custDataLst>
          </p:nvPr>
        </p:nvPicPr>
        <p:blipFill>
          <a:blip r:embed="rId72">
            <a:extLst>
              <a:ext uri="{96DAC541-7B7A-43D3-8B79-37D633B846F1}">
                <asvg:svgBlip xmlns:asvg="http://schemas.microsoft.com/office/drawing/2016/SVG/main" r:embed="rId73"/>
              </a:ext>
            </a:extLst>
          </a:blip>
          <a:stretch>
            <a:fillRect/>
          </a:stretch>
        </p:blipFill>
        <p:spPr>
          <a:xfrm>
            <a:off x="439248" y="440284"/>
            <a:ext cx="585216" cy="585216"/>
          </a:xfrm>
          <a:prstGeom prst="rect">
            <a:avLst/>
          </a:prstGeom>
        </p:spPr>
      </p:pic>
      <p:sp>
        <p:nvSpPr>
          <p:cNvPr id="59" name="Text1" hidden="1">
            <a:extLst>
              <a:ext uri="{FF2B5EF4-FFF2-40B4-BE49-F238E27FC236}">
                <a16:creationId xmlns:a16="http://schemas.microsoft.com/office/drawing/2014/main" id="{D99E2EC7-5FC5-B707-7B7A-AD7A364B54D6}"/>
              </a:ext>
            </a:extLst>
          </p:cNvPr>
          <p:cNvSpPr txBox="1"/>
          <p:nvPr>
            <p:custDataLst>
              <p:tags r:id="rId42"/>
            </p:custDataLst>
          </p:nvPr>
        </p:nvSpPr>
        <p:spPr>
          <a:xfrm>
            <a:off x="975297" y="8428910"/>
            <a:ext cx="5878181" cy="1316910"/>
          </a:xfrm>
          <a:prstGeom prst="rect">
            <a:avLst/>
          </a:prstGeom>
          <a:noFill/>
        </p:spPr>
        <p:txBody>
          <a:bodyPr wrap="square" rtlCol="0" anchor="b" anchorCtr="0">
            <a:no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58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机器学习流程与步骤</a:t>
            </a:r>
            <a:endParaRPr lang="zh-CN" altLang="en-US" sz="58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Tree>
    <p:custDataLst>
      <p:custData r:id="rId1"/>
      <p:tags r:id="rId2"/>
    </p:custData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p:cTn id="7" dur="500" fill="hold"/>
                                        <p:tgtEl>
                                          <p:spTgt spid="11"/>
                                        </p:tgtEl>
                                        <p:attrNameLst>
                                          <p:attrName>ppt_w</p:attrName>
                                        </p:attrNameLst>
                                      </p:cBhvr>
                                      <p:tavLst>
                                        <p:tav tm="0">
                                          <p:val>
                                            <p:strVal val="4/3*#ppt_w"/>
                                          </p:val>
                                        </p:tav>
                                        <p:tav tm="100000">
                                          <p:val>
                                            <p:strVal val="#ppt_w"/>
                                          </p:val>
                                        </p:tav>
                                      </p:tavLst>
                                    </p:anim>
                                    <p:anim calcmode="lin" valueType="num">
                                      <p:cBhvr>
                                        <p:cTn id="8" dur="500" fill="hold"/>
                                        <p:tgtEl>
                                          <p:spTgt spid="11"/>
                                        </p:tgtEl>
                                        <p:attrNameLst>
                                          <p:attrName>ppt_h</p:attrName>
                                        </p:attrNameLst>
                                      </p:cBhvr>
                                      <p:tavLst>
                                        <p:tav tm="0">
                                          <p:val>
                                            <p:strVal val="4/3*#ppt_h"/>
                                          </p:val>
                                        </p:tav>
                                        <p:tav tm="100000">
                                          <p:val>
                                            <p:strVal val="#ppt_h"/>
                                          </p:val>
                                        </p:tav>
                                      </p:tavLst>
                                    </p:anim>
                                  </p:childTnLst>
                                </p:cTn>
                              </p:par>
                              <p:par>
                                <p:cTn id="9" presetID="0" presetClass="entr" presetSubtype="0" fill="hold" nodeType="withEffect">
                                  <p:stCondLst>
                                    <p:cond delay="0"/>
                                  </p:stCondLst>
                                  <p:childTnLst>
                                    <p:set>
                                      <p:cBhvr>
                                        <p:cTn id="10" dur="1" fill="hold">
                                          <p:stCondLst>
                                            <p:cond delay="0"/>
                                          </p:stCondLst>
                                        </p:cTn>
                                        <p:tgtEl>
                                          <p:spTgt spid="58"/>
                                        </p:tgtEl>
                                        <p:attrNameLst>
                                          <p:attrName>style.visibility</p:attrName>
                                        </p:attrNameLst>
                                      </p:cBhvr>
                                      <p:to>
                                        <p:strVal val="visible"/>
                                      </p:to>
                                    </p:set>
                                    <p:anim to="" calcmode="lin" valueType="num">
                                      <p:cBhvr>
                                        <p:cTn id="11" dur="500" fill="hold">
                                          <p:stCondLst>
                                            <p:cond delay="0"/>
                                          </p:stCondLst>
                                        </p:cTn>
                                        <p:tgtEl>
                                          <p:spTgt spid="58"/>
                                        </p:tgtEl>
                                        <p:attrNameLst>
                                          <p:attrName>ppt_x</p:attrName>
                                        </p:attrNameLst>
                                      </p:cBhvr>
                                      <p:tavLst>
                                        <p:tav tm="0" fmla="((floor(#ppt_x-0.5)+ceil(#ppt_x-0.5))*0.5+0.5)+(#ppt_x- ((floor(#ppt_x-0.5)+ceil(#ppt_x-0.5))*0.5+0.5))*$">
                                          <p:val>
                                            <p:strVal val="0"/>
                                          </p:val>
                                        </p:tav>
                                        <p:tav tm="100000">
                                          <p:val>
                                            <p:strVal val="1"/>
                                          </p:val>
                                        </p:tav>
                                      </p:tavLst>
                                    </p:anim>
                                    <p:anim to="" calcmode="lin" valueType="num">
                                      <p:cBhvr>
                                        <p:cTn id="12" dur="500" fill="hold">
                                          <p:stCondLst>
                                            <p:cond delay="0"/>
                                          </p:stCondLst>
                                        </p:cTn>
                                        <p:tgtEl>
                                          <p:spTgt spid="58"/>
                                        </p:tgtEl>
                                        <p:attrNameLst>
                                          <p:attrName>ppt_y</p:attrName>
                                        </p:attrNameLst>
                                      </p:cBhvr>
                                      <p:tavLst>
                                        <p:tav tm="0" fmla="((floor(#ppt_y-0.5)+ceil(#ppt_y-0.5))*0.5+0.5)+(#ppt_y- ((floor(#ppt_y-0.5)+ceil(#ppt_y-0.5))*0.5+0.5))*$">
                                          <p:val>
                                            <p:strVal val="0"/>
                                          </p:val>
                                        </p:tav>
                                        <p:tav tm="100000">
                                          <p:val>
                                            <p:strVal val="1"/>
                                          </p:val>
                                        </p:tav>
                                      </p:tavLst>
                                    </p:anim>
                                    <p:anim to="" calcmode="lin" valueType="num">
                                      <p:cBhvr>
                                        <p:cTn id="13" dur="500" fill="hold">
                                          <p:stCondLst>
                                            <p:cond delay="0"/>
                                          </p:stCondLst>
                                        </p:cTn>
                                        <p:tgtEl>
                                          <p:spTgt spid="58"/>
                                        </p:tgtEl>
                                        <p:attrNameLst>
                                          <p:attrName>style.opacity</p:attrName>
                                        </p:attrNameLst>
                                      </p:cBhvr>
                                      <p:tavLst>
                                        <p:tav tm="0">
                                          <p:val>
                                            <p:strVal val="0"/>
                                          </p:val>
                                        </p:tav>
                                        <p:tav tm="100000">
                                          <p:val>
                                            <p:strVal val="1"/>
                                          </p:val>
                                        </p:tav>
                                      </p:tavLst>
                                    </p:anim>
                                    <p:anim to="" calcmode="lin" valueType="num">
                                      <p:cBhvr>
                                        <p:cTn id="14" dur="500" fill="hold">
                                          <p:stCondLst>
                                            <p:cond delay="0"/>
                                          </p:stCondLst>
                                        </p:cTn>
                                        <p:tgtEl>
                                          <p:spTgt spid="58"/>
                                        </p:tgtEl>
                                        <p:attrNameLst>
                                          <p:attrName>ppt_w</p:attrName>
                                        </p:attrNameLst>
                                      </p:cBhvr>
                                      <p:tavLst>
                                        <p:tav tm="0">
                                          <p:val>
                                            <p:strVal val="#ppt_w*2"/>
                                          </p:val>
                                        </p:tav>
                                        <p:tav tm="100000">
                                          <p:val>
                                            <p:strVal val="#ppt_w"/>
                                          </p:val>
                                        </p:tav>
                                      </p:tavLst>
                                    </p:anim>
                                    <p:anim to="" calcmode="lin" valueType="num">
                                      <p:cBhvr>
                                        <p:cTn id="15" dur="500" fill="hold">
                                          <p:stCondLst>
                                            <p:cond delay="0"/>
                                          </p:stCondLst>
                                        </p:cTn>
                                        <p:tgtEl>
                                          <p:spTgt spid="58"/>
                                        </p:tgtEl>
                                        <p:attrNameLst>
                                          <p:attrName>ppt_h</p:attrName>
                                        </p:attrNameLst>
                                      </p:cBhvr>
                                      <p:tavLst>
                                        <p:tav tm="0">
                                          <p:val>
                                            <p:strVal val="#ppt_h*2"/>
                                          </p:val>
                                        </p:tav>
                                        <p:tav tm="100000">
                                          <p:val>
                                            <p:strVal val="#ppt_h"/>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anim calcmode="lin" valueType="num">
                                      <p:cBhvr>
                                        <p:cTn id="21" dur="500" fill="hold"/>
                                        <p:tgtEl>
                                          <p:spTgt spid="8"/>
                                        </p:tgtEl>
                                        <p:attrNameLst>
                                          <p:attrName>ppt_x</p:attrName>
                                        </p:attrNameLst>
                                      </p:cBhvr>
                                      <p:tavLst>
                                        <p:tav tm="0">
                                          <p:val>
                                            <p:strVal val="#ppt_x"/>
                                          </p:val>
                                        </p:tav>
                                        <p:tav tm="100000">
                                          <p:val>
                                            <p:strVal val="#ppt_x+0.3345122"/>
                                          </p:val>
                                        </p:tav>
                                      </p:tavLst>
                                    </p:anim>
                                    <p:anim calcmode="lin" valueType="num">
                                      <p:cBhvr>
                                        <p:cTn id="22" dur="500" fill="hold"/>
                                        <p:tgtEl>
                                          <p:spTgt spid="8"/>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fade">
                                      <p:cBhvr>
                                        <p:cTn id="25" dur="500"/>
                                        <p:tgtEl>
                                          <p:spTgt spid="3"/>
                                        </p:tgtEl>
                                      </p:cBhvr>
                                    </p:animEffect>
                                    <p:anim calcmode="lin" valueType="num">
                                      <p:cBhvr>
                                        <p:cTn id="26" dur="500" fill="hold"/>
                                        <p:tgtEl>
                                          <p:spTgt spid="3"/>
                                        </p:tgtEl>
                                        <p:attrNameLst>
                                          <p:attrName>ppt_x</p:attrName>
                                        </p:attrNameLst>
                                      </p:cBhvr>
                                      <p:tavLst>
                                        <p:tav tm="0">
                                          <p:val>
                                            <p:strVal val="#ppt_x"/>
                                          </p:val>
                                        </p:tav>
                                        <p:tav tm="100000">
                                          <p:val>
                                            <p:strVal val="#ppt_x+0.3345122"/>
                                          </p:val>
                                        </p:tav>
                                      </p:tavLst>
                                    </p:anim>
                                    <p:anim calcmode="lin" valueType="num">
                                      <p:cBhvr>
                                        <p:cTn id="27" dur="500" fill="hold"/>
                                        <p:tgtEl>
                                          <p:spTgt spid="3"/>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52"/>
                                        </p:tgtEl>
                                        <p:attrNameLst>
                                          <p:attrName>style.visibility</p:attrName>
                                        </p:attrNameLst>
                                      </p:cBhvr>
                                      <p:to>
                                        <p:strVal val="visible"/>
                                      </p:to>
                                    </p:set>
                                    <p:animEffect transition="in" filter="fade">
                                      <p:cBhvr>
                                        <p:cTn id="30" dur="500"/>
                                        <p:tgtEl>
                                          <p:spTgt spid="52"/>
                                        </p:tgtEl>
                                      </p:cBhvr>
                                    </p:animEffect>
                                    <p:anim calcmode="lin" valueType="num">
                                      <p:cBhvr>
                                        <p:cTn id="31" dur="500" fill="hold"/>
                                        <p:tgtEl>
                                          <p:spTgt spid="52"/>
                                        </p:tgtEl>
                                        <p:attrNameLst>
                                          <p:attrName>ppt_x</p:attrName>
                                        </p:attrNameLst>
                                      </p:cBhvr>
                                      <p:tavLst>
                                        <p:tav tm="0">
                                          <p:val>
                                            <p:strVal val="#ppt_x"/>
                                          </p:val>
                                        </p:tav>
                                        <p:tav tm="100000">
                                          <p:val>
                                            <p:strVal val="#ppt_x+0.3345122"/>
                                          </p:val>
                                        </p:tav>
                                      </p:tavLst>
                                    </p:anim>
                                    <p:anim calcmode="lin" valueType="num">
                                      <p:cBhvr>
                                        <p:cTn id="32" dur="500" fill="hold"/>
                                        <p:tgtEl>
                                          <p:spTgt spid="52"/>
                                        </p:tgtEl>
                                        <p:attrNameLst>
                                          <p:attrName>ppt_y</p:attrName>
                                        </p:attrNameLst>
                                      </p:cBhvr>
                                      <p:tavLst>
                                        <p:tav tm="0">
                                          <p:val>
                                            <p:strVal val="#ppt_y+.1"/>
                                          </p:val>
                                        </p:tav>
                                        <p:tav tm="100000">
                                          <p:val>
                                            <p:strVal val="#ppt_y"/>
                                          </p:val>
                                        </p:tav>
                                      </p:tavLst>
                                    </p:anim>
                                  </p:childTnLst>
                                </p:cTn>
                              </p:par>
                              <p:par>
                                <p:cTn id="33" presetID="42" presetClass="entr" presetSubtype="0" fill="hold" grpId="0" nodeType="withEffect">
                                  <p:stCondLst>
                                    <p:cond delay="0"/>
                                  </p:stCondLst>
                                  <p:childTnLst>
                                    <p:set>
                                      <p:cBhvr>
                                        <p:cTn id="34" dur="1" fill="hold">
                                          <p:stCondLst>
                                            <p:cond delay="0"/>
                                          </p:stCondLst>
                                        </p:cTn>
                                        <p:tgtEl>
                                          <p:spTgt spid="76"/>
                                        </p:tgtEl>
                                        <p:attrNameLst>
                                          <p:attrName>style.visibility</p:attrName>
                                        </p:attrNameLst>
                                      </p:cBhvr>
                                      <p:to>
                                        <p:strVal val="visible"/>
                                      </p:to>
                                    </p:set>
                                    <p:animEffect transition="in" filter="fade">
                                      <p:cBhvr>
                                        <p:cTn id="35" dur="500"/>
                                        <p:tgtEl>
                                          <p:spTgt spid="76"/>
                                        </p:tgtEl>
                                      </p:cBhvr>
                                    </p:animEffect>
                                    <p:anim calcmode="lin" valueType="num">
                                      <p:cBhvr>
                                        <p:cTn id="36" dur="500" fill="hold"/>
                                        <p:tgtEl>
                                          <p:spTgt spid="76"/>
                                        </p:tgtEl>
                                        <p:attrNameLst>
                                          <p:attrName>ppt_x</p:attrName>
                                        </p:attrNameLst>
                                      </p:cBhvr>
                                      <p:tavLst>
                                        <p:tav tm="0">
                                          <p:val>
                                            <p:strVal val="#ppt_x"/>
                                          </p:val>
                                        </p:tav>
                                        <p:tav tm="100000">
                                          <p:val>
                                            <p:strVal val="#ppt_x+0.3345122"/>
                                          </p:val>
                                        </p:tav>
                                      </p:tavLst>
                                    </p:anim>
                                    <p:anim calcmode="lin" valueType="num">
                                      <p:cBhvr>
                                        <p:cTn id="37" dur="500" fill="hold"/>
                                        <p:tgtEl>
                                          <p:spTgt spid="76"/>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anim calcmode="lin" valueType="num">
                                      <p:cBhvr>
                                        <p:cTn id="41" dur="500" fill="hold"/>
                                        <p:tgtEl>
                                          <p:spTgt spid="44"/>
                                        </p:tgtEl>
                                        <p:attrNameLst>
                                          <p:attrName>ppt_x</p:attrName>
                                        </p:attrNameLst>
                                      </p:cBhvr>
                                      <p:tavLst>
                                        <p:tav tm="0">
                                          <p:val>
                                            <p:strVal val="#ppt_x"/>
                                          </p:val>
                                        </p:tav>
                                        <p:tav tm="100000">
                                          <p:val>
                                            <p:strVal val="#ppt_x+0.3345122"/>
                                          </p:val>
                                        </p:tav>
                                      </p:tavLst>
                                    </p:anim>
                                    <p:anim calcmode="lin" valueType="num">
                                      <p:cBhvr>
                                        <p:cTn id="42" dur="500" fill="hold"/>
                                        <p:tgtEl>
                                          <p:spTgt spid="44"/>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fade">
                                      <p:cBhvr>
                                        <p:cTn id="45" dur="500"/>
                                        <p:tgtEl>
                                          <p:spTgt spid="4"/>
                                        </p:tgtEl>
                                      </p:cBhvr>
                                    </p:animEffect>
                                    <p:anim calcmode="lin" valueType="num">
                                      <p:cBhvr>
                                        <p:cTn id="46" dur="500" fill="hold"/>
                                        <p:tgtEl>
                                          <p:spTgt spid="4"/>
                                        </p:tgtEl>
                                        <p:attrNameLst>
                                          <p:attrName>ppt_x</p:attrName>
                                        </p:attrNameLst>
                                      </p:cBhvr>
                                      <p:tavLst>
                                        <p:tav tm="0">
                                          <p:val>
                                            <p:strVal val="#ppt_x"/>
                                          </p:val>
                                        </p:tav>
                                        <p:tav tm="100000">
                                          <p:val>
                                            <p:strVal val="#ppt_x+0.3345122"/>
                                          </p:val>
                                        </p:tav>
                                      </p:tavLst>
                                    </p:anim>
                                    <p:anim calcmode="lin" valueType="num">
                                      <p:cBhvr>
                                        <p:cTn id="47" dur="500" fill="hold"/>
                                        <p:tgtEl>
                                          <p:spTgt spid="4"/>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5"/>
                                        </p:tgtEl>
                                        <p:attrNameLst>
                                          <p:attrName>style.visibility</p:attrName>
                                        </p:attrNameLst>
                                      </p:cBhvr>
                                      <p:to>
                                        <p:strVal val="visible"/>
                                      </p:to>
                                    </p:set>
                                    <p:animEffect transition="in" filter="fade">
                                      <p:cBhvr>
                                        <p:cTn id="50" dur="500"/>
                                        <p:tgtEl>
                                          <p:spTgt spid="5"/>
                                        </p:tgtEl>
                                      </p:cBhvr>
                                    </p:animEffect>
                                    <p:anim calcmode="lin" valueType="num">
                                      <p:cBhvr>
                                        <p:cTn id="51" dur="500" fill="hold"/>
                                        <p:tgtEl>
                                          <p:spTgt spid="5"/>
                                        </p:tgtEl>
                                        <p:attrNameLst>
                                          <p:attrName>ppt_x</p:attrName>
                                        </p:attrNameLst>
                                      </p:cBhvr>
                                      <p:tavLst>
                                        <p:tav tm="0">
                                          <p:val>
                                            <p:strVal val="#ppt_x"/>
                                          </p:val>
                                        </p:tav>
                                        <p:tav tm="100000">
                                          <p:val>
                                            <p:strVal val="#ppt_x+0.3345122"/>
                                          </p:val>
                                        </p:tav>
                                      </p:tavLst>
                                    </p:anim>
                                    <p:anim calcmode="lin" valueType="num">
                                      <p:cBhvr>
                                        <p:cTn id="52" dur="500" fill="hold"/>
                                        <p:tgtEl>
                                          <p:spTgt spid="5"/>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6"/>
                                        </p:tgtEl>
                                        <p:attrNameLst>
                                          <p:attrName>style.visibility</p:attrName>
                                        </p:attrNameLst>
                                      </p:cBhvr>
                                      <p:to>
                                        <p:strVal val="visible"/>
                                      </p:to>
                                    </p:set>
                                    <p:animEffect transition="in" filter="fade">
                                      <p:cBhvr>
                                        <p:cTn id="55" dur="500"/>
                                        <p:tgtEl>
                                          <p:spTgt spid="6"/>
                                        </p:tgtEl>
                                      </p:cBhvr>
                                    </p:animEffect>
                                    <p:anim calcmode="lin" valueType="num">
                                      <p:cBhvr>
                                        <p:cTn id="56" dur="500" fill="hold"/>
                                        <p:tgtEl>
                                          <p:spTgt spid="6"/>
                                        </p:tgtEl>
                                        <p:attrNameLst>
                                          <p:attrName>ppt_x</p:attrName>
                                        </p:attrNameLst>
                                      </p:cBhvr>
                                      <p:tavLst>
                                        <p:tav tm="0">
                                          <p:val>
                                            <p:strVal val="#ppt_x"/>
                                          </p:val>
                                        </p:tav>
                                        <p:tav tm="100000">
                                          <p:val>
                                            <p:strVal val="#ppt_x+0.3345122"/>
                                          </p:val>
                                        </p:tav>
                                      </p:tavLst>
                                    </p:anim>
                                    <p:anim calcmode="lin" valueType="num">
                                      <p:cBhvr>
                                        <p:cTn id="57" dur="500" fill="hold"/>
                                        <p:tgtEl>
                                          <p:spTgt spid="6"/>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anim calcmode="lin" valueType="num">
                                      <p:cBhvr>
                                        <p:cTn id="61" dur="500" fill="hold"/>
                                        <p:tgtEl>
                                          <p:spTgt spid="7"/>
                                        </p:tgtEl>
                                        <p:attrNameLst>
                                          <p:attrName>ppt_x</p:attrName>
                                        </p:attrNameLst>
                                      </p:cBhvr>
                                      <p:tavLst>
                                        <p:tav tm="0">
                                          <p:val>
                                            <p:strVal val="#ppt_x"/>
                                          </p:val>
                                        </p:tav>
                                        <p:tav tm="100000">
                                          <p:val>
                                            <p:strVal val="#ppt_x+0.3345122"/>
                                          </p:val>
                                        </p:tav>
                                      </p:tavLst>
                                    </p:anim>
                                    <p:anim calcmode="lin" valueType="num">
                                      <p:cBhvr>
                                        <p:cTn id="62" dur="500" fill="hold"/>
                                        <p:tgtEl>
                                          <p:spTgt spid="7"/>
                                        </p:tgtEl>
                                        <p:attrNameLst>
                                          <p:attrName>ppt_y</p:attrName>
                                        </p:attrNameLst>
                                      </p:cBhvr>
                                      <p:tavLst>
                                        <p:tav tm="0">
                                          <p:val>
                                            <p:strVal val="#ppt_y+.1"/>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27"/>
                                        </p:tgtEl>
                                        <p:attrNameLst>
                                          <p:attrName>style.visibility</p:attrName>
                                        </p:attrNameLst>
                                      </p:cBhvr>
                                      <p:to>
                                        <p:strVal val="visible"/>
                                      </p:to>
                                    </p:set>
                                    <p:animEffect transition="in" filter="fade">
                                      <p:cBhvr>
                                        <p:cTn id="65" dur="500"/>
                                        <p:tgtEl>
                                          <p:spTgt spid="27"/>
                                        </p:tgtEl>
                                      </p:cBhvr>
                                    </p:animEffect>
                                    <p:anim calcmode="lin" valueType="num">
                                      <p:cBhvr>
                                        <p:cTn id="66" dur="500" fill="hold"/>
                                        <p:tgtEl>
                                          <p:spTgt spid="27"/>
                                        </p:tgtEl>
                                        <p:attrNameLst>
                                          <p:attrName>ppt_x</p:attrName>
                                        </p:attrNameLst>
                                      </p:cBhvr>
                                      <p:tavLst>
                                        <p:tav tm="0">
                                          <p:val>
                                            <p:strVal val="#ppt_x"/>
                                          </p:val>
                                        </p:tav>
                                        <p:tav tm="100000">
                                          <p:val>
                                            <p:strVal val="#ppt_x+0.3345122"/>
                                          </p:val>
                                        </p:tav>
                                      </p:tavLst>
                                    </p:anim>
                                    <p:anim calcmode="lin" valueType="num">
                                      <p:cBhvr>
                                        <p:cTn id="67" dur="500" fill="hold"/>
                                        <p:tgtEl>
                                          <p:spTgt spid="27"/>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42" presetClass="entr" presetSubtype="0" fill="hold" grpId="0" nodeType="clickEffect">
                                  <p:stCondLst>
                                    <p:cond delay="0"/>
                                  </p:stCondLst>
                                  <p:childTnLst>
                                    <p:set>
                                      <p:cBhvr>
                                        <p:cTn id="71" dur="1" fill="hold">
                                          <p:stCondLst>
                                            <p:cond delay="0"/>
                                          </p:stCondLst>
                                        </p:cTn>
                                        <p:tgtEl>
                                          <p:spTgt spid="22"/>
                                        </p:tgtEl>
                                        <p:attrNameLst>
                                          <p:attrName>style.visibility</p:attrName>
                                        </p:attrNameLst>
                                      </p:cBhvr>
                                      <p:to>
                                        <p:strVal val="visible"/>
                                      </p:to>
                                    </p:set>
                                    <p:animEffect transition="in" filter="fade">
                                      <p:cBhvr>
                                        <p:cTn id="72" dur="500"/>
                                        <p:tgtEl>
                                          <p:spTgt spid="22"/>
                                        </p:tgtEl>
                                      </p:cBhvr>
                                    </p:animEffect>
                                    <p:anim calcmode="lin" valueType="num">
                                      <p:cBhvr>
                                        <p:cTn id="73" dur="500" fill="hold"/>
                                        <p:tgtEl>
                                          <p:spTgt spid="22"/>
                                        </p:tgtEl>
                                        <p:attrNameLst>
                                          <p:attrName>ppt_x</p:attrName>
                                        </p:attrNameLst>
                                      </p:cBhvr>
                                      <p:tavLst>
                                        <p:tav tm="0">
                                          <p:val>
                                            <p:strVal val="#ppt_x"/>
                                          </p:val>
                                        </p:tav>
                                        <p:tav tm="100000">
                                          <p:val>
                                            <p:strVal val="#ppt_x+0.22308493"/>
                                          </p:val>
                                        </p:tav>
                                      </p:tavLst>
                                    </p:anim>
                                    <p:anim calcmode="lin" valueType="num">
                                      <p:cBhvr>
                                        <p:cTn id="74" dur="500" fill="hold"/>
                                        <p:tgtEl>
                                          <p:spTgt spid="22"/>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fade">
                                      <p:cBhvr>
                                        <p:cTn id="77" dur="500"/>
                                        <p:tgtEl>
                                          <p:spTgt spid="45"/>
                                        </p:tgtEl>
                                      </p:cBhvr>
                                    </p:animEffect>
                                    <p:anim calcmode="lin" valueType="num">
                                      <p:cBhvr>
                                        <p:cTn id="78" dur="500" fill="hold"/>
                                        <p:tgtEl>
                                          <p:spTgt spid="45"/>
                                        </p:tgtEl>
                                        <p:attrNameLst>
                                          <p:attrName>ppt_x</p:attrName>
                                        </p:attrNameLst>
                                      </p:cBhvr>
                                      <p:tavLst>
                                        <p:tav tm="0">
                                          <p:val>
                                            <p:strVal val="#ppt_x"/>
                                          </p:val>
                                        </p:tav>
                                        <p:tav tm="100000">
                                          <p:val>
                                            <p:strVal val="#ppt_x+0.22308493"/>
                                          </p:val>
                                        </p:tav>
                                      </p:tavLst>
                                    </p:anim>
                                    <p:anim calcmode="lin" valueType="num">
                                      <p:cBhvr>
                                        <p:cTn id="79" dur="500" fill="hold"/>
                                        <p:tgtEl>
                                          <p:spTgt spid="45"/>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9"/>
                                        </p:tgtEl>
                                        <p:attrNameLst>
                                          <p:attrName>style.visibility</p:attrName>
                                        </p:attrNameLst>
                                      </p:cBhvr>
                                      <p:to>
                                        <p:strVal val="visible"/>
                                      </p:to>
                                    </p:set>
                                    <p:animEffect transition="in" filter="fade">
                                      <p:cBhvr>
                                        <p:cTn id="82" dur="500"/>
                                        <p:tgtEl>
                                          <p:spTgt spid="9"/>
                                        </p:tgtEl>
                                      </p:cBhvr>
                                    </p:animEffect>
                                    <p:anim calcmode="lin" valueType="num">
                                      <p:cBhvr>
                                        <p:cTn id="83" dur="500" fill="hold"/>
                                        <p:tgtEl>
                                          <p:spTgt spid="9"/>
                                        </p:tgtEl>
                                        <p:attrNameLst>
                                          <p:attrName>ppt_x</p:attrName>
                                        </p:attrNameLst>
                                      </p:cBhvr>
                                      <p:tavLst>
                                        <p:tav tm="0">
                                          <p:val>
                                            <p:strVal val="#ppt_x"/>
                                          </p:val>
                                        </p:tav>
                                        <p:tav tm="100000">
                                          <p:val>
                                            <p:strVal val="#ppt_x+0.22308493"/>
                                          </p:val>
                                        </p:tav>
                                      </p:tavLst>
                                    </p:anim>
                                    <p:anim calcmode="lin" valueType="num">
                                      <p:cBhvr>
                                        <p:cTn id="84" dur="500" fill="hold"/>
                                        <p:tgtEl>
                                          <p:spTgt spid="9"/>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0"/>
                                        </p:tgtEl>
                                        <p:attrNameLst>
                                          <p:attrName>style.visibility</p:attrName>
                                        </p:attrNameLst>
                                      </p:cBhvr>
                                      <p:to>
                                        <p:strVal val="visible"/>
                                      </p:to>
                                    </p:set>
                                    <p:animEffect transition="in" filter="fade">
                                      <p:cBhvr>
                                        <p:cTn id="87" dur="500"/>
                                        <p:tgtEl>
                                          <p:spTgt spid="10"/>
                                        </p:tgtEl>
                                      </p:cBhvr>
                                    </p:animEffect>
                                    <p:anim calcmode="lin" valueType="num">
                                      <p:cBhvr>
                                        <p:cTn id="88" dur="500" fill="hold"/>
                                        <p:tgtEl>
                                          <p:spTgt spid="10"/>
                                        </p:tgtEl>
                                        <p:attrNameLst>
                                          <p:attrName>ppt_x</p:attrName>
                                        </p:attrNameLst>
                                      </p:cBhvr>
                                      <p:tavLst>
                                        <p:tav tm="0">
                                          <p:val>
                                            <p:strVal val="#ppt_x"/>
                                          </p:val>
                                        </p:tav>
                                        <p:tav tm="100000">
                                          <p:val>
                                            <p:strVal val="#ppt_x+0.2230849"/>
                                          </p:val>
                                        </p:tav>
                                      </p:tavLst>
                                    </p:anim>
                                    <p:anim calcmode="lin" valueType="num">
                                      <p:cBhvr>
                                        <p:cTn id="89" dur="500" fill="hold"/>
                                        <p:tgtEl>
                                          <p:spTgt spid="10"/>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fade">
                                      <p:cBhvr>
                                        <p:cTn id="92" dur="500"/>
                                        <p:tgtEl>
                                          <p:spTgt spid="15"/>
                                        </p:tgtEl>
                                      </p:cBhvr>
                                    </p:animEffect>
                                    <p:anim calcmode="lin" valueType="num">
                                      <p:cBhvr>
                                        <p:cTn id="93" dur="500" fill="hold"/>
                                        <p:tgtEl>
                                          <p:spTgt spid="15"/>
                                        </p:tgtEl>
                                        <p:attrNameLst>
                                          <p:attrName>ppt_x</p:attrName>
                                        </p:attrNameLst>
                                      </p:cBhvr>
                                      <p:tavLst>
                                        <p:tav tm="0">
                                          <p:val>
                                            <p:strVal val="#ppt_x"/>
                                          </p:val>
                                        </p:tav>
                                        <p:tav tm="100000">
                                          <p:val>
                                            <p:strVal val="#ppt_x+0.22308493"/>
                                          </p:val>
                                        </p:tav>
                                      </p:tavLst>
                                    </p:anim>
                                    <p:anim calcmode="lin" valueType="num">
                                      <p:cBhvr>
                                        <p:cTn id="94" dur="500" fill="hold"/>
                                        <p:tgtEl>
                                          <p:spTgt spid="15"/>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25"/>
                                        </p:tgtEl>
                                        <p:attrNameLst>
                                          <p:attrName>style.visibility</p:attrName>
                                        </p:attrNameLst>
                                      </p:cBhvr>
                                      <p:to>
                                        <p:strVal val="visible"/>
                                      </p:to>
                                    </p:set>
                                    <p:animEffect transition="in" filter="fade">
                                      <p:cBhvr>
                                        <p:cTn id="97" dur="500"/>
                                        <p:tgtEl>
                                          <p:spTgt spid="25"/>
                                        </p:tgtEl>
                                      </p:cBhvr>
                                    </p:animEffect>
                                    <p:anim calcmode="lin" valueType="num">
                                      <p:cBhvr>
                                        <p:cTn id="98" dur="500" fill="hold"/>
                                        <p:tgtEl>
                                          <p:spTgt spid="25"/>
                                        </p:tgtEl>
                                        <p:attrNameLst>
                                          <p:attrName>ppt_x</p:attrName>
                                        </p:attrNameLst>
                                      </p:cBhvr>
                                      <p:tavLst>
                                        <p:tav tm="0">
                                          <p:val>
                                            <p:strVal val="#ppt_x"/>
                                          </p:val>
                                        </p:tav>
                                        <p:tav tm="100000">
                                          <p:val>
                                            <p:strVal val="#ppt_x+0.2230849"/>
                                          </p:val>
                                        </p:tav>
                                      </p:tavLst>
                                    </p:anim>
                                    <p:anim calcmode="lin" valueType="num">
                                      <p:cBhvr>
                                        <p:cTn id="99" dur="500" fill="hold"/>
                                        <p:tgtEl>
                                          <p:spTgt spid="25"/>
                                        </p:tgtEl>
                                        <p:attrNameLst>
                                          <p:attrName>ppt_y</p:attrName>
                                        </p:attrNameLst>
                                      </p:cBhvr>
                                      <p:tavLst>
                                        <p:tav tm="0">
                                          <p:val>
                                            <p:strVal val="#ppt_y+.1"/>
                                          </p:val>
                                        </p:tav>
                                        <p:tav tm="100000">
                                          <p:val>
                                            <p:strVal val="#ppt_y"/>
                                          </p:val>
                                        </p:tav>
                                      </p:tavLst>
                                    </p:anim>
                                  </p:childTnLst>
                                </p:cTn>
                              </p:par>
                              <p:par>
                                <p:cTn id="100" presetID="42" presetClass="entr" presetSubtype="0" fill="hold" nodeType="withEffect">
                                  <p:stCondLst>
                                    <p:cond delay="0"/>
                                  </p:stCondLst>
                                  <p:childTnLst>
                                    <p:set>
                                      <p:cBhvr>
                                        <p:cTn id="101" dur="1" fill="hold">
                                          <p:stCondLst>
                                            <p:cond delay="0"/>
                                          </p:stCondLst>
                                        </p:cTn>
                                        <p:tgtEl>
                                          <p:spTgt spid="40"/>
                                        </p:tgtEl>
                                        <p:attrNameLst>
                                          <p:attrName>style.visibility</p:attrName>
                                        </p:attrNameLst>
                                      </p:cBhvr>
                                      <p:to>
                                        <p:strVal val="visible"/>
                                      </p:to>
                                    </p:set>
                                    <p:animEffect transition="in" filter="fade">
                                      <p:cBhvr>
                                        <p:cTn id="102" dur="500"/>
                                        <p:tgtEl>
                                          <p:spTgt spid="40"/>
                                        </p:tgtEl>
                                      </p:cBhvr>
                                    </p:animEffect>
                                    <p:anim calcmode="lin" valueType="num">
                                      <p:cBhvr>
                                        <p:cTn id="103" dur="500" fill="hold"/>
                                        <p:tgtEl>
                                          <p:spTgt spid="40"/>
                                        </p:tgtEl>
                                        <p:attrNameLst>
                                          <p:attrName>ppt_x</p:attrName>
                                        </p:attrNameLst>
                                      </p:cBhvr>
                                      <p:tavLst>
                                        <p:tav tm="0">
                                          <p:val>
                                            <p:strVal val="#ppt_x"/>
                                          </p:val>
                                        </p:tav>
                                        <p:tav tm="100000">
                                          <p:val>
                                            <p:strVal val="#ppt_x+0.22308496"/>
                                          </p:val>
                                        </p:tav>
                                      </p:tavLst>
                                    </p:anim>
                                    <p:anim calcmode="lin" valueType="num">
                                      <p:cBhvr>
                                        <p:cTn id="104" dur="500" fill="hold"/>
                                        <p:tgtEl>
                                          <p:spTgt spid="40"/>
                                        </p:tgtEl>
                                        <p:attrNameLst>
                                          <p:attrName>ppt_y</p:attrName>
                                        </p:attrNameLst>
                                      </p:cBhvr>
                                      <p:tavLst>
                                        <p:tav tm="0">
                                          <p:val>
                                            <p:strVal val="#ppt_y+.1"/>
                                          </p:val>
                                        </p:tav>
                                        <p:tav tm="100000">
                                          <p:val>
                                            <p:strVal val="#ppt_y"/>
                                          </p:val>
                                        </p:tav>
                                      </p:tavLst>
                                    </p:anim>
                                  </p:childTnLst>
                                </p:cTn>
                              </p:par>
                              <p:par>
                                <p:cTn id="105" presetID="42" presetClass="entr" presetSubtype="0" fill="hold" nodeType="with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fade">
                                      <p:cBhvr>
                                        <p:cTn id="107" dur="500"/>
                                        <p:tgtEl>
                                          <p:spTgt spid="33"/>
                                        </p:tgtEl>
                                      </p:cBhvr>
                                    </p:animEffect>
                                    <p:anim calcmode="lin" valueType="num">
                                      <p:cBhvr>
                                        <p:cTn id="108" dur="500" fill="hold"/>
                                        <p:tgtEl>
                                          <p:spTgt spid="33"/>
                                        </p:tgtEl>
                                        <p:attrNameLst>
                                          <p:attrName>ppt_x</p:attrName>
                                        </p:attrNameLst>
                                      </p:cBhvr>
                                      <p:tavLst>
                                        <p:tav tm="0">
                                          <p:val>
                                            <p:strVal val="#ppt_x"/>
                                          </p:val>
                                        </p:tav>
                                        <p:tav tm="100000">
                                          <p:val>
                                            <p:strVal val="#ppt_x+0.22308493"/>
                                          </p:val>
                                        </p:tav>
                                      </p:tavLst>
                                    </p:anim>
                                    <p:anim calcmode="lin" valueType="num">
                                      <p:cBhvr>
                                        <p:cTn id="109" dur="500" fill="hold"/>
                                        <p:tgtEl>
                                          <p:spTgt spid="33"/>
                                        </p:tgtEl>
                                        <p:attrNameLst>
                                          <p:attrName>ppt_y</p:attrName>
                                        </p:attrNameLst>
                                      </p:cBhvr>
                                      <p:tavLst>
                                        <p:tav tm="0">
                                          <p:val>
                                            <p:strVal val="#ppt_y+.1"/>
                                          </p:val>
                                        </p:tav>
                                        <p:tav tm="100000">
                                          <p:val>
                                            <p:strVal val="#ppt_y"/>
                                          </p:val>
                                        </p:tav>
                                      </p:tavLst>
                                    </p:anim>
                                  </p:childTnLst>
                                </p:cTn>
                              </p:par>
                              <p:par>
                                <p:cTn id="110" presetID="35" presetClass="path" presetSubtype="0" accel="50000" decel="50000" fill="hold" grpId="1" nodeType="withEffect">
                                  <p:stCondLst>
                                    <p:cond delay="0"/>
                                  </p:stCondLst>
                                  <p:childTnLst>
                                    <p:anim to="" calcmode="lin" valueType="num">
                                      <p:cBhvr>
                                        <p:cTn id="111" dur="500" fill="hold">
                                          <p:stCondLst>
                                            <p:cond delay="0"/>
                                          </p:stCondLst>
                                        </p:cTn>
                                        <p:tgtEl>
                                          <p:spTgt spid="8"/>
                                        </p:tgtEl>
                                        <p:attrNameLst>
                                          <p:attrName>ppt_x</p:attrName>
                                        </p:attrNameLst>
                                      </p:cBhvr>
                                      <p:tavLst>
                                        <p:tav tm="0">
                                          <p:val>
                                            <p:strVal val="ppt_x"/>
                                          </p:val>
                                        </p:tav>
                                        <p:tav tm="100000">
                                          <p:val>
                                            <p:strVal val="#ppt_x+0.22308493"/>
                                          </p:val>
                                        </p:tav>
                                      </p:tavLst>
                                    </p:anim>
                                    <p:anim to="" calcmode="lin" valueType="num">
                                      <p:cBhvr>
                                        <p:cTn id="112"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113"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114"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115" presetID="35" presetClass="path" presetSubtype="0" accel="50000" decel="50000" fill="hold" grpId="1" nodeType="withEffect">
                                  <p:stCondLst>
                                    <p:cond delay="0"/>
                                  </p:stCondLst>
                                  <p:childTnLst>
                                    <p:anim to="" calcmode="lin" valueType="num">
                                      <p:cBhvr>
                                        <p:cTn id="116" dur="500" fill="hold">
                                          <p:stCondLst>
                                            <p:cond delay="0"/>
                                          </p:stCondLst>
                                        </p:cTn>
                                        <p:tgtEl>
                                          <p:spTgt spid="3"/>
                                        </p:tgtEl>
                                        <p:attrNameLst>
                                          <p:attrName>ppt_x</p:attrName>
                                        </p:attrNameLst>
                                      </p:cBhvr>
                                      <p:tavLst>
                                        <p:tav tm="0">
                                          <p:val>
                                            <p:strVal val="ppt_x"/>
                                          </p:val>
                                        </p:tav>
                                        <p:tav tm="100000">
                                          <p:val>
                                            <p:strVal val="#ppt_x+0.22308493"/>
                                          </p:val>
                                        </p:tav>
                                      </p:tavLst>
                                    </p:anim>
                                    <p:anim to="" calcmode="lin" valueType="num">
                                      <p:cBhvr>
                                        <p:cTn id="117" dur="500" fill="hold">
                                          <p:stCondLst>
                                            <p:cond delay="0"/>
                                          </p:stCondLst>
                                        </p:cTn>
                                        <p:tgtEl>
                                          <p:spTgt spid="3"/>
                                        </p:tgtEl>
                                        <p:attrNameLst>
                                          <p:attrName>ppt_y</p:attrName>
                                        </p:attrNameLst>
                                      </p:cBhvr>
                                      <p:tavLst>
                                        <p:tav tm="0">
                                          <p:val>
                                            <p:strVal val="ppt_y"/>
                                          </p:val>
                                        </p:tav>
                                        <p:tav tm="100000">
                                          <p:val>
                                            <p:strVal val="#ppt_y+0"/>
                                          </p:val>
                                        </p:tav>
                                      </p:tavLst>
                                    </p:anim>
                                    <p:anim to="" calcmode="lin" valueType="num">
                                      <p:cBhvr>
                                        <p:cTn id="118" dur="500" fill="hold">
                                          <p:stCondLst>
                                            <p:cond delay="0"/>
                                          </p:stCondLst>
                                        </p:cTn>
                                        <p:tgtEl>
                                          <p:spTgt spid="3"/>
                                        </p:tgtEl>
                                        <p:attrNameLst>
                                          <p:attrName>ppt_w</p:attrName>
                                        </p:attrNameLst>
                                      </p:cBhvr>
                                      <p:tavLst>
                                        <p:tav tm="0">
                                          <p:val>
                                            <p:strVal val="ppt_w"/>
                                          </p:val>
                                        </p:tav>
                                        <p:tav tm="100000">
                                          <p:val>
                                            <p:strVal val="#ppt_w"/>
                                          </p:val>
                                        </p:tav>
                                      </p:tavLst>
                                    </p:anim>
                                    <p:anim to="" calcmode="lin" valueType="num">
                                      <p:cBhvr>
                                        <p:cTn id="119" dur="500" fill="hold">
                                          <p:stCondLst>
                                            <p:cond delay="0"/>
                                          </p:stCondLst>
                                        </p:cTn>
                                        <p:tgtEl>
                                          <p:spTgt spid="3"/>
                                        </p:tgtEl>
                                        <p:attrNameLst>
                                          <p:attrName>ppt_h</p:attrName>
                                        </p:attrNameLst>
                                      </p:cBhvr>
                                      <p:tavLst>
                                        <p:tav tm="0">
                                          <p:val>
                                            <p:strVal val="ppt_h"/>
                                          </p:val>
                                        </p:tav>
                                        <p:tav tm="100000">
                                          <p:val>
                                            <p:strVal val="#ppt_h"/>
                                          </p:val>
                                        </p:tav>
                                      </p:tavLst>
                                    </p:anim>
                                  </p:childTnLst>
                                </p:cTn>
                              </p:par>
                              <p:par>
                                <p:cTn id="120" presetID="35" presetClass="path" presetSubtype="0" accel="50000" decel="50000" fill="hold" nodeType="withEffect">
                                  <p:stCondLst>
                                    <p:cond delay="0"/>
                                  </p:stCondLst>
                                  <p:childTnLst>
                                    <p:anim to="" calcmode="lin" valueType="num">
                                      <p:cBhvr>
                                        <p:cTn id="121" dur="500" fill="hold">
                                          <p:stCondLst>
                                            <p:cond delay="0"/>
                                          </p:stCondLst>
                                        </p:cTn>
                                        <p:tgtEl>
                                          <p:spTgt spid="52"/>
                                        </p:tgtEl>
                                        <p:attrNameLst>
                                          <p:attrName>ppt_x</p:attrName>
                                        </p:attrNameLst>
                                      </p:cBhvr>
                                      <p:tavLst>
                                        <p:tav tm="0">
                                          <p:val>
                                            <p:strVal val="ppt_x"/>
                                          </p:val>
                                        </p:tav>
                                        <p:tav tm="100000">
                                          <p:val>
                                            <p:strVal val="#ppt_x+0.22308493"/>
                                          </p:val>
                                        </p:tav>
                                      </p:tavLst>
                                    </p:anim>
                                    <p:anim to="" calcmode="lin" valueType="num">
                                      <p:cBhvr>
                                        <p:cTn id="122" dur="500" fill="hold">
                                          <p:stCondLst>
                                            <p:cond delay="0"/>
                                          </p:stCondLst>
                                        </p:cTn>
                                        <p:tgtEl>
                                          <p:spTgt spid="52"/>
                                        </p:tgtEl>
                                        <p:attrNameLst>
                                          <p:attrName>ppt_y</p:attrName>
                                        </p:attrNameLst>
                                      </p:cBhvr>
                                      <p:tavLst>
                                        <p:tav tm="0">
                                          <p:val>
                                            <p:strVal val="ppt_y"/>
                                          </p:val>
                                        </p:tav>
                                        <p:tav tm="100000">
                                          <p:val>
                                            <p:strVal val="#ppt_y+0"/>
                                          </p:val>
                                        </p:tav>
                                      </p:tavLst>
                                    </p:anim>
                                    <p:anim to="" calcmode="lin" valueType="num">
                                      <p:cBhvr>
                                        <p:cTn id="123" dur="500" fill="hold">
                                          <p:stCondLst>
                                            <p:cond delay="0"/>
                                          </p:stCondLst>
                                        </p:cTn>
                                        <p:tgtEl>
                                          <p:spTgt spid="52"/>
                                        </p:tgtEl>
                                        <p:attrNameLst>
                                          <p:attrName>ppt_w</p:attrName>
                                        </p:attrNameLst>
                                      </p:cBhvr>
                                      <p:tavLst>
                                        <p:tav tm="0">
                                          <p:val>
                                            <p:strVal val="ppt_w"/>
                                          </p:val>
                                        </p:tav>
                                        <p:tav tm="100000">
                                          <p:val>
                                            <p:strVal val="#ppt_w"/>
                                          </p:val>
                                        </p:tav>
                                      </p:tavLst>
                                    </p:anim>
                                    <p:anim to="" calcmode="lin" valueType="num">
                                      <p:cBhvr>
                                        <p:cTn id="124" dur="500" fill="hold">
                                          <p:stCondLst>
                                            <p:cond delay="0"/>
                                          </p:stCondLst>
                                        </p:cTn>
                                        <p:tgtEl>
                                          <p:spTgt spid="52"/>
                                        </p:tgtEl>
                                        <p:attrNameLst>
                                          <p:attrName>ppt_h</p:attrName>
                                        </p:attrNameLst>
                                      </p:cBhvr>
                                      <p:tavLst>
                                        <p:tav tm="0">
                                          <p:val>
                                            <p:strVal val="ppt_h"/>
                                          </p:val>
                                        </p:tav>
                                        <p:tav tm="100000">
                                          <p:val>
                                            <p:strVal val="#ppt_h"/>
                                          </p:val>
                                        </p:tav>
                                      </p:tavLst>
                                    </p:anim>
                                  </p:childTnLst>
                                </p:cTn>
                              </p:par>
                              <p:par>
                                <p:cTn id="125" presetID="35" presetClass="path" presetSubtype="0" accel="50000" decel="50000" fill="hold" grpId="1" nodeType="withEffect">
                                  <p:stCondLst>
                                    <p:cond delay="0"/>
                                  </p:stCondLst>
                                  <p:childTnLst>
                                    <p:anim to="" calcmode="lin" valueType="num">
                                      <p:cBhvr>
                                        <p:cTn id="126" dur="500" fill="hold">
                                          <p:stCondLst>
                                            <p:cond delay="0"/>
                                          </p:stCondLst>
                                        </p:cTn>
                                        <p:tgtEl>
                                          <p:spTgt spid="76"/>
                                        </p:tgtEl>
                                        <p:attrNameLst>
                                          <p:attrName>ppt_x</p:attrName>
                                        </p:attrNameLst>
                                      </p:cBhvr>
                                      <p:tavLst>
                                        <p:tav tm="0">
                                          <p:val>
                                            <p:strVal val="ppt_x"/>
                                          </p:val>
                                        </p:tav>
                                        <p:tav tm="100000">
                                          <p:val>
                                            <p:strVal val="#ppt_x+0.22308493"/>
                                          </p:val>
                                        </p:tav>
                                      </p:tavLst>
                                    </p:anim>
                                    <p:anim to="" calcmode="lin" valueType="num">
                                      <p:cBhvr>
                                        <p:cTn id="127" dur="500" fill="hold">
                                          <p:stCondLst>
                                            <p:cond delay="0"/>
                                          </p:stCondLst>
                                        </p:cTn>
                                        <p:tgtEl>
                                          <p:spTgt spid="76"/>
                                        </p:tgtEl>
                                        <p:attrNameLst>
                                          <p:attrName>ppt_y</p:attrName>
                                        </p:attrNameLst>
                                      </p:cBhvr>
                                      <p:tavLst>
                                        <p:tav tm="0">
                                          <p:val>
                                            <p:strVal val="ppt_y"/>
                                          </p:val>
                                        </p:tav>
                                        <p:tav tm="100000">
                                          <p:val>
                                            <p:strVal val="#ppt_y+0"/>
                                          </p:val>
                                        </p:tav>
                                      </p:tavLst>
                                    </p:anim>
                                    <p:anim to="" calcmode="lin" valueType="num">
                                      <p:cBhvr>
                                        <p:cTn id="128" dur="500" fill="hold">
                                          <p:stCondLst>
                                            <p:cond delay="0"/>
                                          </p:stCondLst>
                                        </p:cTn>
                                        <p:tgtEl>
                                          <p:spTgt spid="76"/>
                                        </p:tgtEl>
                                        <p:attrNameLst>
                                          <p:attrName>ppt_w</p:attrName>
                                        </p:attrNameLst>
                                      </p:cBhvr>
                                      <p:tavLst>
                                        <p:tav tm="0">
                                          <p:val>
                                            <p:strVal val="ppt_w"/>
                                          </p:val>
                                        </p:tav>
                                        <p:tav tm="100000">
                                          <p:val>
                                            <p:strVal val="#ppt_w"/>
                                          </p:val>
                                        </p:tav>
                                      </p:tavLst>
                                    </p:anim>
                                    <p:anim to="" calcmode="lin" valueType="num">
                                      <p:cBhvr>
                                        <p:cTn id="129" dur="500" fill="hold">
                                          <p:stCondLst>
                                            <p:cond delay="0"/>
                                          </p:stCondLst>
                                        </p:cTn>
                                        <p:tgtEl>
                                          <p:spTgt spid="76"/>
                                        </p:tgtEl>
                                        <p:attrNameLst>
                                          <p:attrName>ppt_h</p:attrName>
                                        </p:attrNameLst>
                                      </p:cBhvr>
                                      <p:tavLst>
                                        <p:tav tm="0">
                                          <p:val>
                                            <p:strVal val="ppt_h"/>
                                          </p:val>
                                        </p:tav>
                                        <p:tav tm="100000">
                                          <p:val>
                                            <p:strVal val="#ppt_h"/>
                                          </p:val>
                                        </p:tav>
                                      </p:tavLst>
                                    </p:anim>
                                  </p:childTnLst>
                                </p:cTn>
                              </p:par>
                              <p:par>
                                <p:cTn id="130" presetID="35" presetClass="path" presetSubtype="0" accel="50000" decel="50000" fill="hold" grpId="1" nodeType="withEffect">
                                  <p:stCondLst>
                                    <p:cond delay="0"/>
                                  </p:stCondLst>
                                  <p:childTnLst>
                                    <p:anim to="" calcmode="lin" valueType="num">
                                      <p:cBhvr>
                                        <p:cTn id="131" dur="500" fill="hold">
                                          <p:stCondLst>
                                            <p:cond delay="0"/>
                                          </p:stCondLst>
                                        </p:cTn>
                                        <p:tgtEl>
                                          <p:spTgt spid="44"/>
                                        </p:tgtEl>
                                        <p:attrNameLst>
                                          <p:attrName>ppt_x</p:attrName>
                                        </p:attrNameLst>
                                      </p:cBhvr>
                                      <p:tavLst>
                                        <p:tav tm="0">
                                          <p:val>
                                            <p:strVal val="ppt_x"/>
                                          </p:val>
                                        </p:tav>
                                        <p:tav tm="100000">
                                          <p:val>
                                            <p:strVal val="#ppt_x+0.22308493"/>
                                          </p:val>
                                        </p:tav>
                                      </p:tavLst>
                                    </p:anim>
                                    <p:anim to="" calcmode="lin" valueType="num">
                                      <p:cBhvr>
                                        <p:cTn id="132" dur="500" fill="hold">
                                          <p:stCondLst>
                                            <p:cond delay="0"/>
                                          </p:stCondLst>
                                        </p:cTn>
                                        <p:tgtEl>
                                          <p:spTgt spid="44"/>
                                        </p:tgtEl>
                                        <p:attrNameLst>
                                          <p:attrName>ppt_y</p:attrName>
                                        </p:attrNameLst>
                                      </p:cBhvr>
                                      <p:tavLst>
                                        <p:tav tm="0">
                                          <p:val>
                                            <p:strVal val="ppt_y"/>
                                          </p:val>
                                        </p:tav>
                                        <p:tav tm="100000">
                                          <p:val>
                                            <p:strVal val="#ppt_y+0"/>
                                          </p:val>
                                        </p:tav>
                                      </p:tavLst>
                                    </p:anim>
                                    <p:anim to="" calcmode="lin" valueType="num">
                                      <p:cBhvr>
                                        <p:cTn id="133" dur="500" fill="hold">
                                          <p:stCondLst>
                                            <p:cond delay="0"/>
                                          </p:stCondLst>
                                        </p:cTn>
                                        <p:tgtEl>
                                          <p:spTgt spid="44"/>
                                        </p:tgtEl>
                                        <p:attrNameLst>
                                          <p:attrName>ppt_w</p:attrName>
                                        </p:attrNameLst>
                                      </p:cBhvr>
                                      <p:tavLst>
                                        <p:tav tm="0">
                                          <p:val>
                                            <p:strVal val="ppt_w"/>
                                          </p:val>
                                        </p:tav>
                                        <p:tav tm="100000">
                                          <p:val>
                                            <p:strVal val="#ppt_w"/>
                                          </p:val>
                                        </p:tav>
                                      </p:tavLst>
                                    </p:anim>
                                    <p:anim to="" calcmode="lin" valueType="num">
                                      <p:cBhvr>
                                        <p:cTn id="134" dur="500" fill="hold">
                                          <p:stCondLst>
                                            <p:cond delay="0"/>
                                          </p:stCondLst>
                                        </p:cTn>
                                        <p:tgtEl>
                                          <p:spTgt spid="44"/>
                                        </p:tgtEl>
                                        <p:attrNameLst>
                                          <p:attrName>ppt_h</p:attrName>
                                        </p:attrNameLst>
                                      </p:cBhvr>
                                      <p:tavLst>
                                        <p:tav tm="0">
                                          <p:val>
                                            <p:strVal val="ppt_h"/>
                                          </p:val>
                                        </p:tav>
                                        <p:tav tm="100000">
                                          <p:val>
                                            <p:strVal val="#ppt_h"/>
                                          </p:val>
                                        </p:tav>
                                      </p:tavLst>
                                    </p:anim>
                                  </p:childTnLst>
                                </p:cTn>
                              </p:par>
                              <p:par>
                                <p:cTn id="135" presetID="35" presetClass="path" presetSubtype="0" accel="50000" decel="50000" fill="hold" grpId="1" nodeType="withEffect">
                                  <p:stCondLst>
                                    <p:cond delay="0"/>
                                  </p:stCondLst>
                                  <p:childTnLst>
                                    <p:anim to="" calcmode="lin" valueType="num">
                                      <p:cBhvr>
                                        <p:cTn id="136" dur="500" fill="hold">
                                          <p:stCondLst>
                                            <p:cond delay="0"/>
                                          </p:stCondLst>
                                        </p:cTn>
                                        <p:tgtEl>
                                          <p:spTgt spid="4"/>
                                        </p:tgtEl>
                                        <p:attrNameLst>
                                          <p:attrName>ppt_x</p:attrName>
                                        </p:attrNameLst>
                                      </p:cBhvr>
                                      <p:tavLst>
                                        <p:tav tm="0">
                                          <p:val>
                                            <p:strVal val="ppt_x"/>
                                          </p:val>
                                        </p:tav>
                                        <p:tav tm="100000">
                                          <p:val>
                                            <p:strVal val="#ppt_x+0.22308493"/>
                                          </p:val>
                                        </p:tav>
                                      </p:tavLst>
                                    </p:anim>
                                    <p:anim to="" calcmode="lin" valueType="num">
                                      <p:cBhvr>
                                        <p:cTn id="137"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138"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139"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140" presetID="35" presetClass="path" presetSubtype="0" accel="50000" decel="50000" fill="hold" grpId="1" nodeType="withEffect">
                                  <p:stCondLst>
                                    <p:cond delay="0"/>
                                  </p:stCondLst>
                                  <p:childTnLst>
                                    <p:anim to="" calcmode="lin" valueType="num">
                                      <p:cBhvr>
                                        <p:cTn id="141" dur="500" fill="hold">
                                          <p:stCondLst>
                                            <p:cond delay="0"/>
                                          </p:stCondLst>
                                        </p:cTn>
                                        <p:tgtEl>
                                          <p:spTgt spid="5"/>
                                        </p:tgtEl>
                                        <p:attrNameLst>
                                          <p:attrName>ppt_x</p:attrName>
                                        </p:attrNameLst>
                                      </p:cBhvr>
                                      <p:tavLst>
                                        <p:tav tm="0">
                                          <p:val>
                                            <p:strVal val="ppt_x"/>
                                          </p:val>
                                        </p:tav>
                                        <p:tav tm="100000">
                                          <p:val>
                                            <p:strVal val="#ppt_x+0.22308493"/>
                                          </p:val>
                                        </p:tav>
                                      </p:tavLst>
                                    </p:anim>
                                    <p:anim to="" calcmode="lin" valueType="num">
                                      <p:cBhvr>
                                        <p:cTn id="142"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143"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144"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145" presetID="35" presetClass="path" presetSubtype="0" accel="50000" decel="50000" fill="hold" grpId="1" nodeType="withEffect">
                                  <p:stCondLst>
                                    <p:cond delay="0"/>
                                  </p:stCondLst>
                                  <p:childTnLst>
                                    <p:anim to="" calcmode="lin" valueType="num">
                                      <p:cBhvr>
                                        <p:cTn id="146" dur="500" fill="hold">
                                          <p:stCondLst>
                                            <p:cond delay="0"/>
                                          </p:stCondLst>
                                        </p:cTn>
                                        <p:tgtEl>
                                          <p:spTgt spid="6"/>
                                        </p:tgtEl>
                                        <p:attrNameLst>
                                          <p:attrName>ppt_x</p:attrName>
                                        </p:attrNameLst>
                                      </p:cBhvr>
                                      <p:tavLst>
                                        <p:tav tm="0">
                                          <p:val>
                                            <p:strVal val="ppt_x"/>
                                          </p:val>
                                        </p:tav>
                                        <p:tav tm="100000">
                                          <p:val>
                                            <p:strVal val="#ppt_x+0.22308493"/>
                                          </p:val>
                                        </p:tav>
                                      </p:tavLst>
                                    </p:anim>
                                    <p:anim to="" calcmode="lin" valueType="num">
                                      <p:cBhvr>
                                        <p:cTn id="147"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148"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149"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150" presetID="35" presetClass="path" presetSubtype="0" accel="50000" decel="50000" fill="hold" grpId="1" nodeType="withEffect">
                                  <p:stCondLst>
                                    <p:cond delay="0"/>
                                  </p:stCondLst>
                                  <p:childTnLst>
                                    <p:anim to="" calcmode="lin" valueType="num">
                                      <p:cBhvr>
                                        <p:cTn id="151" dur="500" fill="hold">
                                          <p:stCondLst>
                                            <p:cond delay="0"/>
                                          </p:stCondLst>
                                        </p:cTn>
                                        <p:tgtEl>
                                          <p:spTgt spid="7"/>
                                        </p:tgtEl>
                                        <p:attrNameLst>
                                          <p:attrName>ppt_x</p:attrName>
                                        </p:attrNameLst>
                                      </p:cBhvr>
                                      <p:tavLst>
                                        <p:tav tm="0">
                                          <p:val>
                                            <p:strVal val="ppt_x"/>
                                          </p:val>
                                        </p:tav>
                                        <p:tav tm="100000">
                                          <p:val>
                                            <p:strVal val="#ppt_x+0.22308493"/>
                                          </p:val>
                                        </p:tav>
                                      </p:tavLst>
                                    </p:anim>
                                    <p:anim to="" calcmode="lin" valueType="num">
                                      <p:cBhvr>
                                        <p:cTn id="152" dur="500" fill="hold">
                                          <p:stCondLst>
                                            <p:cond delay="0"/>
                                          </p:stCondLst>
                                        </p:cTn>
                                        <p:tgtEl>
                                          <p:spTgt spid="7"/>
                                        </p:tgtEl>
                                        <p:attrNameLst>
                                          <p:attrName>ppt_y</p:attrName>
                                        </p:attrNameLst>
                                      </p:cBhvr>
                                      <p:tavLst>
                                        <p:tav tm="0">
                                          <p:val>
                                            <p:strVal val="ppt_y"/>
                                          </p:val>
                                        </p:tav>
                                        <p:tav tm="100000">
                                          <p:val>
                                            <p:strVal val="#ppt_y+0"/>
                                          </p:val>
                                        </p:tav>
                                      </p:tavLst>
                                    </p:anim>
                                    <p:anim to="" calcmode="lin" valueType="num">
                                      <p:cBhvr>
                                        <p:cTn id="153"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154"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155" presetID="35" presetClass="path" presetSubtype="0" accel="50000" decel="50000" fill="hold" nodeType="withEffect">
                                  <p:stCondLst>
                                    <p:cond delay="0"/>
                                  </p:stCondLst>
                                  <p:childTnLst>
                                    <p:anim to="" calcmode="lin" valueType="num">
                                      <p:cBhvr>
                                        <p:cTn id="156" dur="500" fill="hold">
                                          <p:stCondLst>
                                            <p:cond delay="0"/>
                                          </p:stCondLst>
                                        </p:cTn>
                                        <p:tgtEl>
                                          <p:spTgt spid="27"/>
                                        </p:tgtEl>
                                        <p:attrNameLst>
                                          <p:attrName>ppt_x</p:attrName>
                                        </p:attrNameLst>
                                      </p:cBhvr>
                                      <p:tavLst>
                                        <p:tav tm="0">
                                          <p:val>
                                            <p:strVal val="ppt_x"/>
                                          </p:val>
                                        </p:tav>
                                        <p:tav tm="100000">
                                          <p:val>
                                            <p:strVal val="#ppt_x+0.22308493"/>
                                          </p:val>
                                        </p:tav>
                                      </p:tavLst>
                                    </p:anim>
                                    <p:anim to="" calcmode="lin" valueType="num">
                                      <p:cBhvr>
                                        <p:cTn id="157" dur="500" fill="hold">
                                          <p:stCondLst>
                                            <p:cond delay="0"/>
                                          </p:stCondLst>
                                        </p:cTn>
                                        <p:tgtEl>
                                          <p:spTgt spid="27"/>
                                        </p:tgtEl>
                                        <p:attrNameLst>
                                          <p:attrName>ppt_y</p:attrName>
                                        </p:attrNameLst>
                                      </p:cBhvr>
                                      <p:tavLst>
                                        <p:tav tm="0">
                                          <p:val>
                                            <p:strVal val="ppt_y"/>
                                          </p:val>
                                        </p:tav>
                                        <p:tav tm="100000">
                                          <p:val>
                                            <p:strVal val="#ppt_y+0"/>
                                          </p:val>
                                        </p:tav>
                                      </p:tavLst>
                                    </p:anim>
                                    <p:anim to="" calcmode="lin" valueType="num">
                                      <p:cBhvr>
                                        <p:cTn id="158" dur="500" fill="hold">
                                          <p:stCondLst>
                                            <p:cond delay="0"/>
                                          </p:stCondLst>
                                        </p:cTn>
                                        <p:tgtEl>
                                          <p:spTgt spid="27"/>
                                        </p:tgtEl>
                                        <p:attrNameLst>
                                          <p:attrName>ppt_w</p:attrName>
                                        </p:attrNameLst>
                                      </p:cBhvr>
                                      <p:tavLst>
                                        <p:tav tm="0">
                                          <p:val>
                                            <p:strVal val="ppt_w"/>
                                          </p:val>
                                        </p:tav>
                                        <p:tav tm="100000">
                                          <p:val>
                                            <p:strVal val="#ppt_w"/>
                                          </p:val>
                                        </p:tav>
                                      </p:tavLst>
                                    </p:anim>
                                    <p:anim to="" calcmode="lin" valueType="num">
                                      <p:cBhvr>
                                        <p:cTn id="159" dur="500" fill="hold">
                                          <p:stCondLst>
                                            <p:cond delay="0"/>
                                          </p:stCondLst>
                                        </p:cTn>
                                        <p:tgtEl>
                                          <p:spTgt spid="27"/>
                                        </p:tgtEl>
                                        <p:attrNameLst>
                                          <p:attrName>ppt_h</p:attrName>
                                        </p:attrNameLst>
                                      </p:cBhvr>
                                      <p:tavLst>
                                        <p:tav tm="0">
                                          <p:val>
                                            <p:strVal val="ppt_h"/>
                                          </p:val>
                                        </p:tav>
                                        <p:tav tm="100000">
                                          <p:val>
                                            <p:strVal val="#ppt_h"/>
                                          </p:val>
                                        </p:tav>
                                      </p:tavLst>
                                    </p:anim>
                                  </p:childTnLst>
                                </p:cTn>
                              </p:par>
                            </p:childTnLst>
                          </p:cTn>
                        </p:par>
                      </p:childTnLst>
                    </p:cTn>
                  </p:par>
                  <p:par>
                    <p:cTn id="160" fill="hold">
                      <p:stCondLst>
                        <p:cond delay="indefinite"/>
                      </p:stCondLst>
                      <p:childTnLst>
                        <p:par>
                          <p:cTn id="161" fill="hold">
                            <p:stCondLst>
                              <p:cond delay="0"/>
                            </p:stCondLst>
                            <p:childTnLst>
                              <p:par>
                                <p:cTn id="162" presetID="42" presetClass="entr" presetSubtype="0" fill="hold" grpId="0" nodeType="clickEffect">
                                  <p:stCondLst>
                                    <p:cond delay="0"/>
                                  </p:stCondLst>
                                  <p:childTnLst>
                                    <p:set>
                                      <p:cBhvr>
                                        <p:cTn id="163" dur="1" fill="hold">
                                          <p:stCondLst>
                                            <p:cond delay="0"/>
                                          </p:stCondLst>
                                        </p:cTn>
                                        <p:tgtEl>
                                          <p:spTgt spid="23"/>
                                        </p:tgtEl>
                                        <p:attrNameLst>
                                          <p:attrName>style.visibility</p:attrName>
                                        </p:attrNameLst>
                                      </p:cBhvr>
                                      <p:to>
                                        <p:strVal val="visible"/>
                                      </p:to>
                                    </p:set>
                                    <p:animEffect transition="in" filter="fade">
                                      <p:cBhvr>
                                        <p:cTn id="164" dur="500"/>
                                        <p:tgtEl>
                                          <p:spTgt spid="23"/>
                                        </p:tgtEl>
                                      </p:cBhvr>
                                    </p:animEffect>
                                    <p:anim calcmode="lin" valueType="num">
                                      <p:cBhvr>
                                        <p:cTn id="165" dur="500" fill="hold"/>
                                        <p:tgtEl>
                                          <p:spTgt spid="23"/>
                                        </p:tgtEl>
                                        <p:attrNameLst>
                                          <p:attrName>ppt_x</p:attrName>
                                        </p:attrNameLst>
                                      </p:cBhvr>
                                      <p:tavLst>
                                        <p:tav tm="0">
                                          <p:val>
                                            <p:strVal val="#ppt_x"/>
                                          </p:val>
                                        </p:tav>
                                        <p:tav tm="100000">
                                          <p:val>
                                            <p:strVal val="#ppt_x+0.11184018"/>
                                          </p:val>
                                        </p:tav>
                                      </p:tavLst>
                                    </p:anim>
                                    <p:anim calcmode="lin" valueType="num">
                                      <p:cBhvr>
                                        <p:cTn id="166" dur="500" fill="hold"/>
                                        <p:tgtEl>
                                          <p:spTgt spid="23"/>
                                        </p:tgtEl>
                                        <p:attrNameLst>
                                          <p:attrName>ppt_y</p:attrName>
                                        </p:attrNameLst>
                                      </p:cBhvr>
                                      <p:tavLst>
                                        <p:tav tm="0">
                                          <p:val>
                                            <p:strVal val="#ppt_y+.1"/>
                                          </p:val>
                                        </p:tav>
                                        <p:tav tm="100000">
                                          <p:val>
                                            <p:strVal val="#ppt_y"/>
                                          </p:val>
                                        </p:tav>
                                      </p:tavLst>
                                    </p:anim>
                                  </p:childTnLst>
                                </p:cTn>
                              </p:par>
                              <p:par>
                                <p:cTn id="167" presetID="42" presetClass="entr" presetSubtype="0" fill="hold" grpId="0" nodeType="withEffect">
                                  <p:stCondLst>
                                    <p:cond delay="0"/>
                                  </p:stCondLst>
                                  <p:childTnLst>
                                    <p:set>
                                      <p:cBhvr>
                                        <p:cTn id="168" dur="1" fill="hold">
                                          <p:stCondLst>
                                            <p:cond delay="0"/>
                                          </p:stCondLst>
                                        </p:cTn>
                                        <p:tgtEl>
                                          <p:spTgt spid="47"/>
                                        </p:tgtEl>
                                        <p:attrNameLst>
                                          <p:attrName>style.visibility</p:attrName>
                                        </p:attrNameLst>
                                      </p:cBhvr>
                                      <p:to>
                                        <p:strVal val="visible"/>
                                      </p:to>
                                    </p:set>
                                    <p:animEffect transition="in" filter="fade">
                                      <p:cBhvr>
                                        <p:cTn id="169" dur="500"/>
                                        <p:tgtEl>
                                          <p:spTgt spid="47"/>
                                        </p:tgtEl>
                                      </p:cBhvr>
                                    </p:animEffect>
                                    <p:anim calcmode="lin" valueType="num">
                                      <p:cBhvr>
                                        <p:cTn id="170" dur="500" fill="hold"/>
                                        <p:tgtEl>
                                          <p:spTgt spid="47"/>
                                        </p:tgtEl>
                                        <p:attrNameLst>
                                          <p:attrName>ppt_x</p:attrName>
                                        </p:attrNameLst>
                                      </p:cBhvr>
                                      <p:tavLst>
                                        <p:tav tm="0">
                                          <p:val>
                                            <p:strVal val="#ppt_x"/>
                                          </p:val>
                                        </p:tav>
                                        <p:tav tm="100000">
                                          <p:val>
                                            <p:strVal val="#ppt_x+0.11184025"/>
                                          </p:val>
                                        </p:tav>
                                      </p:tavLst>
                                    </p:anim>
                                    <p:anim calcmode="lin" valueType="num">
                                      <p:cBhvr>
                                        <p:cTn id="171" dur="500" fill="hold"/>
                                        <p:tgtEl>
                                          <p:spTgt spid="47"/>
                                        </p:tgtEl>
                                        <p:attrNameLst>
                                          <p:attrName>ppt_y</p:attrName>
                                        </p:attrNameLst>
                                      </p:cBhvr>
                                      <p:tavLst>
                                        <p:tav tm="0">
                                          <p:val>
                                            <p:strVal val="#ppt_y+.1"/>
                                          </p:val>
                                        </p:tav>
                                        <p:tav tm="100000">
                                          <p:val>
                                            <p:strVal val="#ppt_y"/>
                                          </p:val>
                                        </p:tav>
                                      </p:tavLst>
                                    </p:anim>
                                  </p:childTnLst>
                                </p:cTn>
                              </p:par>
                              <p:par>
                                <p:cTn id="172" presetID="42" presetClass="entr" presetSubtype="0" fill="hold" grpId="0" nodeType="withEffect">
                                  <p:stCondLst>
                                    <p:cond delay="0"/>
                                  </p:stCondLst>
                                  <p:childTnLst>
                                    <p:set>
                                      <p:cBhvr>
                                        <p:cTn id="173" dur="1" fill="hold">
                                          <p:stCondLst>
                                            <p:cond delay="0"/>
                                          </p:stCondLst>
                                        </p:cTn>
                                        <p:tgtEl>
                                          <p:spTgt spid="28"/>
                                        </p:tgtEl>
                                        <p:attrNameLst>
                                          <p:attrName>style.visibility</p:attrName>
                                        </p:attrNameLst>
                                      </p:cBhvr>
                                      <p:to>
                                        <p:strVal val="visible"/>
                                      </p:to>
                                    </p:set>
                                    <p:animEffect transition="in" filter="fade">
                                      <p:cBhvr>
                                        <p:cTn id="174" dur="500"/>
                                        <p:tgtEl>
                                          <p:spTgt spid="28"/>
                                        </p:tgtEl>
                                      </p:cBhvr>
                                    </p:animEffect>
                                    <p:anim calcmode="lin" valueType="num">
                                      <p:cBhvr>
                                        <p:cTn id="175" dur="500" fill="hold"/>
                                        <p:tgtEl>
                                          <p:spTgt spid="28"/>
                                        </p:tgtEl>
                                        <p:attrNameLst>
                                          <p:attrName>ppt_x</p:attrName>
                                        </p:attrNameLst>
                                      </p:cBhvr>
                                      <p:tavLst>
                                        <p:tav tm="0">
                                          <p:val>
                                            <p:strVal val="#ppt_x"/>
                                          </p:val>
                                        </p:tav>
                                        <p:tav tm="100000">
                                          <p:val>
                                            <p:strVal val="#ppt_x+0.11184018"/>
                                          </p:val>
                                        </p:tav>
                                      </p:tavLst>
                                    </p:anim>
                                    <p:anim calcmode="lin" valueType="num">
                                      <p:cBhvr>
                                        <p:cTn id="176" dur="500" fill="hold"/>
                                        <p:tgtEl>
                                          <p:spTgt spid="28"/>
                                        </p:tgtEl>
                                        <p:attrNameLst>
                                          <p:attrName>ppt_y</p:attrName>
                                        </p:attrNameLst>
                                      </p:cBhvr>
                                      <p:tavLst>
                                        <p:tav tm="0">
                                          <p:val>
                                            <p:strVal val="#ppt_y+.1"/>
                                          </p:val>
                                        </p:tav>
                                        <p:tav tm="100000">
                                          <p:val>
                                            <p:strVal val="#ppt_y"/>
                                          </p:val>
                                        </p:tav>
                                      </p:tavLst>
                                    </p:anim>
                                  </p:childTnLst>
                                </p:cTn>
                              </p:par>
                              <p:par>
                                <p:cTn id="177" presetID="42" presetClass="entr" presetSubtype="0" fill="hold" grpId="0" nodeType="withEffect">
                                  <p:stCondLst>
                                    <p:cond delay="0"/>
                                  </p:stCondLst>
                                  <p:childTnLst>
                                    <p:set>
                                      <p:cBhvr>
                                        <p:cTn id="178" dur="1" fill="hold">
                                          <p:stCondLst>
                                            <p:cond delay="0"/>
                                          </p:stCondLst>
                                        </p:cTn>
                                        <p:tgtEl>
                                          <p:spTgt spid="29"/>
                                        </p:tgtEl>
                                        <p:attrNameLst>
                                          <p:attrName>style.visibility</p:attrName>
                                        </p:attrNameLst>
                                      </p:cBhvr>
                                      <p:to>
                                        <p:strVal val="visible"/>
                                      </p:to>
                                    </p:set>
                                    <p:animEffect transition="in" filter="fade">
                                      <p:cBhvr>
                                        <p:cTn id="179" dur="500"/>
                                        <p:tgtEl>
                                          <p:spTgt spid="29"/>
                                        </p:tgtEl>
                                      </p:cBhvr>
                                    </p:animEffect>
                                    <p:anim calcmode="lin" valueType="num">
                                      <p:cBhvr>
                                        <p:cTn id="180" dur="500" fill="hold"/>
                                        <p:tgtEl>
                                          <p:spTgt spid="29"/>
                                        </p:tgtEl>
                                        <p:attrNameLst>
                                          <p:attrName>ppt_x</p:attrName>
                                        </p:attrNameLst>
                                      </p:cBhvr>
                                      <p:tavLst>
                                        <p:tav tm="0">
                                          <p:val>
                                            <p:strVal val="#ppt_x"/>
                                          </p:val>
                                        </p:tav>
                                        <p:tav tm="100000">
                                          <p:val>
                                            <p:strVal val="#ppt_x+0.11184018"/>
                                          </p:val>
                                        </p:tav>
                                      </p:tavLst>
                                    </p:anim>
                                    <p:anim calcmode="lin" valueType="num">
                                      <p:cBhvr>
                                        <p:cTn id="181" dur="500" fill="hold"/>
                                        <p:tgtEl>
                                          <p:spTgt spid="29"/>
                                        </p:tgtEl>
                                        <p:attrNameLst>
                                          <p:attrName>ppt_y</p:attrName>
                                        </p:attrNameLst>
                                      </p:cBhvr>
                                      <p:tavLst>
                                        <p:tav tm="0">
                                          <p:val>
                                            <p:strVal val="#ppt_y+.1"/>
                                          </p:val>
                                        </p:tav>
                                        <p:tav tm="100000">
                                          <p:val>
                                            <p:strVal val="#ppt_y"/>
                                          </p:val>
                                        </p:tav>
                                      </p:tavLst>
                                    </p:anim>
                                  </p:childTnLst>
                                </p:cTn>
                              </p:par>
                              <p:par>
                                <p:cTn id="182" presetID="42" presetClass="entr" presetSubtype="0" fill="hold" grpId="0" nodeType="withEffect">
                                  <p:stCondLst>
                                    <p:cond delay="0"/>
                                  </p:stCondLst>
                                  <p:childTnLst>
                                    <p:set>
                                      <p:cBhvr>
                                        <p:cTn id="183" dur="1" fill="hold">
                                          <p:stCondLst>
                                            <p:cond delay="0"/>
                                          </p:stCondLst>
                                        </p:cTn>
                                        <p:tgtEl>
                                          <p:spTgt spid="30"/>
                                        </p:tgtEl>
                                        <p:attrNameLst>
                                          <p:attrName>style.visibility</p:attrName>
                                        </p:attrNameLst>
                                      </p:cBhvr>
                                      <p:to>
                                        <p:strVal val="visible"/>
                                      </p:to>
                                    </p:set>
                                    <p:animEffect transition="in" filter="fade">
                                      <p:cBhvr>
                                        <p:cTn id="184" dur="500"/>
                                        <p:tgtEl>
                                          <p:spTgt spid="30"/>
                                        </p:tgtEl>
                                      </p:cBhvr>
                                    </p:animEffect>
                                    <p:anim calcmode="lin" valueType="num">
                                      <p:cBhvr>
                                        <p:cTn id="185" dur="500" fill="hold"/>
                                        <p:tgtEl>
                                          <p:spTgt spid="30"/>
                                        </p:tgtEl>
                                        <p:attrNameLst>
                                          <p:attrName>ppt_x</p:attrName>
                                        </p:attrNameLst>
                                      </p:cBhvr>
                                      <p:tavLst>
                                        <p:tav tm="0">
                                          <p:val>
                                            <p:strVal val="#ppt_x"/>
                                          </p:val>
                                        </p:tav>
                                        <p:tav tm="100000">
                                          <p:val>
                                            <p:strVal val="#ppt_x+0.11184018"/>
                                          </p:val>
                                        </p:tav>
                                      </p:tavLst>
                                    </p:anim>
                                    <p:anim calcmode="lin" valueType="num">
                                      <p:cBhvr>
                                        <p:cTn id="186" dur="500" fill="hold"/>
                                        <p:tgtEl>
                                          <p:spTgt spid="30"/>
                                        </p:tgtEl>
                                        <p:attrNameLst>
                                          <p:attrName>ppt_y</p:attrName>
                                        </p:attrNameLst>
                                      </p:cBhvr>
                                      <p:tavLst>
                                        <p:tav tm="0">
                                          <p:val>
                                            <p:strVal val="#ppt_y+.1"/>
                                          </p:val>
                                        </p:tav>
                                        <p:tav tm="100000">
                                          <p:val>
                                            <p:strVal val="#ppt_y"/>
                                          </p:val>
                                        </p:tav>
                                      </p:tavLst>
                                    </p:anim>
                                  </p:childTnLst>
                                </p:cTn>
                              </p:par>
                              <p:par>
                                <p:cTn id="187" presetID="42" presetClass="entr" presetSubtype="0" fill="hold" grpId="0" nodeType="withEffect">
                                  <p:stCondLst>
                                    <p:cond delay="0"/>
                                  </p:stCondLst>
                                  <p:childTnLst>
                                    <p:set>
                                      <p:cBhvr>
                                        <p:cTn id="188" dur="1" fill="hold">
                                          <p:stCondLst>
                                            <p:cond delay="0"/>
                                          </p:stCondLst>
                                        </p:cTn>
                                        <p:tgtEl>
                                          <p:spTgt spid="31"/>
                                        </p:tgtEl>
                                        <p:attrNameLst>
                                          <p:attrName>style.visibility</p:attrName>
                                        </p:attrNameLst>
                                      </p:cBhvr>
                                      <p:to>
                                        <p:strVal val="visible"/>
                                      </p:to>
                                    </p:set>
                                    <p:animEffect transition="in" filter="fade">
                                      <p:cBhvr>
                                        <p:cTn id="189" dur="500"/>
                                        <p:tgtEl>
                                          <p:spTgt spid="31"/>
                                        </p:tgtEl>
                                      </p:cBhvr>
                                    </p:animEffect>
                                    <p:anim calcmode="lin" valueType="num">
                                      <p:cBhvr>
                                        <p:cTn id="190" dur="500" fill="hold"/>
                                        <p:tgtEl>
                                          <p:spTgt spid="31"/>
                                        </p:tgtEl>
                                        <p:attrNameLst>
                                          <p:attrName>ppt_x</p:attrName>
                                        </p:attrNameLst>
                                      </p:cBhvr>
                                      <p:tavLst>
                                        <p:tav tm="0">
                                          <p:val>
                                            <p:strVal val="#ppt_x"/>
                                          </p:val>
                                        </p:tav>
                                        <p:tav tm="100000">
                                          <p:val>
                                            <p:strVal val="#ppt_x+0.11184018"/>
                                          </p:val>
                                        </p:tav>
                                      </p:tavLst>
                                    </p:anim>
                                    <p:anim calcmode="lin" valueType="num">
                                      <p:cBhvr>
                                        <p:cTn id="191" dur="500" fill="hold"/>
                                        <p:tgtEl>
                                          <p:spTgt spid="31"/>
                                        </p:tgtEl>
                                        <p:attrNameLst>
                                          <p:attrName>ppt_y</p:attrName>
                                        </p:attrNameLst>
                                      </p:cBhvr>
                                      <p:tavLst>
                                        <p:tav tm="0">
                                          <p:val>
                                            <p:strVal val="#ppt_y+.1"/>
                                          </p:val>
                                        </p:tav>
                                        <p:tav tm="100000">
                                          <p:val>
                                            <p:strVal val="#ppt_y"/>
                                          </p:val>
                                        </p:tav>
                                      </p:tavLst>
                                    </p:anim>
                                  </p:childTnLst>
                                </p:cTn>
                              </p:par>
                              <p:par>
                                <p:cTn id="192" presetID="42" presetClass="entr" presetSubtype="0" fill="hold" nodeType="withEffect">
                                  <p:stCondLst>
                                    <p:cond delay="0"/>
                                  </p:stCondLst>
                                  <p:childTnLst>
                                    <p:set>
                                      <p:cBhvr>
                                        <p:cTn id="193" dur="1" fill="hold">
                                          <p:stCondLst>
                                            <p:cond delay="0"/>
                                          </p:stCondLst>
                                        </p:cTn>
                                        <p:tgtEl>
                                          <p:spTgt spid="74"/>
                                        </p:tgtEl>
                                        <p:attrNameLst>
                                          <p:attrName>style.visibility</p:attrName>
                                        </p:attrNameLst>
                                      </p:cBhvr>
                                      <p:to>
                                        <p:strVal val="visible"/>
                                      </p:to>
                                    </p:set>
                                    <p:animEffect transition="in" filter="fade">
                                      <p:cBhvr>
                                        <p:cTn id="194" dur="500"/>
                                        <p:tgtEl>
                                          <p:spTgt spid="74"/>
                                        </p:tgtEl>
                                      </p:cBhvr>
                                    </p:animEffect>
                                    <p:anim calcmode="lin" valueType="num">
                                      <p:cBhvr>
                                        <p:cTn id="195" dur="500" fill="hold"/>
                                        <p:tgtEl>
                                          <p:spTgt spid="74"/>
                                        </p:tgtEl>
                                        <p:attrNameLst>
                                          <p:attrName>ppt_x</p:attrName>
                                        </p:attrNameLst>
                                      </p:cBhvr>
                                      <p:tavLst>
                                        <p:tav tm="0">
                                          <p:val>
                                            <p:strVal val="#ppt_x"/>
                                          </p:val>
                                        </p:tav>
                                        <p:tav tm="100000">
                                          <p:val>
                                            <p:strVal val="#ppt_x+0.11184018"/>
                                          </p:val>
                                        </p:tav>
                                      </p:tavLst>
                                    </p:anim>
                                    <p:anim calcmode="lin" valueType="num">
                                      <p:cBhvr>
                                        <p:cTn id="196" dur="500" fill="hold"/>
                                        <p:tgtEl>
                                          <p:spTgt spid="74"/>
                                        </p:tgtEl>
                                        <p:attrNameLst>
                                          <p:attrName>ppt_y</p:attrName>
                                        </p:attrNameLst>
                                      </p:cBhvr>
                                      <p:tavLst>
                                        <p:tav tm="0">
                                          <p:val>
                                            <p:strVal val="#ppt_y+.1"/>
                                          </p:val>
                                        </p:tav>
                                        <p:tav tm="100000">
                                          <p:val>
                                            <p:strVal val="#ppt_y"/>
                                          </p:val>
                                        </p:tav>
                                      </p:tavLst>
                                    </p:anim>
                                  </p:childTnLst>
                                </p:cTn>
                              </p:par>
                              <p:par>
                                <p:cTn id="197" presetID="42" presetClass="entr" presetSubtype="0" fill="hold" nodeType="withEffect">
                                  <p:stCondLst>
                                    <p:cond delay="0"/>
                                  </p:stCondLst>
                                  <p:childTnLst>
                                    <p:set>
                                      <p:cBhvr>
                                        <p:cTn id="198" dur="1" fill="hold">
                                          <p:stCondLst>
                                            <p:cond delay="0"/>
                                          </p:stCondLst>
                                        </p:cTn>
                                        <p:tgtEl>
                                          <p:spTgt spid="54"/>
                                        </p:tgtEl>
                                        <p:attrNameLst>
                                          <p:attrName>style.visibility</p:attrName>
                                        </p:attrNameLst>
                                      </p:cBhvr>
                                      <p:to>
                                        <p:strVal val="visible"/>
                                      </p:to>
                                    </p:set>
                                    <p:animEffect transition="in" filter="fade">
                                      <p:cBhvr>
                                        <p:cTn id="199" dur="500"/>
                                        <p:tgtEl>
                                          <p:spTgt spid="54"/>
                                        </p:tgtEl>
                                      </p:cBhvr>
                                    </p:animEffect>
                                    <p:anim calcmode="lin" valueType="num">
                                      <p:cBhvr>
                                        <p:cTn id="200" dur="500" fill="hold"/>
                                        <p:tgtEl>
                                          <p:spTgt spid="54"/>
                                        </p:tgtEl>
                                        <p:attrNameLst>
                                          <p:attrName>ppt_x</p:attrName>
                                        </p:attrNameLst>
                                      </p:cBhvr>
                                      <p:tavLst>
                                        <p:tav tm="0">
                                          <p:val>
                                            <p:strVal val="#ppt_x"/>
                                          </p:val>
                                        </p:tav>
                                        <p:tav tm="100000">
                                          <p:val>
                                            <p:strVal val="#ppt_x+0.11184025"/>
                                          </p:val>
                                        </p:tav>
                                      </p:tavLst>
                                    </p:anim>
                                    <p:anim calcmode="lin" valueType="num">
                                      <p:cBhvr>
                                        <p:cTn id="201" dur="500" fill="hold"/>
                                        <p:tgtEl>
                                          <p:spTgt spid="54"/>
                                        </p:tgtEl>
                                        <p:attrNameLst>
                                          <p:attrName>ppt_y</p:attrName>
                                        </p:attrNameLst>
                                      </p:cBhvr>
                                      <p:tavLst>
                                        <p:tav tm="0">
                                          <p:val>
                                            <p:strVal val="#ppt_y+.1"/>
                                          </p:val>
                                        </p:tav>
                                        <p:tav tm="100000">
                                          <p:val>
                                            <p:strVal val="#ppt_y"/>
                                          </p:val>
                                        </p:tav>
                                      </p:tavLst>
                                    </p:anim>
                                  </p:childTnLst>
                                </p:cTn>
                              </p:par>
                              <p:par>
                                <p:cTn id="202" presetID="35" presetClass="path" presetSubtype="0" accel="50000" decel="50000" fill="hold" grpId="2" nodeType="withEffect">
                                  <p:stCondLst>
                                    <p:cond delay="0"/>
                                  </p:stCondLst>
                                  <p:childTnLst>
                                    <p:anim to="" calcmode="lin" valueType="num">
                                      <p:cBhvr>
                                        <p:cTn id="203" dur="500" fill="hold">
                                          <p:stCondLst>
                                            <p:cond delay="0"/>
                                          </p:stCondLst>
                                        </p:cTn>
                                        <p:tgtEl>
                                          <p:spTgt spid="8"/>
                                        </p:tgtEl>
                                        <p:attrNameLst>
                                          <p:attrName>ppt_x</p:attrName>
                                        </p:attrNameLst>
                                      </p:cBhvr>
                                      <p:tavLst>
                                        <p:tav tm="0">
                                          <p:val>
                                            <p:strVal val="ppt_x"/>
                                          </p:val>
                                        </p:tav>
                                        <p:tav tm="100000">
                                          <p:val>
                                            <p:strVal val="#ppt_x+0.11184022"/>
                                          </p:val>
                                        </p:tav>
                                      </p:tavLst>
                                    </p:anim>
                                    <p:anim to="" calcmode="lin" valueType="num">
                                      <p:cBhvr>
                                        <p:cTn id="204"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205"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206"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207" presetID="35" presetClass="path" presetSubtype="0" accel="50000" decel="50000" fill="hold" grpId="2" nodeType="withEffect">
                                  <p:stCondLst>
                                    <p:cond delay="0"/>
                                  </p:stCondLst>
                                  <p:childTnLst>
                                    <p:anim to="" calcmode="lin" valueType="num">
                                      <p:cBhvr>
                                        <p:cTn id="208" dur="500" fill="hold">
                                          <p:stCondLst>
                                            <p:cond delay="0"/>
                                          </p:stCondLst>
                                        </p:cTn>
                                        <p:tgtEl>
                                          <p:spTgt spid="3"/>
                                        </p:tgtEl>
                                        <p:attrNameLst>
                                          <p:attrName>ppt_x</p:attrName>
                                        </p:attrNameLst>
                                      </p:cBhvr>
                                      <p:tavLst>
                                        <p:tav tm="0">
                                          <p:val>
                                            <p:strVal val="ppt_x"/>
                                          </p:val>
                                        </p:tav>
                                        <p:tav tm="100000">
                                          <p:val>
                                            <p:strVal val="#ppt_x+0.11184022"/>
                                          </p:val>
                                        </p:tav>
                                      </p:tavLst>
                                    </p:anim>
                                    <p:anim to="" calcmode="lin" valueType="num">
                                      <p:cBhvr>
                                        <p:cTn id="209" dur="500" fill="hold">
                                          <p:stCondLst>
                                            <p:cond delay="0"/>
                                          </p:stCondLst>
                                        </p:cTn>
                                        <p:tgtEl>
                                          <p:spTgt spid="3"/>
                                        </p:tgtEl>
                                        <p:attrNameLst>
                                          <p:attrName>ppt_y</p:attrName>
                                        </p:attrNameLst>
                                      </p:cBhvr>
                                      <p:tavLst>
                                        <p:tav tm="0">
                                          <p:val>
                                            <p:strVal val="ppt_y"/>
                                          </p:val>
                                        </p:tav>
                                        <p:tav tm="100000">
                                          <p:val>
                                            <p:strVal val="#ppt_y+0"/>
                                          </p:val>
                                        </p:tav>
                                      </p:tavLst>
                                    </p:anim>
                                    <p:anim to="" calcmode="lin" valueType="num">
                                      <p:cBhvr>
                                        <p:cTn id="210" dur="500" fill="hold">
                                          <p:stCondLst>
                                            <p:cond delay="0"/>
                                          </p:stCondLst>
                                        </p:cTn>
                                        <p:tgtEl>
                                          <p:spTgt spid="3"/>
                                        </p:tgtEl>
                                        <p:attrNameLst>
                                          <p:attrName>ppt_w</p:attrName>
                                        </p:attrNameLst>
                                      </p:cBhvr>
                                      <p:tavLst>
                                        <p:tav tm="0">
                                          <p:val>
                                            <p:strVal val="ppt_w"/>
                                          </p:val>
                                        </p:tav>
                                        <p:tav tm="100000">
                                          <p:val>
                                            <p:strVal val="#ppt_w"/>
                                          </p:val>
                                        </p:tav>
                                      </p:tavLst>
                                    </p:anim>
                                    <p:anim to="" calcmode="lin" valueType="num">
                                      <p:cBhvr>
                                        <p:cTn id="211" dur="500" fill="hold">
                                          <p:stCondLst>
                                            <p:cond delay="0"/>
                                          </p:stCondLst>
                                        </p:cTn>
                                        <p:tgtEl>
                                          <p:spTgt spid="3"/>
                                        </p:tgtEl>
                                        <p:attrNameLst>
                                          <p:attrName>ppt_h</p:attrName>
                                        </p:attrNameLst>
                                      </p:cBhvr>
                                      <p:tavLst>
                                        <p:tav tm="0">
                                          <p:val>
                                            <p:strVal val="ppt_h"/>
                                          </p:val>
                                        </p:tav>
                                        <p:tav tm="100000">
                                          <p:val>
                                            <p:strVal val="#ppt_h"/>
                                          </p:val>
                                        </p:tav>
                                      </p:tavLst>
                                    </p:anim>
                                  </p:childTnLst>
                                </p:cTn>
                              </p:par>
                              <p:par>
                                <p:cTn id="212" presetID="35" presetClass="path" presetSubtype="0" accel="50000" decel="50000" fill="hold" nodeType="withEffect">
                                  <p:stCondLst>
                                    <p:cond delay="0"/>
                                  </p:stCondLst>
                                  <p:childTnLst>
                                    <p:anim to="" calcmode="lin" valueType="num">
                                      <p:cBhvr>
                                        <p:cTn id="213" dur="500" fill="hold">
                                          <p:stCondLst>
                                            <p:cond delay="0"/>
                                          </p:stCondLst>
                                        </p:cTn>
                                        <p:tgtEl>
                                          <p:spTgt spid="52"/>
                                        </p:tgtEl>
                                        <p:attrNameLst>
                                          <p:attrName>ppt_x</p:attrName>
                                        </p:attrNameLst>
                                      </p:cBhvr>
                                      <p:tavLst>
                                        <p:tav tm="0">
                                          <p:val>
                                            <p:strVal val="ppt_x"/>
                                          </p:val>
                                        </p:tav>
                                        <p:tav tm="100000">
                                          <p:val>
                                            <p:strVal val="#ppt_x+0.11184022"/>
                                          </p:val>
                                        </p:tav>
                                      </p:tavLst>
                                    </p:anim>
                                    <p:anim to="" calcmode="lin" valueType="num">
                                      <p:cBhvr>
                                        <p:cTn id="214" dur="500" fill="hold">
                                          <p:stCondLst>
                                            <p:cond delay="0"/>
                                          </p:stCondLst>
                                        </p:cTn>
                                        <p:tgtEl>
                                          <p:spTgt spid="52"/>
                                        </p:tgtEl>
                                        <p:attrNameLst>
                                          <p:attrName>ppt_y</p:attrName>
                                        </p:attrNameLst>
                                      </p:cBhvr>
                                      <p:tavLst>
                                        <p:tav tm="0">
                                          <p:val>
                                            <p:strVal val="ppt_y"/>
                                          </p:val>
                                        </p:tav>
                                        <p:tav tm="100000">
                                          <p:val>
                                            <p:strVal val="#ppt_y+0"/>
                                          </p:val>
                                        </p:tav>
                                      </p:tavLst>
                                    </p:anim>
                                    <p:anim to="" calcmode="lin" valueType="num">
                                      <p:cBhvr>
                                        <p:cTn id="215" dur="500" fill="hold">
                                          <p:stCondLst>
                                            <p:cond delay="0"/>
                                          </p:stCondLst>
                                        </p:cTn>
                                        <p:tgtEl>
                                          <p:spTgt spid="52"/>
                                        </p:tgtEl>
                                        <p:attrNameLst>
                                          <p:attrName>ppt_w</p:attrName>
                                        </p:attrNameLst>
                                      </p:cBhvr>
                                      <p:tavLst>
                                        <p:tav tm="0">
                                          <p:val>
                                            <p:strVal val="ppt_w"/>
                                          </p:val>
                                        </p:tav>
                                        <p:tav tm="100000">
                                          <p:val>
                                            <p:strVal val="#ppt_w"/>
                                          </p:val>
                                        </p:tav>
                                      </p:tavLst>
                                    </p:anim>
                                    <p:anim to="" calcmode="lin" valueType="num">
                                      <p:cBhvr>
                                        <p:cTn id="216" dur="500" fill="hold">
                                          <p:stCondLst>
                                            <p:cond delay="0"/>
                                          </p:stCondLst>
                                        </p:cTn>
                                        <p:tgtEl>
                                          <p:spTgt spid="52"/>
                                        </p:tgtEl>
                                        <p:attrNameLst>
                                          <p:attrName>ppt_h</p:attrName>
                                        </p:attrNameLst>
                                      </p:cBhvr>
                                      <p:tavLst>
                                        <p:tav tm="0">
                                          <p:val>
                                            <p:strVal val="ppt_h"/>
                                          </p:val>
                                        </p:tav>
                                        <p:tav tm="100000">
                                          <p:val>
                                            <p:strVal val="#ppt_h"/>
                                          </p:val>
                                        </p:tav>
                                      </p:tavLst>
                                    </p:anim>
                                  </p:childTnLst>
                                </p:cTn>
                              </p:par>
                              <p:par>
                                <p:cTn id="217" presetID="35" presetClass="path" presetSubtype="0" accel="50000" decel="50000" fill="hold" grpId="2" nodeType="withEffect">
                                  <p:stCondLst>
                                    <p:cond delay="0"/>
                                  </p:stCondLst>
                                  <p:childTnLst>
                                    <p:anim to="" calcmode="lin" valueType="num">
                                      <p:cBhvr>
                                        <p:cTn id="218" dur="500" fill="hold">
                                          <p:stCondLst>
                                            <p:cond delay="0"/>
                                          </p:stCondLst>
                                        </p:cTn>
                                        <p:tgtEl>
                                          <p:spTgt spid="76"/>
                                        </p:tgtEl>
                                        <p:attrNameLst>
                                          <p:attrName>ppt_x</p:attrName>
                                        </p:attrNameLst>
                                      </p:cBhvr>
                                      <p:tavLst>
                                        <p:tav tm="0">
                                          <p:val>
                                            <p:strVal val="ppt_x"/>
                                          </p:val>
                                        </p:tav>
                                        <p:tav tm="100000">
                                          <p:val>
                                            <p:strVal val="#ppt_x+0.11184022"/>
                                          </p:val>
                                        </p:tav>
                                      </p:tavLst>
                                    </p:anim>
                                    <p:anim to="" calcmode="lin" valueType="num">
                                      <p:cBhvr>
                                        <p:cTn id="219" dur="500" fill="hold">
                                          <p:stCondLst>
                                            <p:cond delay="0"/>
                                          </p:stCondLst>
                                        </p:cTn>
                                        <p:tgtEl>
                                          <p:spTgt spid="76"/>
                                        </p:tgtEl>
                                        <p:attrNameLst>
                                          <p:attrName>ppt_y</p:attrName>
                                        </p:attrNameLst>
                                      </p:cBhvr>
                                      <p:tavLst>
                                        <p:tav tm="0">
                                          <p:val>
                                            <p:strVal val="ppt_y"/>
                                          </p:val>
                                        </p:tav>
                                        <p:tav tm="100000">
                                          <p:val>
                                            <p:strVal val="#ppt_y+0"/>
                                          </p:val>
                                        </p:tav>
                                      </p:tavLst>
                                    </p:anim>
                                    <p:anim to="" calcmode="lin" valueType="num">
                                      <p:cBhvr>
                                        <p:cTn id="220" dur="500" fill="hold">
                                          <p:stCondLst>
                                            <p:cond delay="0"/>
                                          </p:stCondLst>
                                        </p:cTn>
                                        <p:tgtEl>
                                          <p:spTgt spid="76"/>
                                        </p:tgtEl>
                                        <p:attrNameLst>
                                          <p:attrName>ppt_w</p:attrName>
                                        </p:attrNameLst>
                                      </p:cBhvr>
                                      <p:tavLst>
                                        <p:tav tm="0">
                                          <p:val>
                                            <p:strVal val="ppt_w"/>
                                          </p:val>
                                        </p:tav>
                                        <p:tav tm="100000">
                                          <p:val>
                                            <p:strVal val="#ppt_w"/>
                                          </p:val>
                                        </p:tav>
                                      </p:tavLst>
                                    </p:anim>
                                    <p:anim to="" calcmode="lin" valueType="num">
                                      <p:cBhvr>
                                        <p:cTn id="221" dur="500" fill="hold">
                                          <p:stCondLst>
                                            <p:cond delay="0"/>
                                          </p:stCondLst>
                                        </p:cTn>
                                        <p:tgtEl>
                                          <p:spTgt spid="76"/>
                                        </p:tgtEl>
                                        <p:attrNameLst>
                                          <p:attrName>ppt_h</p:attrName>
                                        </p:attrNameLst>
                                      </p:cBhvr>
                                      <p:tavLst>
                                        <p:tav tm="0">
                                          <p:val>
                                            <p:strVal val="ppt_h"/>
                                          </p:val>
                                        </p:tav>
                                        <p:tav tm="100000">
                                          <p:val>
                                            <p:strVal val="#ppt_h"/>
                                          </p:val>
                                        </p:tav>
                                      </p:tavLst>
                                    </p:anim>
                                  </p:childTnLst>
                                </p:cTn>
                              </p:par>
                              <p:par>
                                <p:cTn id="222" presetID="35" presetClass="path" presetSubtype="0" accel="50000" decel="50000" fill="hold" grpId="2" nodeType="withEffect">
                                  <p:stCondLst>
                                    <p:cond delay="0"/>
                                  </p:stCondLst>
                                  <p:childTnLst>
                                    <p:anim to="" calcmode="lin" valueType="num">
                                      <p:cBhvr>
                                        <p:cTn id="223" dur="500" fill="hold">
                                          <p:stCondLst>
                                            <p:cond delay="0"/>
                                          </p:stCondLst>
                                        </p:cTn>
                                        <p:tgtEl>
                                          <p:spTgt spid="44"/>
                                        </p:tgtEl>
                                        <p:attrNameLst>
                                          <p:attrName>ppt_x</p:attrName>
                                        </p:attrNameLst>
                                      </p:cBhvr>
                                      <p:tavLst>
                                        <p:tav tm="0">
                                          <p:val>
                                            <p:strVal val="ppt_x"/>
                                          </p:val>
                                        </p:tav>
                                        <p:tav tm="100000">
                                          <p:val>
                                            <p:strVal val="#ppt_x+0.11184022"/>
                                          </p:val>
                                        </p:tav>
                                      </p:tavLst>
                                    </p:anim>
                                    <p:anim to="" calcmode="lin" valueType="num">
                                      <p:cBhvr>
                                        <p:cTn id="224" dur="500" fill="hold">
                                          <p:stCondLst>
                                            <p:cond delay="0"/>
                                          </p:stCondLst>
                                        </p:cTn>
                                        <p:tgtEl>
                                          <p:spTgt spid="44"/>
                                        </p:tgtEl>
                                        <p:attrNameLst>
                                          <p:attrName>ppt_y</p:attrName>
                                        </p:attrNameLst>
                                      </p:cBhvr>
                                      <p:tavLst>
                                        <p:tav tm="0">
                                          <p:val>
                                            <p:strVal val="ppt_y"/>
                                          </p:val>
                                        </p:tav>
                                        <p:tav tm="100000">
                                          <p:val>
                                            <p:strVal val="#ppt_y+0"/>
                                          </p:val>
                                        </p:tav>
                                      </p:tavLst>
                                    </p:anim>
                                    <p:anim to="" calcmode="lin" valueType="num">
                                      <p:cBhvr>
                                        <p:cTn id="225" dur="500" fill="hold">
                                          <p:stCondLst>
                                            <p:cond delay="0"/>
                                          </p:stCondLst>
                                        </p:cTn>
                                        <p:tgtEl>
                                          <p:spTgt spid="44"/>
                                        </p:tgtEl>
                                        <p:attrNameLst>
                                          <p:attrName>ppt_w</p:attrName>
                                        </p:attrNameLst>
                                      </p:cBhvr>
                                      <p:tavLst>
                                        <p:tav tm="0">
                                          <p:val>
                                            <p:strVal val="ppt_w"/>
                                          </p:val>
                                        </p:tav>
                                        <p:tav tm="100000">
                                          <p:val>
                                            <p:strVal val="#ppt_w"/>
                                          </p:val>
                                        </p:tav>
                                      </p:tavLst>
                                    </p:anim>
                                    <p:anim to="" calcmode="lin" valueType="num">
                                      <p:cBhvr>
                                        <p:cTn id="226" dur="500" fill="hold">
                                          <p:stCondLst>
                                            <p:cond delay="0"/>
                                          </p:stCondLst>
                                        </p:cTn>
                                        <p:tgtEl>
                                          <p:spTgt spid="44"/>
                                        </p:tgtEl>
                                        <p:attrNameLst>
                                          <p:attrName>ppt_h</p:attrName>
                                        </p:attrNameLst>
                                      </p:cBhvr>
                                      <p:tavLst>
                                        <p:tav tm="0">
                                          <p:val>
                                            <p:strVal val="ppt_h"/>
                                          </p:val>
                                        </p:tav>
                                        <p:tav tm="100000">
                                          <p:val>
                                            <p:strVal val="#ppt_h"/>
                                          </p:val>
                                        </p:tav>
                                      </p:tavLst>
                                    </p:anim>
                                  </p:childTnLst>
                                </p:cTn>
                              </p:par>
                              <p:par>
                                <p:cTn id="227" presetID="35" presetClass="path" presetSubtype="0" accel="50000" decel="50000" fill="hold" grpId="2" nodeType="withEffect">
                                  <p:stCondLst>
                                    <p:cond delay="0"/>
                                  </p:stCondLst>
                                  <p:childTnLst>
                                    <p:anim to="" calcmode="lin" valueType="num">
                                      <p:cBhvr>
                                        <p:cTn id="228" dur="500" fill="hold">
                                          <p:stCondLst>
                                            <p:cond delay="0"/>
                                          </p:stCondLst>
                                        </p:cTn>
                                        <p:tgtEl>
                                          <p:spTgt spid="4"/>
                                        </p:tgtEl>
                                        <p:attrNameLst>
                                          <p:attrName>ppt_x</p:attrName>
                                        </p:attrNameLst>
                                      </p:cBhvr>
                                      <p:tavLst>
                                        <p:tav tm="0">
                                          <p:val>
                                            <p:strVal val="ppt_x"/>
                                          </p:val>
                                        </p:tav>
                                        <p:tav tm="100000">
                                          <p:val>
                                            <p:strVal val="#ppt_x+0.11184022"/>
                                          </p:val>
                                        </p:tav>
                                      </p:tavLst>
                                    </p:anim>
                                    <p:anim to="" calcmode="lin" valueType="num">
                                      <p:cBhvr>
                                        <p:cTn id="229"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230"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231"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232" presetID="35" presetClass="path" presetSubtype="0" accel="50000" decel="50000" fill="hold" grpId="2" nodeType="withEffect">
                                  <p:stCondLst>
                                    <p:cond delay="0"/>
                                  </p:stCondLst>
                                  <p:childTnLst>
                                    <p:anim to="" calcmode="lin" valueType="num">
                                      <p:cBhvr>
                                        <p:cTn id="233" dur="500" fill="hold">
                                          <p:stCondLst>
                                            <p:cond delay="0"/>
                                          </p:stCondLst>
                                        </p:cTn>
                                        <p:tgtEl>
                                          <p:spTgt spid="5"/>
                                        </p:tgtEl>
                                        <p:attrNameLst>
                                          <p:attrName>ppt_x</p:attrName>
                                        </p:attrNameLst>
                                      </p:cBhvr>
                                      <p:tavLst>
                                        <p:tav tm="0">
                                          <p:val>
                                            <p:strVal val="ppt_x"/>
                                          </p:val>
                                        </p:tav>
                                        <p:tav tm="100000">
                                          <p:val>
                                            <p:strVal val="#ppt_x+0.11184022"/>
                                          </p:val>
                                        </p:tav>
                                      </p:tavLst>
                                    </p:anim>
                                    <p:anim to="" calcmode="lin" valueType="num">
                                      <p:cBhvr>
                                        <p:cTn id="234"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235"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236"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237" presetID="35" presetClass="path" presetSubtype="0" accel="50000" decel="50000" fill="hold" grpId="2" nodeType="withEffect">
                                  <p:stCondLst>
                                    <p:cond delay="0"/>
                                  </p:stCondLst>
                                  <p:childTnLst>
                                    <p:anim to="" calcmode="lin" valueType="num">
                                      <p:cBhvr>
                                        <p:cTn id="238" dur="500" fill="hold">
                                          <p:stCondLst>
                                            <p:cond delay="0"/>
                                          </p:stCondLst>
                                        </p:cTn>
                                        <p:tgtEl>
                                          <p:spTgt spid="6"/>
                                        </p:tgtEl>
                                        <p:attrNameLst>
                                          <p:attrName>ppt_x</p:attrName>
                                        </p:attrNameLst>
                                      </p:cBhvr>
                                      <p:tavLst>
                                        <p:tav tm="0">
                                          <p:val>
                                            <p:strVal val="ppt_x"/>
                                          </p:val>
                                        </p:tav>
                                        <p:tav tm="100000">
                                          <p:val>
                                            <p:strVal val="#ppt_x+0.11184022"/>
                                          </p:val>
                                        </p:tav>
                                      </p:tavLst>
                                    </p:anim>
                                    <p:anim to="" calcmode="lin" valueType="num">
                                      <p:cBhvr>
                                        <p:cTn id="239"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240"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241"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242" presetID="35" presetClass="path" presetSubtype="0" accel="50000" decel="50000" fill="hold" grpId="2" nodeType="withEffect">
                                  <p:stCondLst>
                                    <p:cond delay="0"/>
                                  </p:stCondLst>
                                  <p:childTnLst>
                                    <p:anim to="" calcmode="lin" valueType="num">
                                      <p:cBhvr>
                                        <p:cTn id="243" dur="500" fill="hold">
                                          <p:stCondLst>
                                            <p:cond delay="0"/>
                                          </p:stCondLst>
                                        </p:cTn>
                                        <p:tgtEl>
                                          <p:spTgt spid="7"/>
                                        </p:tgtEl>
                                        <p:attrNameLst>
                                          <p:attrName>ppt_x</p:attrName>
                                        </p:attrNameLst>
                                      </p:cBhvr>
                                      <p:tavLst>
                                        <p:tav tm="0">
                                          <p:val>
                                            <p:strVal val="ppt_x"/>
                                          </p:val>
                                        </p:tav>
                                        <p:tav tm="100000">
                                          <p:val>
                                            <p:strVal val="#ppt_x+0.11184022"/>
                                          </p:val>
                                        </p:tav>
                                      </p:tavLst>
                                    </p:anim>
                                    <p:anim to="" calcmode="lin" valueType="num">
                                      <p:cBhvr>
                                        <p:cTn id="244" dur="500" fill="hold">
                                          <p:stCondLst>
                                            <p:cond delay="0"/>
                                          </p:stCondLst>
                                        </p:cTn>
                                        <p:tgtEl>
                                          <p:spTgt spid="7"/>
                                        </p:tgtEl>
                                        <p:attrNameLst>
                                          <p:attrName>ppt_y</p:attrName>
                                        </p:attrNameLst>
                                      </p:cBhvr>
                                      <p:tavLst>
                                        <p:tav tm="0">
                                          <p:val>
                                            <p:strVal val="ppt_y"/>
                                          </p:val>
                                        </p:tav>
                                        <p:tav tm="100000">
                                          <p:val>
                                            <p:strVal val="#ppt_y+0"/>
                                          </p:val>
                                        </p:tav>
                                      </p:tavLst>
                                    </p:anim>
                                    <p:anim to="" calcmode="lin" valueType="num">
                                      <p:cBhvr>
                                        <p:cTn id="245"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246"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247" presetID="35" presetClass="path" presetSubtype="0" accel="50000" decel="50000" fill="hold" nodeType="withEffect">
                                  <p:stCondLst>
                                    <p:cond delay="0"/>
                                  </p:stCondLst>
                                  <p:childTnLst>
                                    <p:anim to="" calcmode="lin" valueType="num">
                                      <p:cBhvr>
                                        <p:cTn id="248" dur="500" fill="hold">
                                          <p:stCondLst>
                                            <p:cond delay="0"/>
                                          </p:stCondLst>
                                        </p:cTn>
                                        <p:tgtEl>
                                          <p:spTgt spid="27"/>
                                        </p:tgtEl>
                                        <p:attrNameLst>
                                          <p:attrName>ppt_x</p:attrName>
                                        </p:attrNameLst>
                                      </p:cBhvr>
                                      <p:tavLst>
                                        <p:tav tm="0">
                                          <p:val>
                                            <p:strVal val="ppt_x"/>
                                          </p:val>
                                        </p:tav>
                                        <p:tav tm="100000">
                                          <p:val>
                                            <p:strVal val="#ppt_x+0.11184022"/>
                                          </p:val>
                                        </p:tav>
                                      </p:tavLst>
                                    </p:anim>
                                    <p:anim to="" calcmode="lin" valueType="num">
                                      <p:cBhvr>
                                        <p:cTn id="249" dur="500" fill="hold">
                                          <p:stCondLst>
                                            <p:cond delay="0"/>
                                          </p:stCondLst>
                                        </p:cTn>
                                        <p:tgtEl>
                                          <p:spTgt spid="27"/>
                                        </p:tgtEl>
                                        <p:attrNameLst>
                                          <p:attrName>ppt_y</p:attrName>
                                        </p:attrNameLst>
                                      </p:cBhvr>
                                      <p:tavLst>
                                        <p:tav tm="0">
                                          <p:val>
                                            <p:strVal val="ppt_y"/>
                                          </p:val>
                                        </p:tav>
                                        <p:tav tm="100000">
                                          <p:val>
                                            <p:strVal val="#ppt_y+0"/>
                                          </p:val>
                                        </p:tav>
                                      </p:tavLst>
                                    </p:anim>
                                    <p:anim to="" calcmode="lin" valueType="num">
                                      <p:cBhvr>
                                        <p:cTn id="250" dur="500" fill="hold">
                                          <p:stCondLst>
                                            <p:cond delay="0"/>
                                          </p:stCondLst>
                                        </p:cTn>
                                        <p:tgtEl>
                                          <p:spTgt spid="27"/>
                                        </p:tgtEl>
                                        <p:attrNameLst>
                                          <p:attrName>ppt_w</p:attrName>
                                        </p:attrNameLst>
                                      </p:cBhvr>
                                      <p:tavLst>
                                        <p:tav tm="0">
                                          <p:val>
                                            <p:strVal val="ppt_w"/>
                                          </p:val>
                                        </p:tav>
                                        <p:tav tm="100000">
                                          <p:val>
                                            <p:strVal val="#ppt_w"/>
                                          </p:val>
                                        </p:tav>
                                      </p:tavLst>
                                    </p:anim>
                                    <p:anim to="" calcmode="lin" valueType="num">
                                      <p:cBhvr>
                                        <p:cTn id="251" dur="500" fill="hold">
                                          <p:stCondLst>
                                            <p:cond delay="0"/>
                                          </p:stCondLst>
                                        </p:cTn>
                                        <p:tgtEl>
                                          <p:spTgt spid="27"/>
                                        </p:tgtEl>
                                        <p:attrNameLst>
                                          <p:attrName>ppt_h</p:attrName>
                                        </p:attrNameLst>
                                      </p:cBhvr>
                                      <p:tavLst>
                                        <p:tav tm="0">
                                          <p:val>
                                            <p:strVal val="ppt_h"/>
                                          </p:val>
                                        </p:tav>
                                        <p:tav tm="100000">
                                          <p:val>
                                            <p:strVal val="#ppt_h"/>
                                          </p:val>
                                        </p:tav>
                                      </p:tavLst>
                                    </p:anim>
                                  </p:childTnLst>
                                </p:cTn>
                              </p:par>
                              <p:par>
                                <p:cTn id="252" presetID="35" presetClass="path" presetSubtype="0" accel="50000" decel="50000" fill="hold" grpId="1" nodeType="withEffect">
                                  <p:stCondLst>
                                    <p:cond delay="0"/>
                                  </p:stCondLst>
                                  <p:childTnLst>
                                    <p:anim to="" calcmode="lin" valueType="num">
                                      <p:cBhvr>
                                        <p:cTn id="253" dur="500" fill="hold">
                                          <p:stCondLst>
                                            <p:cond delay="0"/>
                                          </p:stCondLst>
                                        </p:cTn>
                                        <p:tgtEl>
                                          <p:spTgt spid="22"/>
                                        </p:tgtEl>
                                        <p:attrNameLst>
                                          <p:attrName>ppt_x</p:attrName>
                                        </p:attrNameLst>
                                      </p:cBhvr>
                                      <p:tavLst>
                                        <p:tav tm="0">
                                          <p:val>
                                            <p:strVal val="ppt_x"/>
                                          </p:val>
                                        </p:tav>
                                        <p:tav tm="100000">
                                          <p:val>
                                            <p:strVal val="#ppt_x+0.11184022"/>
                                          </p:val>
                                        </p:tav>
                                      </p:tavLst>
                                    </p:anim>
                                    <p:anim to="" calcmode="lin" valueType="num">
                                      <p:cBhvr>
                                        <p:cTn id="254" dur="500" fill="hold">
                                          <p:stCondLst>
                                            <p:cond delay="0"/>
                                          </p:stCondLst>
                                        </p:cTn>
                                        <p:tgtEl>
                                          <p:spTgt spid="22"/>
                                        </p:tgtEl>
                                        <p:attrNameLst>
                                          <p:attrName>ppt_y</p:attrName>
                                        </p:attrNameLst>
                                      </p:cBhvr>
                                      <p:tavLst>
                                        <p:tav tm="0">
                                          <p:val>
                                            <p:strVal val="ppt_y"/>
                                          </p:val>
                                        </p:tav>
                                        <p:tav tm="100000">
                                          <p:val>
                                            <p:strVal val="#ppt_y+0"/>
                                          </p:val>
                                        </p:tav>
                                      </p:tavLst>
                                    </p:anim>
                                    <p:anim to="" calcmode="lin" valueType="num">
                                      <p:cBhvr>
                                        <p:cTn id="255" dur="500" fill="hold">
                                          <p:stCondLst>
                                            <p:cond delay="0"/>
                                          </p:stCondLst>
                                        </p:cTn>
                                        <p:tgtEl>
                                          <p:spTgt spid="22"/>
                                        </p:tgtEl>
                                        <p:attrNameLst>
                                          <p:attrName>ppt_w</p:attrName>
                                        </p:attrNameLst>
                                      </p:cBhvr>
                                      <p:tavLst>
                                        <p:tav tm="0">
                                          <p:val>
                                            <p:strVal val="ppt_w"/>
                                          </p:val>
                                        </p:tav>
                                        <p:tav tm="100000">
                                          <p:val>
                                            <p:strVal val="#ppt_w"/>
                                          </p:val>
                                        </p:tav>
                                      </p:tavLst>
                                    </p:anim>
                                    <p:anim to="" calcmode="lin" valueType="num">
                                      <p:cBhvr>
                                        <p:cTn id="256" dur="500" fill="hold">
                                          <p:stCondLst>
                                            <p:cond delay="0"/>
                                          </p:stCondLst>
                                        </p:cTn>
                                        <p:tgtEl>
                                          <p:spTgt spid="22"/>
                                        </p:tgtEl>
                                        <p:attrNameLst>
                                          <p:attrName>ppt_h</p:attrName>
                                        </p:attrNameLst>
                                      </p:cBhvr>
                                      <p:tavLst>
                                        <p:tav tm="0">
                                          <p:val>
                                            <p:strVal val="ppt_h"/>
                                          </p:val>
                                        </p:tav>
                                        <p:tav tm="100000">
                                          <p:val>
                                            <p:strVal val="#ppt_h"/>
                                          </p:val>
                                        </p:tav>
                                      </p:tavLst>
                                    </p:anim>
                                  </p:childTnLst>
                                </p:cTn>
                              </p:par>
                              <p:par>
                                <p:cTn id="257" presetID="35" presetClass="path" presetSubtype="0" accel="50000" decel="50000" fill="hold" grpId="1" nodeType="withEffect">
                                  <p:stCondLst>
                                    <p:cond delay="0"/>
                                  </p:stCondLst>
                                  <p:childTnLst>
                                    <p:anim to="" calcmode="lin" valueType="num">
                                      <p:cBhvr>
                                        <p:cTn id="258" dur="500" fill="hold">
                                          <p:stCondLst>
                                            <p:cond delay="0"/>
                                          </p:stCondLst>
                                        </p:cTn>
                                        <p:tgtEl>
                                          <p:spTgt spid="45"/>
                                        </p:tgtEl>
                                        <p:attrNameLst>
                                          <p:attrName>ppt_x</p:attrName>
                                        </p:attrNameLst>
                                      </p:cBhvr>
                                      <p:tavLst>
                                        <p:tav tm="0">
                                          <p:val>
                                            <p:strVal val="ppt_x"/>
                                          </p:val>
                                        </p:tav>
                                        <p:tav tm="100000">
                                          <p:val>
                                            <p:strVal val="#ppt_x+0.11184022"/>
                                          </p:val>
                                        </p:tav>
                                      </p:tavLst>
                                    </p:anim>
                                    <p:anim to="" calcmode="lin" valueType="num">
                                      <p:cBhvr>
                                        <p:cTn id="259" dur="500" fill="hold">
                                          <p:stCondLst>
                                            <p:cond delay="0"/>
                                          </p:stCondLst>
                                        </p:cTn>
                                        <p:tgtEl>
                                          <p:spTgt spid="45"/>
                                        </p:tgtEl>
                                        <p:attrNameLst>
                                          <p:attrName>ppt_y</p:attrName>
                                        </p:attrNameLst>
                                      </p:cBhvr>
                                      <p:tavLst>
                                        <p:tav tm="0">
                                          <p:val>
                                            <p:strVal val="ppt_y"/>
                                          </p:val>
                                        </p:tav>
                                        <p:tav tm="100000">
                                          <p:val>
                                            <p:strVal val="#ppt_y+0"/>
                                          </p:val>
                                        </p:tav>
                                      </p:tavLst>
                                    </p:anim>
                                    <p:anim to="" calcmode="lin" valueType="num">
                                      <p:cBhvr>
                                        <p:cTn id="260" dur="500" fill="hold">
                                          <p:stCondLst>
                                            <p:cond delay="0"/>
                                          </p:stCondLst>
                                        </p:cTn>
                                        <p:tgtEl>
                                          <p:spTgt spid="45"/>
                                        </p:tgtEl>
                                        <p:attrNameLst>
                                          <p:attrName>ppt_w</p:attrName>
                                        </p:attrNameLst>
                                      </p:cBhvr>
                                      <p:tavLst>
                                        <p:tav tm="0">
                                          <p:val>
                                            <p:strVal val="ppt_w"/>
                                          </p:val>
                                        </p:tav>
                                        <p:tav tm="100000">
                                          <p:val>
                                            <p:strVal val="#ppt_w"/>
                                          </p:val>
                                        </p:tav>
                                      </p:tavLst>
                                    </p:anim>
                                    <p:anim to="" calcmode="lin" valueType="num">
                                      <p:cBhvr>
                                        <p:cTn id="261" dur="500" fill="hold">
                                          <p:stCondLst>
                                            <p:cond delay="0"/>
                                          </p:stCondLst>
                                        </p:cTn>
                                        <p:tgtEl>
                                          <p:spTgt spid="45"/>
                                        </p:tgtEl>
                                        <p:attrNameLst>
                                          <p:attrName>ppt_h</p:attrName>
                                        </p:attrNameLst>
                                      </p:cBhvr>
                                      <p:tavLst>
                                        <p:tav tm="0">
                                          <p:val>
                                            <p:strVal val="ppt_h"/>
                                          </p:val>
                                        </p:tav>
                                        <p:tav tm="100000">
                                          <p:val>
                                            <p:strVal val="#ppt_h"/>
                                          </p:val>
                                        </p:tav>
                                      </p:tavLst>
                                    </p:anim>
                                  </p:childTnLst>
                                </p:cTn>
                              </p:par>
                              <p:par>
                                <p:cTn id="262" presetID="35" presetClass="path" presetSubtype="0" accel="50000" decel="50000" fill="hold" grpId="1" nodeType="withEffect">
                                  <p:stCondLst>
                                    <p:cond delay="0"/>
                                  </p:stCondLst>
                                  <p:childTnLst>
                                    <p:anim to="" calcmode="lin" valueType="num">
                                      <p:cBhvr>
                                        <p:cTn id="263" dur="500" fill="hold">
                                          <p:stCondLst>
                                            <p:cond delay="0"/>
                                          </p:stCondLst>
                                        </p:cTn>
                                        <p:tgtEl>
                                          <p:spTgt spid="9"/>
                                        </p:tgtEl>
                                        <p:attrNameLst>
                                          <p:attrName>ppt_x</p:attrName>
                                        </p:attrNameLst>
                                      </p:cBhvr>
                                      <p:tavLst>
                                        <p:tav tm="0">
                                          <p:val>
                                            <p:strVal val="ppt_x"/>
                                          </p:val>
                                        </p:tav>
                                        <p:tav tm="100000">
                                          <p:val>
                                            <p:strVal val="#ppt_x+0.11184022"/>
                                          </p:val>
                                        </p:tav>
                                      </p:tavLst>
                                    </p:anim>
                                    <p:anim to="" calcmode="lin" valueType="num">
                                      <p:cBhvr>
                                        <p:cTn id="264"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265"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266"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267" presetID="35" presetClass="path" presetSubtype="0" accel="50000" decel="50000" fill="hold" grpId="1" nodeType="withEffect">
                                  <p:stCondLst>
                                    <p:cond delay="0"/>
                                  </p:stCondLst>
                                  <p:childTnLst>
                                    <p:anim to="" calcmode="lin" valueType="num">
                                      <p:cBhvr>
                                        <p:cTn id="268" dur="500" fill="hold">
                                          <p:stCondLst>
                                            <p:cond delay="0"/>
                                          </p:stCondLst>
                                        </p:cTn>
                                        <p:tgtEl>
                                          <p:spTgt spid="10"/>
                                        </p:tgtEl>
                                        <p:attrNameLst>
                                          <p:attrName>ppt_x</p:attrName>
                                        </p:attrNameLst>
                                      </p:cBhvr>
                                      <p:tavLst>
                                        <p:tav tm="0">
                                          <p:val>
                                            <p:strVal val="ppt_x"/>
                                          </p:val>
                                        </p:tav>
                                        <p:tav tm="100000">
                                          <p:val>
                                            <p:strVal val="#ppt_x+0.11184022"/>
                                          </p:val>
                                        </p:tav>
                                      </p:tavLst>
                                    </p:anim>
                                    <p:anim to="" calcmode="lin" valueType="num">
                                      <p:cBhvr>
                                        <p:cTn id="269"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270"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271"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272" presetID="35" presetClass="path" presetSubtype="0" accel="50000" decel="50000" fill="hold" grpId="1" nodeType="withEffect">
                                  <p:stCondLst>
                                    <p:cond delay="0"/>
                                  </p:stCondLst>
                                  <p:childTnLst>
                                    <p:anim to="" calcmode="lin" valueType="num">
                                      <p:cBhvr>
                                        <p:cTn id="273" dur="500" fill="hold">
                                          <p:stCondLst>
                                            <p:cond delay="0"/>
                                          </p:stCondLst>
                                        </p:cTn>
                                        <p:tgtEl>
                                          <p:spTgt spid="15"/>
                                        </p:tgtEl>
                                        <p:attrNameLst>
                                          <p:attrName>ppt_x</p:attrName>
                                        </p:attrNameLst>
                                      </p:cBhvr>
                                      <p:tavLst>
                                        <p:tav tm="0">
                                          <p:val>
                                            <p:strVal val="ppt_x"/>
                                          </p:val>
                                        </p:tav>
                                        <p:tav tm="100000">
                                          <p:val>
                                            <p:strVal val="#ppt_x+0.11184022"/>
                                          </p:val>
                                        </p:tav>
                                      </p:tavLst>
                                    </p:anim>
                                    <p:anim to="" calcmode="lin" valueType="num">
                                      <p:cBhvr>
                                        <p:cTn id="274" dur="500" fill="hold">
                                          <p:stCondLst>
                                            <p:cond delay="0"/>
                                          </p:stCondLst>
                                        </p:cTn>
                                        <p:tgtEl>
                                          <p:spTgt spid="15"/>
                                        </p:tgtEl>
                                        <p:attrNameLst>
                                          <p:attrName>ppt_y</p:attrName>
                                        </p:attrNameLst>
                                      </p:cBhvr>
                                      <p:tavLst>
                                        <p:tav tm="0">
                                          <p:val>
                                            <p:strVal val="ppt_y"/>
                                          </p:val>
                                        </p:tav>
                                        <p:tav tm="100000">
                                          <p:val>
                                            <p:strVal val="#ppt_y+0"/>
                                          </p:val>
                                        </p:tav>
                                      </p:tavLst>
                                    </p:anim>
                                    <p:anim to="" calcmode="lin" valueType="num">
                                      <p:cBhvr>
                                        <p:cTn id="275"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276"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277" presetID="35" presetClass="path" presetSubtype="0" accel="50000" decel="50000" fill="hold" grpId="1" nodeType="withEffect">
                                  <p:stCondLst>
                                    <p:cond delay="0"/>
                                  </p:stCondLst>
                                  <p:childTnLst>
                                    <p:anim to="" calcmode="lin" valueType="num">
                                      <p:cBhvr>
                                        <p:cTn id="278" dur="500" fill="hold">
                                          <p:stCondLst>
                                            <p:cond delay="0"/>
                                          </p:stCondLst>
                                        </p:cTn>
                                        <p:tgtEl>
                                          <p:spTgt spid="25"/>
                                        </p:tgtEl>
                                        <p:attrNameLst>
                                          <p:attrName>ppt_x</p:attrName>
                                        </p:attrNameLst>
                                      </p:cBhvr>
                                      <p:tavLst>
                                        <p:tav tm="0">
                                          <p:val>
                                            <p:strVal val="ppt_x"/>
                                          </p:val>
                                        </p:tav>
                                        <p:tav tm="100000">
                                          <p:val>
                                            <p:strVal val="#ppt_x+0.11184022"/>
                                          </p:val>
                                        </p:tav>
                                      </p:tavLst>
                                    </p:anim>
                                    <p:anim to="" calcmode="lin" valueType="num">
                                      <p:cBhvr>
                                        <p:cTn id="279" dur="500" fill="hold">
                                          <p:stCondLst>
                                            <p:cond delay="0"/>
                                          </p:stCondLst>
                                        </p:cTn>
                                        <p:tgtEl>
                                          <p:spTgt spid="25"/>
                                        </p:tgtEl>
                                        <p:attrNameLst>
                                          <p:attrName>ppt_y</p:attrName>
                                        </p:attrNameLst>
                                      </p:cBhvr>
                                      <p:tavLst>
                                        <p:tav tm="0">
                                          <p:val>
                                            <p:strVal val="ppt_y"/>
                                          </p:val>
                                        </p:tav>
                                        <p:tav tm="100000">
                                          <p:val>
                                            <p:strVal val="#ppt_y+0"/>
                                          </p:val>
                                        </p:tav>
                                      </p:tavLst>
                                    </p:anim>
                                    <p:anim to="" calcmode="lin" valueType="num">
                                      <p:cBhvr>
                                        <p:cTn id="280" dur="500" fill="hold">
                                          <p:stCondLst>
                                            <p:cond delay="0"/>
                                          </p:stCondLst>
                                        </p:cTn>
                                        <p:tgtEl>
                                          <p:spTgt spid="25"/>
                                        </p:tgtEl>
                                        <p:attrNameLst>
                                          <p:attrName>ppt_w</p:attrName>
                                        </p:attrNameLst>
                                      </p:cBhvr>
                                      <p:tavLst>
                                        <p:tav tm="0">
                                          <p:val>
                                            <p:strVal val="ppt_w"/>
                                          </p:val>
                                        </p:tav>
                                        <p:tav tm="100000">
                                          <p:val>
                                            <p:strVal val="#ppt_w"/>
                                          </p:val>
                                        </p:tav>
                                      </p:tavLst>
                                    </p:anim>
                                    <p:anim to="" calcmode="lin" valueType="num">
                                      <p:cBhvr>
                                        <p:cTn id="281" dur="500" fill="hold">
                                          <p:stCondLst>
                                            <p:cond delay="0"/>
                                          </p:stCondLst>
                                        </p:cTn>
                                        <p:tgtEl>
                                          <p:spTgt spid="25"/>
                                        </p:tgtEl>
                                        <p:attrNameLst>
                                          <p:attrName>ppt_h</p:attrName>
                                        </p:attrNameLst>
                                      </p:cBhvr>
                                      <p:tavLst>
                                        <p:tav tm="0">
                                          <p:val>
                                            <p:strVal val="ppt_h"/>
                                          </p:val>
                                        </p:tav>
                                        <p:tav tm="100000">
                                          <p:val>
                                            <p:strVal val="#ppt_h"/>
                                          </p:val>
                                        </p:tav>
                                      </p:tavLst>
                                    </p:anim>
                                  </p:childTnLst>
                                </p:cTn>
                              </p:par>
                              <p:par>
                                <p:cTn id="282" presetID="35" presetClass="path" presetSubtype="0" accel="50000" decel="50000" fill="hold" nodeType="withEffect">
                                  <p:stCondLst>
                                    <p:cond delay="0"/>
                                  </p:stCondLst>
                                  <p:childTnLst>
                                    <p:anim to="" calcmode="lin" valueType="num">
                                      <p:cBhvr>
                                        <p:cTn id="283" dur="500" fill="hold">
                                          <p:stCondLst>
                                            <p:cond delay="0"/>
                                          </p:stCondLst>
                                        </p:cTn>
                                        <p:tgtEl>
                                          <p:spTgt spid="40"/>
                                        </p:tgtEl>
                                        <p:attrNameLst>
                                          <p:attrName>ppt_x</p:attrName>
                                        </p:attrNameLst>
                                      </p:cBhvr>
                                      <p:tavLst>
                                        <p:tav tm="0">
                                          <p:val>
                                            <p:strVal val="ppt_x"/>
                                          </p:val>
                                        </p:tav>
                                        <p:tav tm="100000">
                                          <p:val>
                                            <p:strVal val="#ppt_x+0.11184022"/>
                                          </p:val>
                                        </p:tav>
                                      </p:tavLst>
                                    </p:anim>
                                    <p:anim to="" calcmode="lin" valueType="num">
                                      <p:cBhvr>
                                        <p:cTn id="284" dur="500" fill="hold">
                                          <p:stCondLst>
                                            <p:cond delay="0"/>
                                          </p:stCondLst>
                                        </p:cTn>
                                        <p:tgtEl>
                                          <p:spTgt spid="40"/>
                                        </p:tgtEl>
                                        <p:attrNameLst>
                                          <p:attrName>ppt_y</p:attrName>
                                        </p:attrNameLst>
                                      </p:cBhvr>
                                      <p:tavLst>
                                        <p:tav tm="0">
                                          <p:val>
                                            <p:strVal val="ppt_y"/>
                                          </p:val>
                                        </p:tav>
                                        <p:tav tm="100000">
                                          <p:val>
                                            <p:strVal val="#ppt_y+0"/>
                                          </p:val>
                                        </p:tav>
                                      </p:tavLst>
                                    </p:anim>
                                    <p:anim to="" calcmode="lin" valueType="num">
                                      <p:cBhvr>
                                        <p:cTn id="285" dur="500" fill="hold">
                                          <p:stCondLst>
                                            <p:cond delay="0"/>
                                          </p:stCondLst>
                                        </p:cTn>
                                        <p:tgtEl>
                                          <p:spTgt spid="40"/>
                                        </p:tgtEl>
                                        <p:attrNameLst>
                                          <p:attrName>ppt_w</p:attrName>
                                        </p:attrNameLst>
                                      </p:cBhvr>
                                      <p:tavLst>
                                        <p:tav tm="0">
                                          <p:val>
                                            <p:strVal val="ppt_w"/>
                                          </p:val>
                                        </p:tav>
                                        <p:tav tm="100000">
                                          <p:val>
                                            <p:strVal val="#ppt_w"/>
                                          </p:val>
                                        </p:tav>
                                      </p:tavLst>
                                    </p:anim>
                                    <p:anim to="" calcmode="lin" valueType="num">
                                      <p:cBhvr>
                                        <p:cTn id="286" dur="500" fill="hold">
                                          <p:stCondLst>
                                            <p:cond delay="0"/>
                                          </p:stCondLst>
                                        </p:cTn>
                                        <p:tgtEl>
                                          <p:spTgt spid="40"/>
                                        </p:tgtEl>
                                        <p:attrNameLst>
                                          <p:attrName>ppt_h</p:attrName>
                                        </p:attrNameLst>
                                      </p:cBhvr>
                                      <p:tavLst>
                                        <p:tav tm="0">
                                          <p:val>
                                            <p:strVal val="ppt_h"/>
                                          </p:val>
                                        </p:tav>
                                        <p:tav tm="100000">
                                          <p:val>
                                            <p:strVal val="#ppt_h"/>
                                          </p:val>
                                        </p:tav>
                                      </p:tavLst>
                                    </p:anim>
                                  </p:childTnLst>
                                </p:cTn>
                              </p:par>
                              <p:par>
                                <p:cTn id="287" presetID="35" presetClass="path" presetSubtype="0" accel="50000" decel="50000" fill="hold" nodeType="withEffect">
                                  <p:stCondLst>
                                    <p:cond delay="0"/>
                                  </p:stCondLst>
                                  <p:childTnLst>
                                    <p:anim to="" calcmode="lin" valueType="num">
                                      <p:cBhvr>
                                        <p:cTn id="288" dur="500" fill="hold">
                                          <p:stCondLst>
                                            <p:cond delay="0"/>
                                          </p:stCondLst>
                                        </p:cTn>
                                        <p:tgtEl>
                                          <p:spTgt spid="33"/>
                                        </p:tgtEl>
                                        <p:attrNameLst>
                                          <p:attrName>ppt_x</p:attrName>
                                        </p:attrNameLst>
                                      </p:cBhvr>
                                      <p:tavLst>
                                        <p:tav tm="0">
                                          <p:val>
                                            <p:strVal val="ppt_x"/>
                                          </p:val>
                                        </p:tav>
                                        <p:tav tm="100000">
                                          <p:val>
                                            <p:strVal val="#ppt_x+0.11184022"/>
                                          </p:val>
                                        </p:tav>
                                      </p:tavLst>
                                    </p:anim>
                                    <p:anim to="" calcmode="lin" valueType="num">
                                      <p:cBhvr>
                                        <p:cTn id="289" dur="500" fill="hold">
                                          <p:stCondLst>
                                            <p:cond delay="0"/>
                                          </p:stCondLst>
                                        </p:cTn>
                                        <p:tgtEl>
                                          <p:spTgt spid="33"/>
                                        </p:tgtEl>
                                        <p:attrNameLst>
                                          <p:attrName>ppt_y</p:attrName>
                                        </p:attrNameLst>
                                      </p:cBhvr>
                                      <p:tavLst>
                                        <p:tav tm="0">
                                          <p:val>
                                            <p:strVal val="ppt_y"/>
                                          </p:val>
                                        </p:tav>
                                        <p:tav tm="100000">
                                          <p:val>
                                            <p:strVal val="#ppt_y+0"/>
                                          </p:val>
                                        </p:tav>
                                      </p:tavLst>
                                    </p:anim>
                                    <p:anim to="" calcmode="lin" valueType="num">
                                      <p:cBhvr>
                                        <p:cTn id="290" dur="500" fill="hold">
                                          <p:stCondLst>
                                            <p:cond delay="0"/>
                                          </p:stCondLst>
                                        </p:cTn>
                                        <p:tgtEl>
                                          <p:spTgt spid="33"/>
                                        </p:tgtEl>
                                        <p:attrNameLst>
                                          <p:attrName>ppt_w</p:attrName>
                                        </p:attrNameLst>
                                      </p:cBhvr>
                                      <p:tavLst>
                                        <p:tav tm="0">
                                          <p:val>
                                            <p:strVal val="ppt_w"/>
                                          </p:val>
                                        </p:tav>
                                        <p:tav tm="100000">
                                          <p:val>
                                            <p:strVal val="#ppt_w"/>
                                          </p:val>
                                        </p:tav>
                                      </p:tavLst>
                                    </p:anim>
                                    <p:anim to="" calcmode="lin" valueType="num">
                                      <p:cBhvr>
                                        <p:cTn id="291" dur="500" fill="hold">
                                          <p:stCondLst>
                                            <p:cond delay="0"/>
                                          </p:stCondLst>
                                        </p:cTn>
                                        <p:tgtEl>
                                          <p:spTgt spid="33"/>
                                        </p:tgtEl>
                                        <p:attrNameLst>
                                          <p:attrName>ppt_h</p:attrName>
                                        </p:attrNameLst>
                                      </p:cBhvr>
                                      <p:tavLst>
                                        <p:tav tm="0">
                                          <p:val>
                                            <p:strVal val="ppt_h"/>
                                          </p:val>
                                        </p:tav>
                                        <p:tav tm="100000">
                                          <p:val>
                                            <p:strVal val="#ppt_h"/>
                                          </p:val>
                                        </p:tav>
                                      </p:tavLst>
                                    </p:anim>
                                  </p:childTnLst>
                                </p:cTn>
                              </p:par>
                            </p:childTnLst>
                          </p:cTn>
                        </p:par>
                      </p:childTnLst>
                    </p:cTn>
                  </p:par>
                  <p:par>
                    <p:cTn id="292" fill="hold">
                      <p:stCondLst>
                        <p:cond delay="indefinite"/>
                      </p:stCondLst>
                      <p:childTnLst>
                        <p:par>
                          <p:cTn id="293" fill="hold">
                            <p:stCondLst>
                              <p:cond delay="0"/>
                            </p:stCondLst>
                            <p:childTnLst>
                              <p:par>
                                <p:cTn id="294" presetID="42" presetClass="entr" presetSubtype="0" fill="hold" grpId="0" nodeType="clickEffect">
                                  <p:stCondLst>
                                    <p:cond delay="0"/>
                                  </p:stCondLst>
                                  <p:childTnLst>
                                    <p:set>
                                      <p:cBhvr>
                                        <p:cTn id="295" dur="1" fill="hold">
                                          <p:stCondLst>
                                            <p:cond delay="0"/>
                                          </p:stCondLst>
                                        </p:cTn>
                                        <p:tgtEl>
                                          <p:spTgt spid="24"/>
                                        </p:tgtEl>
                                        <p:attrNameLst>
                                          <p:attrName>style.visibility</p:attrName>
                                        </p:attrNameLst>
                                      </p:cBhvr>
                                      <p:to>
                                        <p:strVal val="visible"/>
                                      </p:to>
                                    </p:set>
                                    <p:animEffect transition="in" filter="fade">
                                      <p:cBhvr>
                                        <p:cTn id="296" dur="500"/>
                                        <p:tgtEl>
                                          <p:spTgt spid="24"/>
                                        </p:tgtEl>
                                      </p:cBhvr>
                                    </p:animEffect>
                                    <p:anim calcmode="lin" valueType="num">
                                      <p:cBhvr>
                                        <p:cTn id="297" dur="500" fill="hold"/>
                                        <p:tgtEl>
                                          <p:spTgt spid="24"/>
                                        </p:tgtEl>
                                        <p:attrNameLst>
                                          <p:attrName>ppt_x</p:attrName>
                                        </p:attrNameLst>
                                      </p:cBhvr>
                                      <p:tavLst>
                                        <p:tav tm="0">
                                          <p:val>
                                            <p:strVal val="#ppt_x"/>
                                          </p:val>
                                        </p:tav>
                                        <p:tav tm="100000">
                                          <p:val>
                                            <p:strVal val="#ppt_x"/>
                                          </p:val>
                                        </p:tav>
                                      </p:tavLst>
                                    </p:anim>
                                    <p:anim calcmode="lin" valueType="num">
                                      <p:cBhvr>
                                        <p:cTn id="298" dur="500" fill="hold"/>
                                        <p:tgtEl>
                                          <p:spTgt spid="24"/>
                                        </p:tgtEl>
                                        <p:attrNameLst>
                                          <p:attrName>ppt_y</p:attrName>
                                        </p:attrNameLst>
                                      </p:cBhvr>
                                      <p:tavLst>
                                        <p:tav tm="0">
                                          <p:val>
                                            <p:strVal val="#ppt_y+.1"/>
                                          </p:val>
                                        </p:tav>
                                        <p:tav tm="100000">
                                          <p:val>
                                            <p:strVal val="#ppt_y"/>
                                          </p:val>
                                        </p:tav>
                                      </p:tavLst>
                                    </p:anim>
                                  </p:childTnLst>
                                </p:cTn>
                              </p:par>
                              <p:par>
                                <p:cTn id="299" presetID="42" presetClass="entr" presetSubtype="0" fill="hold" grpId="0" nodeType="withEffect">
                                  <p:stCondLst>
                                    <p:cond delay="0"/>
                                  </p:stCondLst>
                                  <p:childTnLst>
                                    <p:set>
                                      <p:cBhvr>
                                        <p:cTn id="300" dur="1" fill="hold">
                                          <p:stCondLst>
                                            <p:cond delay="0"/>
                                          </p:stCondLst>
                                        </p:cTn>
                                        <p:tgtEl>
                                          <p:spTgt spid="49"/>
                                        </p:tgtEl>
                                        <p:attrNameLst>
                                          <p:attrName>style.visibility</p:attrName>
                                        </p:attrNameLst>
                                      </p:cBhvr>
                                      <p:to>
                                        <p:strVal val="visible"/>
                                      </p:to>
                                    </p:set>
                                    <p:animEffect transition="in" filter="fade">
                                      <p:cBhvr>
                                        <p:cTn id="301" dur="500"/>
                                        <p:tgtEl>
                                          <p:spTgt spid="49"/>
                                        </p:tgtEl>
                                      </p:cBhvr>
                                    </p:animEffect>
                                    <p:anim calcmode="lin" valueType="num">
                                      <p:cBhvr>
                                        <p:cTn id="302" dur="500" fill="hold"/>
                                        <p:tgtEl>
                                          <p:spTgt spid="49"/>
                                        </p:tgtEl>
                                        <p:attrNameLst>
                                          <p:attrName>ppt_x</p:attrName>
                                        </p:attrNameLst>
                                      </p:cBhvr>
                                      <p:tavLst>
                                        <p:tav tm="0">
                                          <p:val>
                                            <p:strVal val="#ppt_x"/>
                                          </p:val>
                                        </p:tav>
                                        <p:tav tm="100000">
                                          <p:val>
                                            <p:strVal val="#ppt_x"/>
                                          </p:val>
                                        </p:tav>
                                      </p:tavLst>
                                    </p:anim>
                                    <p:anim calcmode="lin" valueType="num">
                                      <p:cBhvr>
                                        <p:cTn id="303" dur="500" fill="hold"/>
                                        <p:tgtEl>
                                          <p:spTgt spid="49"/>
                                        </p:tgtEl>
                                        <p:attrNameLst>
                                          <p:attrName>ppt_y</p:attrName>
                                        </p:attrNameLst>
                                      </p:cBhvr>
                                      <p:tavLst>
                                        <p:tav tm="0">
                                          <p:val>
                                            <p:strVal val="#ppt_y+.1"/>
                                          </p:val>
                                        </p:tav>
                                        <p:tav tm="100000">
                                          <p:val>
                                            <p:strVal val="#ppt_y"/>
                                          </p:val>
                                        </p:tav>
                                      </p:tavLst>
                                    </p:anim>
                                  </p:childTnLst>
                                </p:cTn>
                              </p:par>
                              <p:par>
                                <p:cTn id="304" presetID="42" presetClass="entr" presetSubtype="0" fill="hold" grpId="0" nodeType="withEffect">
                                  <p:stCondLst>
                                    <p:cond delay="0"/>
                                  </p:stCondLst>
                                  <p:childTnLst>
                                    <p:set>
                                      <p:cBhvr>
                                        <p:cTn id="305" dur="1" fill="hold">
                                          <p:stCondLst>
                                            <p:cond delay="0"/>
                                          </p:stCondLst>
                                        </p:cTn>
                                        <p:tgtEl>
                                          <p:spTgt spid="34"/>
                                        </p:tgtEl>
                                        <p:attrNameLst>
                                          <p:attrName>style.visibility</p:attrName>
                                        </p:attrNameLst>
                                      </p:cBhvr>
                                      <p:to>
                                        <p:strVal val="visible"/>
                                      </p:to>
                                    </p:set>
                                    <p:animEffect transition="in" filter="fade">
                                      <p:cBhvr>
                                        <p:cTn id="306" dur="500"/>
                                        <p:tgtEl>
                                          <p:spTgt spid="34"/>
                                        </p:tgtEl>
                                      </p:cBhvr>
                                    </p:animEffect>
                                    <p:anim calcmode="lin" valueType="num">
                                      <p:cBhvr>
                                        <p:cTn id="307" dur="500" fill="hold"/>
                                        <p:tgtEl>
                                          <p:spTgt spid="34"/>
                                        </p:tgtEl>
                                        <p:attrNameLst>
                                          <p:attrName>ppt_x</p:attrName>
                                        </p:attrNameLst>
                                      </p:cBhvr>
                                      <p:tavLst>
                                        <p:tav tm="0">
                                          <p:val>
                                            <p:strVal val="#ppt_x"/>
                                          </p:val>
                                        </p:tav>
                                        <p:tav tm="100000">
                                          <p:val>
                                            <p:strVal val="#ppt_x"/>
                                          </p:val>
                                        </p:tav>
                                      </p:tavLst>
                                    </p:anim>
                                    <p:anim calcmode="lin" valueType="num">
                                      <p:cBhvr>
                                        <p:cTn id="308" dur="500" fill="hold"/>
                                        <p:tgtEl>
                                          <p:spTgt spid="34"/>
                                        </p:tgtEl>
                                        <p:attrNameLst>
                                          <p:attrName>ppt_y</p:attrName>
                                        </p:attrNameLst>
                                      </p:cBhvr>
                                      <p:tavLst>
                                        <p:tav tm="0">
                                          <p:val>
                                            <p:strVal val="#ppt_y+.1"/>
                                          </p:val>
                                        </p:tav>
                                        <p:tav tm="100000">
                                          <p:val>
                                            <p:strVal val="#ppt_y"/>
                                          </p:val>
                                        </p:tav>
                                      </p:tavLst>
                                    </p:anim>
                                  </p:childTnLst>
                                </p:cTn>
                              </p:par>
                              <p:par>
                                <p:cTn id="309" presetID="42" presetClass="entr" presetSubtype="0" fill="hold" grpId="0" nodeType="withEffect">
                                  <p:stCondLst>
                                    <p:cond delay="0"/>
                                  </p:stCondLst>
                                  <p:childTnLst>
                                    <p:set>
                                      <p:cBhvr>
                                        <p:cTn id="310" dur="1" fill="hold">
                                          <p:stCondLst>
                                            <p:cond delay="0"/>
                                          </p:stCondLst>
                                        </p:cTn>
                                        <p:tgtEl>
                                          <p:spTgt spid="35"/>
                                        </p:tgtEl>
                                        <p:attrNameLst>
                                          <p:attrName>style.visibility</p:attrName>
                                        </p:attrNameLst>
                                      </p:cBhvr>
                                      <p:to>
                                        <p:strVal val="visible"/>
                                      </p:to>
                                    </p:set>
                                    <p:animEffect transition="in" filter="fade">
                                      <p:cBhvr>
                                        <p:cTn id="311" dur="500"/>
                                        <p:tgtEl>
                                          <p:spTgt spid="35"/>
                                        </p:tgtEl>
                                      </p:cBhvr>
                                    </p:animEffect>
                                    <p:anim calcmode="lin" valueType="num">
                                      <p:cBhvr>
                                        <p:cTn id="312" dur="500" fill="hold"/>
                                        <p:tgtEl>
                                          <p:spTgt spid="35"/>
                                        </p:tgtEl>
                                        <p:attrNameLst>
                                          <p:attrName>ppt_x</p:attrName>
                                        </p:attrNameLst>
                                      </p:cBhvr>
                                      <p:tavLst>
                                        <p:tav tm="0">
                                          <p:val>
                                            <p:strVal val="#ppt_x"/>
                                          </p:val>
                                        </p:tav>
                                        <p:tav tm="100000">
                                          <p:val>
                                            <p:strVal val="#ppt_x"/>
                                          </p:val>
                                        </p:tav>
                                      </p:tavLst>
                                    </p:anim>
                                    <p:anim calcmode="lin" valueType="num">
                                      <p:cBhvr>
                                        <p:cTn id="313" dur="500" fill="hold"/>
                                        <p:tgtEl>
                                          <p:spTgt spid="35"/>
                                        </p:tgtEl>
                                        <p:attrNameLst>
                                          <p:attrName>ppt_y</p:attrName>
                                        </p:attrNameLst>
                                      </p:cBhvr>
                                      <p:tavLst>
                                        <p:tav tm="0">
                                          <p:val>
                                            <p:strVal val="#ppt_y+.1"/>
                                          </p:val>
                                        </p:tav>
                                        <p:tav tm="100000">
                                          <p:val>
                                            <p:strVal val="#ppt_y"/>
                                          </p:val>
                                        </p:tav>
                                      </p:tavLst>
                                    </p:anim>
                                  </p:childTnLst>
                                </p:cTn>
                              </p:par>
                              <p:par>
                                <p:cTn id="314" presetID="42" presetClass="entr" presetSubtype="0" fill="hold" grpId="0" nodeType="withEffect">
                                  <p:stCondLst>
                                    <p:cond delay="0"/>
                                  </p:stCondLst>
                                  <p:childTnLst>
                                    <p:set>
                                      <p:cBhvr>
                                        <p:cTn id="315" dur="1" fill="hold">
                                          <p:stCondLst>
                                            <p:cond delay="0"/>
                                          </p:stCondLst>
                                        </p:cTn>
                                        <p:tgtEl>
                                          <p:spTgt spid="36"/>
                                        </p:tgtEl>
                                        <p:attrNameLst>
                                          <p:attrName>style.visibility</p:attrName>
                                        </p:attrNameLst>
                                      </p:cBhvr>
                                      <p:to>
                                        <p:strVal val="visible"/>
                                      </p:to>
                                    </p:set>
                                    <p:animEffect transition="in" filter="fade">
                                      <p:cBhvr>
                                        <p:cTn id="316" dur="500"/>
                                        <p:tgtEl>
                                          <p:spTgt spid="36"/>
                                        </p:tgtEl>
                                      </p:cBhvr>
                                    </p:animEffect>
                                    <p:anim calcmode="lin" valueType="num">
                                      <p:cBhvr>
                                        <p:cTn id="317" dur="500" fill="hold"/>
                                        <p:tgtEl>
                                          <p:spTgt spid="36"/>
                                        </p:tgtEl>
                                        <p:attrNameLst>
                                          <p:attrName>ppt_x</p:attrName>
                                        </p:attrNameLst>
                                      </p:cBhvr>
                                      <p:tavLst>
                                        <p:tav tm="0">
                                          <p:val>
                                            <p:strVal val="#ppt_x"/>
                                          </p:val>
                                        </p:tav>
                                        <p:tav tm="100000">
                                          <p:val>
                                            <p:strVal val="#ppt_x"/>
                                          </p:val>
                                        </p:tav>
                                      </p:tavLst>
                                    </p:anim>
                                    <p:anim calcmode="lin" valueType="num">
                                      <p:cBhvr>
                                        <p:cTn id="318" dur="500" fill="hold"/>
                                        <p:tgtEl>
                                          <p:spTgt spid="36"/>
                                        </p:tgtEl>
                                        <p:attrNameLst>
                                          <p:attrName>ppt_y</p:attrName>
                                        </p:attrNameLst>
                                      </p:cBhvr>
                                      <p:tavLst>
                                        <p:tav tm="0">
                                          <p:val>
                                            <p:strVal val="#ppt_y+.1"/>
                                          </p:val>
                                        </p:tav>
                                        <p:tav tm="100000">
                                          <p:val>
                                            <p:strVal val="#ppt_y"/>
                                          </p:val>
                                        </p:tav>
                                      </p:tavLst>
                                    </p:anim>
                                  </p:childTnLst>
                                </p:cTn>
                              </p:par>
                              <p:par>
                                <p:cTn id="319" presetID="42" presetClass="entr" presetSubtype="0" fill="hold" grpId="0" nodeType="withEffect">
                                  <p:stCondLst>
                                    <p:cond delay="0"/>
                                  </p:stCondLst>
                                  <p:childTnLst>
                                    <p:set>
                                      <p:cBhvr>
                                        <p:cTn id="320" dur="1" fill="hold">
                                          <p:stCondLst>
                                            <p:cond delay="0"/>
                                          </p:stCondLst>
                                        </p:cTn>
                                        <p:tgtEl>
                                          <p:spTgt spid="37"/>
                                        </p:tgtEl>
                                        <p:attrNameLst>
                                          <p:attrName>style.visibility</p:attrName>
                                        </p:attrNameLst>
                                      </p:cBhvr>
                                      <p:to>
                                        <p:strVal val="visible"/>
                                      </p:to>
                                    </p:set>
                                    <p:animEffect transition="in" filter="fade">
                                      <p:cBhvr>
                                        <p:cTn id="321" dur="500"/>
                                        <p:tgtEl>
                                          <p:spTgt spid="37"/>
                                        </p:tgtEl>
                                      </p:cBhvr>
                                    </p:animEffect>
                                    <p:anim calcmode="lin" valueType="num">
                                      <p:cBhvr>
                                        <p:cTn id="322" dur="500" fill="hold"/>
                                        <p:tgtEl>
                                          <p:spTgt spid="37"/>
                                        </p:tgtEl>
                                        <p:attrNameLst>
                                          <p:attrName>ppt_x</p:attrName>
                                        </p:attrNameLst>
                                      </p:cBhvr>
                                      <p:tavLst>
                                        <p:tav tm="0">
                                          <p:val>
                                            <p:strVal val="#ppt_x"/>
                                          </p:val>
                                        </p:tav>
                                        <p:tav tm="100000">
                                          <p:val>
                                            <p:strVal val="#ppt_x"/>
                                          </p:val>
                                        </p:tav>
                                      </p:tavLst>
                                    </p:anim>
                                    <p:anim calcmode="lin" valueType="num">
                                      <p:cBhvr>
                                        <p:cTn id="323" dur="500" fill="hold"/>
                                        <p:tgtEl>
                                          <p:spTgt spid="37"/>
                                        </p:tgtEl>
                                        <p:attrNameLst>
                                          <p:attrName>ppt_y</p:attrName>
                                        </p:attrNameLst>
                                      </p:cBhvr>
                                      <p:tavLst>
                                        <p:tav tm="0">
                                          <p:val>
                                            <p:strVal val="#ppt_y+.1"/>
                                          </p:val>
                                        </p:tav>
                                        <p:tav tm="100000">
                                          <p:val>
                                            <p:strVal val="#ppt_y"/>
                                          </p:val>
                                        </p:tav>
                                      </p:tavLst>
                                    </p:anim>
                                  </p:childTnLst>
                                </p:cTn>
                              </p:par>
                              <p:par>
                                <p:cTn id="324" presetID="42" presetClass="entr" presetSubtype="0" fill="hold" grpId="0" nodeType="withEffect">
                                  <p:stCondLst>
                                    <p:cond delay="0"/>
                                  </p:stCondLst>
                                  <p:childTnLst>
                                    <p:set>
                                      <p:cBhvr>
                                        <p:cTn id="325" dur="1" fill="hold">
                                          <p:stCondLst>
                                            <p:cond delay="0"/>
                                          </p:stCondLst>
                                        </p:cTn>
                                        <p:tgtEl>
                                          <p:spTgt spid="38"/>
                                        </p:tgtEl>
                                        <p:attrNameLst>
                                          <p:attrName>style.visibility</p:attrName>
                                        </p:attrNameLst>
                                      </p:cBhvr>
                                      <p:to>
                                        <p:strVal val="visible"/>
                                      </p:to>
                                    </p:set>
                                    <p:animEffect transition="in" filter="fade">
                                      <p:cBhvr>
                                        <p:cTn id="326" dur="500"/>
                                        <p:tgtEl>
                                          <p:spTgt spid="38"/>
                                        </p:tgtEl>
                                      </p:cBhvr>
                                    </p:animEffect>
                                    <p:anim calcmode="lin" valueType="num">
                                      <p:cBhvr>
                                        <p:cTn id="327" dur="500" fill="hold"/>
                                        <p:tgtEl>
                                          <p:spTgt spid="38"/>
                                        </p:tgtEl>
                                        <p:attrNameLst>
                                          <p:attrName>ppt_x</p:attrName>
                                        </p:attrNameLst>
                                      </p:cBhvr>
                                      <p:tavLst>
                                        <p:tav tm="0">
                                          <p:val>
                                            <p:strVal val="#ppt_x"/>
                                          </p:val>
                                        </p:tav>
                                        <p:tav tm="100000">
                                          <p:val>
                                            <p:strVal val="#ppt_x"/>
                                          </p:val>
                                        </p:tav>
                                      </p:tavLst>
                                    </p:anim>
                                    <p:anim calcmode="lin" valueType="num">
                                      <p:cBhvr>
                                        <p:cTn id="328" dur="500" fill="hold"/>
                                        <p:tgtEl>
                                          <p:spTgt spid="38"/>
                                        </p:tgtEl>
                                        <p:attrNameLst>
                                          <p:attrName>ppt_y</p:attrName>
                                        </p:attrNameLst>
                                      </p:cBhvr>
                                      <p:tavLst>
                                        <p:tav tm="0">
                                          <p:val>
                                            <p:strVal val="#ppt_y+.1"/>
                                          </p:val>
                                        </p:tav>
                                        <p:tav tm="100000">
                                          <p:val>
                                            <p:strVal val="#ppt_y"/>
                                          </p:val>
                                        </p:tav>
                                      </p:tavLst>
                                    </p:anim>
                                  </p:childTnLst>
                                </p:cTn>
                              </p:par>
                              <p:par>
                                <p:cTn id="329" presetID="42" presetClass="entr" presetSubtype="0" fill="hold" grpId="0" nodeType="withEffect">
                                  <p:stCondLst>
                                    <p:cond delay="0"/>
                                  </p:stCondLst>
                                  <p:childTnLst>
                                    <p:set>
                                      <p:cBhvr>
                                        <p:cTn id="330" dur="1" fill="hold">
                                          <p:stCondLst>
                                            <p:cond delay="0"/>
                                          </p:stCondLst>
                                        </p:cTn>
                                        <p:tgtEl>
                                          <p:spTgt spid="39"/>
                                        </p:tgtEl>
                                        <p:attrNameLst>
                                          <p:attrName>style.visibility</p:attrName>
                                        </p:attrNameLst>
                                      </p:cBhvr>
                                      <p:to>
                                        <p:strVal val="visible"/>
                                      </p:to>
                                    </p:set>
                                    <p:animEffect transition="in" filter="fade">
                                      <p:cBhvr>
                                        <p:cTn id="331" dur="500"/>
                                        <p:tgtEl>
                                          <p:spTgt spid="39"/>
                                        </p:tgtEl>
                                      </p:cBhvr>
                                    </p:animEffect>
                                    <p:anim calcmode="lin" valueType="num">
                                      <p:cBhvr>
                                        <p:cTn id="332" dur="500" fill="hold"/>
                                        <p:tgtEl>
                                          <p:spTgt spid="39"/>
                                        </p:tgtEl>
                                        <p:attrNameLst>
                                          <p:attrName>ppt_x</p:attrName>
                                        </p:attrNameLst>
                                      </p:cBhvr>
                                      <p:tavLst>
                                        <p:tav tm="0">
                                          <p:val>
                                            <p:strVal val="#ppt_x"/>
                                          </p:val>
                                        </p:tav>
                                        <p:tav tm="100000">
                                          <p:val>
                                            <p:strVal val="#ppt_x"/>
                                          </p:val>
                                        </p:tav>
                                      </p:tavLst>
                                    </p:anim>
                                    <p:anim calcmode="lin" valueType="num">
                                      <p:cBhvr>
                                        <p:cTn id="333" dur="500" fill="hold"/>
                                        <p:tgtEl>
                                          <p:spTgt spid="39"/>
                                        </p:tgtEl>
                                        <p:attrNameLst>
                                          <p:attrName>ppt_y</p:attrName>
                                        </p:attrNameLst>
                                      </p:cBhvr>
                                      <p:tavLst>
                                        <p:tav tm="0">
                                          <p:val>
                                            <p:strVal val="#ppt_y+.1"/>
                                          </p:val>
                                        </p:tav>
                                        <p:tav tm="100000">
                                          <p:val>
                                            <p:strVal val="#ppt_y"/>
                                          </p:val>
                                        </p:tav>
                                      </p:tavLst>
                                    </p:anim>
                                  </p:childTnLst>
                                </p:cTn>
                              </p:par>
                              <p:par>
                                <p:cTn id="334" presetID="42" presetClass="entr" presetSubtype="0" fill="hold" nodeType="withEffect">
                                  <p:stCondLst>
                                    <p:cond delay="0"/>
                                  </p:stCondLst>
                                  <p:childTnLst>
                                    <p:set>
                                      <p:cBhvr>
                                        <p:cTn id="335" dur="1" fill="hold">
                                          <p:stCondLst>
                                            <p:cond delay="0"/>
                                          </p:stCondLst>
                                        </p:cTn>
                                        <p:tgtEl>
                                          <p:spTgt spid="102"/>
                                        </p:tgtEl>
                                        <p:attrNameLst>
                                          <p:attrName>style.visibility</p:attrName>
                                        </p:attrNameLst>
                                      </p:cBhvr>
                                      <p:to>
                                        <p:strVal val="visible"/>
                                      </p:to>
                                    </p:set>
                                    <p:animEffect transition="in" filter="fade">
                                      <p:cBhvr>
                                        <p:cTn id="336" dur="500"/>
                                        <p:tgtEl>
                                          <p:spTgt spid="102"/>
                                        </p:tgtEl>
                                      </p:cBhvr>
                                    </p:animEffect>
                                    <p:anim calcmode="lin" valueType="num">
                                      <p:cBhvr>
                                        <p:cTn id="337" dur="500" fill="hold"/>
                                        <p:tgtEl>
                                          <p:spTgt spid="102"/>
                                        </p:tgtEl>
                                        <p:attrNameLst>
                                          <p:attrName>ppt_x</p:attrName>
                                        </p:attrNameLst>
                                      </p:cBhvr>
                                      <p:tavLst>
                                        <p:tav tm="0">
                                          <p:val>
                                            <p:strVal val="#ppt_x"/>
                                          </p:val>
                                        </p:tav>
                                        <p:tav tm="100000">
                                          <p:val>
                                            <p:strVal val="#ppt_x"/>
                                          </p:val>
                                        </p:tav>
                                      </p:tavLst>
                                    </p:anim>
                                    <p:anim calcmode="lin" valueType="num">
                                      <p:cBhvr>
                                        <p:cTn id="338" dur="500" fill="hold"/>
                                        <p:tgtEl>
                                          <p:spTgt spid="102"/>
                                        </p:tgtEl>
                                        <p:attrNameLst>
                                          <p:attrName>ppt_y</p:attrName>
                                        </p:attrNameLst>
                                      </p:cBhvr>
                                      <p:tavLst>
                                        <p:tav tm="0">
                                          <p:val>
                                            <p:strVal val="#ppt_y+.1"/>
                                          </p:val>
                                        </p:tav>
                                        <p:tav tm="100000">
                                          <p:val>
                                            <p:strVal val="#ppt_y"/>
                                          </p:val>
                                        </p:tav>
                                      </p:tavLst>
                                    </p:anim>
                                  </p:childTnLst>
                                </p:cTn>
                              </p:par>
                              <p:par>
                                <p:cTn id="339" presetID="42" presetClass="entr" presetSubtype="0" fill="hold" nodeType="withEffect">
                                  <p:stCondLst>
                                    <p:cond delay="0"/>
                                  </p:stCondLst>
                                  <p:childTnLst>
                                    <p:set>
                                      <p:cBhvr>
                                        <p:cTn id="340" dur="1" fill="hold">
                                          <p:stCondLst>
                                            <p:cond delay="0"/>
                                          </p:stCondLst>
                                        </p:cTn>
                                        <p:tgtEl>
                                          <p:spTgt spid="56"/>
                                        </p:tgtEl>
                                        <p:attrNameLst>
                                          <p:attrName>style.visibility</p:attrName>
                                        </p:attrNameLst>
                                      </p:cBhvr>
                                      <p:to>
                                        <p:strVal val="visible"/>
                                      </p:to>
                                    </p:set>
                                    <p:animEffect transition="in" filter="fade">
                                      <p:cBhvr>
                                        <p:cTn id="341" dur="500"/>
                                        <p:tgtEl>
                                          <p:spTgt spid="56"/>
                                        </p:tgtEl>
                                      </p:cBhvr>
                                    </p:animEffect>
                                    <p:anim calcmode="lin" valueType="num">
                                      <p:cBhvr>
                                        <p:cTn id="342" dur="500" fill="hold"/>
                                        <p:tgtEl>
                                          <p:spTgt spid="56"/>
                                        </p:tgtEl>
                                        <p:attrNameLst>
                                          <p:attrName>ppt_x</p:attrName>
                                        </p:attrNameLst>
                                      </p:cBhvr>
                                      <p:tavLst>
                                        <p:tav tm="0">
                                          <p:val>
                                            <p:strVal val="#ppt_x"/>
                                          </p:val>
                                        </p:tav>
                                        <p:tav tm="100000">
                                          <p:val>
                                            <p:strVal val="#ppt_x"/>
                                          </p:val>
                                        </p:tav>
                                      </p:tavLst>
                                    </p:anim>
                                    <p:anim calcmode="lin" valueType="num">
                                      <p:cBhvr>
                                        <p:cTn id="343" dur="500" fill="hold"/>
                                        <p:tgtEl>
                                          <p:spTgt spid="56"/>
                                        </p:tgtEl>
                                        <p:attrNameLst>
                                          <p:attrName>ppt_y</p:attrName>
                                        </p:attrNameLst>
                                      </p:cBhvr>
                                      <p:tavLst>
                                        <p:tav tm="0">
                                          <p:val>
                                            <p:strVal val="#ppt_y+.1"/>
                                          </p:val>
                                        </p:tav>
                                        <p:tav tm="100000">
                                          <p:val>
                                            <p:strVal val="#ppt_y"/>
                                          </p:val>
                                        </p:tav>
                                      </p:tavLst>
                                    </p:anim>
                                  </p:childTnLst>
                                </p:cTn>
                              </p:par>
                              <p:par>
                                <p:cTn id="344" presetID="35" presetClass="path" presetSubtype="0" accel="50000" decel="50000" fill="hold" grpId="3" nodeType="withEffect">
                                  <p:stCondLst>
                                    <p:cond delay="0"/>
                                  </p:stCondLst>
                                  <p:childTnLst>
                                    <p:anim to="" calcmode="lin" valueType="num">
                                      <p:cBhvr>
                                        <p:cTn id="345" dur="500" fill="hold">
                                          <p:stCondLst>
                                            <p:cond delay="0"/>
                                          </p:stCondLst>
                                        </p:cTn>
                                        <p:tgtEl>
                                          <p:spTgt spid="8"/>
                                        </p:tgtEl>
                                        <p:attrNameLst>
                                          <p:attrName>ppt_x</p:attrName>
                                        </p:attrNameLst>
                                      </p:cBhvr>
                                      <p:tavLst>
                                        <p:tav tm="0">
                                          <p:val>
                                            <p:strVal val="ppt_x"/>
                                          </p:val>
                                        </p:tav>
                                        <p:tav tm="100000">
                                          <p:val>
                                            <p:strVal val="#ppt_x+0"/>
                                          </p:val>
                                        </p:tav>
                                      </p:tavLst>
                                    </p:anim>
                                    <p:anim to="" calcmode="lin" valueType="num">
                                      <p:cBhvr>
                                        <p:cTn id="346" dur="500" fill="hold">
                                          <p:stCondLst>
                                            <p:cond delay="0"/>
                                          </p:stCondLst>
                                        </p:cTn>
                                        <p:tgtEl>
                                          <p:spTgt spid="8"/>
                                        </p:tgtEl>
                                        <p:attrNameLst>
                                          <p:attrName>ppt_y</p:attrName>
                                        </p:attrNameLst>
                                      </p:cBhvr>
                                      <p:tavLst>
                                        <p:tav tm="0">
                                          <p:val>
                                            <p:strVal val="ppt_y"/>
                                          </p:val>
                                        </p:tav>
                                        <p:tav tm="100000">
                                          <p:val>
                                            <p:strVal val="#ppt_y+0"/>
                                          </p:val>
                                        </p:tav>
                                      </p:tavLst>
                                    </p:anim>
                                    <p:anim to="" calcmode="lin" valueType="num">
                                      <p:cBhvr>
                                        <p:cTn id="347" dur="500" fill="hold">
                                          <p:stCondLst>
                                            <p:cond delay="0"/>
                                          </p:stCondLst>
                                        </p:cTn>
                                        <p:tgtEl>
                                          <p:spTgt spid="8"/>
                                        </p:tgtEl>
                                        <p:attrNameLst>
                                          <p:attrName>ppt_w</p:attrName>
                                        </p:attrNameLst>
                                      </p:cBhvr>
                                      <p:tavLst>
                                        <p:tav tm="0">
                                          <p:val>
                                            <p:strVal val="ppt_w"/>
                                          </p:val>
                                        </p:tav>
                                        <p:tav tm="100000">
                                          <p:val>
                                            <p:strVal val="#ppt_w"/>
                                          </p:val>
                                        </p:tav>
                                      </p:tavLst>
                                    </p:anim>
                                    <p:anim to="" calcmode="lin" valueType="num">
                                      <p:cBhvr>
                                        <p:cTn id="348" dur="500" fill="hold">
                                          <p:stCondLst>
                                            <p:cond delay="0"/>
                                          </p:stCondLst>
                                        </p:cTn>
                                        <p:tgtEl>
                                          <p:spTgt spid="8"/>
                                        </p:tgtEl>
                                        <p:attrNameLst>
                                          <p:attrName>ppt_h</p:attrName>
                                        </p:attrNameLst>
                                      </p:cBhvr>
                                      <p:tavLst>
                                        <p:tav tm="0">
                                          <p:val>
                                            <p:strVal val="ppt_h"/>
                                          </p:val>
                                        </p:tav>
                                        <p:tav tm="100000">
                                          <p:val>
                                            <p:strVal val="#ppt_h"/>
                                          </p:val>
                                        </p:tav>
                                      </p:tavLst>
                                    </p:anim>
                                  </p:childTnLst>
                                </p:cTn>
                              </p:par>
                              <p:par>
                                <p:cTn id="349" presetID="35" presetClass="path" presetSubtype="0" accel="50000" decel="50000" fill="hold" grpId="3" nodeType="withEffect">
                                  <p:stCondLst>
                                    <p:cond delay="0"/>
                                  </p:stCondLst>
                                  <p:childTnLst>
                                    <p:anim to="" calcmode="lin" valueType="num">
                                      <p:cBhvr>
                                        <p:cTn id="350" dur="500" fill="hold">
                                          <p:stCondLst>
                                            <p:cond delay="0"/>
                                          </p:stCondLst>
                                        </p:cTn>
                                        <p:tgtEl>
                                          <p:spTgt spid="3"/>
                                        </p:tgtEl>
                                        <p:attrNameLst>
                                          <p:attrName>ppt_x</p:attrName>
                                        </p:attrNameLst>
                                      </p:cBhvr>
                                      <p:tavLst>
                                        <p:tav tm="0">
                                          <p:val>
                                            <p:strVal val="ppt_x"/>
                                          </p:val>
                                        </p:tav>
                                        <p:tav tm="100000">
                                          <p:val>
                                            <p:strVal val="#ppt_x+0"/>
                                          </p:val>
                                        </p:tav>
                                      </p:tavLst>
                                    </p:anim>
                                    <p:anim to="" calcmode="lin" valueType="num">
                                      <p:cBhvr>
                                        <p:cTn id="351" dur="500" fill="hold">
                                          <p:stCondLst>
                                            <p:cond delay="0"/>
                                          </p:stCondLst>
                                        </p:cTn>
                                        <p:tgtEl>
                                          <p:spTgt spid="3"/>
                                        </p:tgtEl>
                                        <p:attrNameLst>
                                          <p:attrName>ppt_y</p:attrName>
                                        </p:attrNameLst>
                                      </p:cBhvr>
                                      <p:tavLst>
                                        <p:tav tm="0">
                                          <p:val>
                                            <p:strVal val="ppt_y"/>
                                          </p:val>
                                        </p:tav>
                                        <p:tav tm="100000">
                                          <p:val>
                                            <p:strVal val="#ppt_y+0"/>
                                          </p:val>
                                        </p:tav>
                                      </p:tavLst>
                                    </p:anim>
                                    <p:anim to="" calcmode="lin" valueType="num">
                                      <p:cBhvr>
                                        <p:cTn id="352" dur="500" fill="hold">
                                          <p:stCondLst>
                                            <p:cond delay="0"/>
                                          </p:stCondLst>
                                        </p:cTn>
                                        <p:tgtEl>
                                          <p:spTgt spid="3"/>
                                        </p:tgtEl>
                                        <p:attrNameLst>
                                          <p:attrName>ppt_w</p:attrName>
                                        </p:attrNameLst>
                                      </p:cBhvr>
                                      <p:tavLst>
                                        <p:tav tm="0">
                                          <p:val>
                                            <p:strVal val="ppt_w"/>
                                          </p:val>
                                        </p:tav>
                                        <p:tav tm="100000">
                                          <p:val>
                                            <p:strVal val="#ppt_w"/>
                                          </p:val>
                                        </p:tav>
                                      </p:tavLst>
                                    </p:anim>
                                    <p:anim to="" calcmode="lin" valueType="num">
                                      <p:cBhvr>
                                        <p:cTn id="353" dur="500" fill="hold">
                                          <p:stCondLst>
                                            <p:cond delay="0"/>
                                          </p:stCondLst>
                                        </p:cTn>
                                        <p:tgtEl>
                                          <p:spTgt spid="3"/>
                                        </p:tgtEl>
                                        <p:attrNameLst>
                                          <p:attrName>ppt_h</p:attrName>
                                        </p:attrNameLst>
                                      </p:cBhvr>
                                      <p:tavLst>
                                        <p:tav tm="0">
                                          <p:val>
                                            <p:strVal val="ppt_h"/>
                                          </p:val>
                                        </p:tav>
                                        <p:tav tm="100000">
                                          <p:val>
                                            <p:strVal val="#ppt_h"/>
                                          </p:val>
                                        </p:tav>
                                      </p:tavLst>
                                    </p:anim>
                                  </p:childTnLst>
                                </p:cTn>
                              </p:par>
                              <p:par>
                                <p:cTn id="354" presetID="35" presetClass="path" presetSubtype="0" accel="50000" decel="50000" fill="hold" nodeType="withEffect">
                                  <p:stCondLst>
                                    <p:cond delay="0"/>
                                  </p:stCondLst>
                                  <p:childTnLst>
                                    <p:anim to="" calcmode="lin" valueType="num">
                                      <p:cBhvr>
                                        <p:cTn id="355" dur="500" fill="hold">
                                          <p:stCondLst>
                                            <p:cond delay="0"/>
                                          </p:stCondLst>
                                        </p:cTn>
                                        <p:tgtEl>
                                          <p:spTgt spid="52"/>
                                        </p:tgtEl>
                                        <p:attrNameLst>
                                          <p:attrName>ppt_x</p:attrName>
                                        </p:attrNameLst>
                                      </p:cBhvr>
                                      <p:tavLst>
                                        <p:tav tm="0">
                                          <p:val>
                                            <p:strVal val="ppt_x"/>
                                          </p:val>
                                        </p:tav>
                                        <p:tav tm="100000">
                                          <p:val>
                                            <p:strVal val="#ppt_x+0"/>
                                          </p:val>
                                        </p:tav>
                                      </p:tavLst>
                                    </p:anim>
                                    <p:anim to="" calcmode="lin" valueType="num">
                                      <p:cBhvr>
                                        <p:cTn id="356" dur="500" fill="hold">
                                          <p:stCondLst>
                                            <p:cond delay="0"/>
                                          </p:stCondLst>
                                        </p:cTn>
                                        <p:tgtEl>
                                          <p:spTgt spid="52"/>
                                        </p:tgtEl>
                                        <p:attrNameLst>
                                          <p:attrName>ppt_y</p:attrName>
                                        </p:attrNameLst>
                                      </p:cBhvr>
                                      <p:tavLst>
                                        <p:tav tm="0">
                                          <p:val>
                                            <p:strVal val="ppt_y"/>
                                          </p:val>
                                        </p:tav>
                                        <p:tav tm="100000">
                                          <p:val>
                                            <p:strVal val="#ppt_y+0"/>
                                          </p:val>
                                        </p:tav>
                                      </p:tavLst>
                                    </p:anim>
                                    <p:anim to="" calcmode="lin" valueType="num">
                                      <p:cBhvr>
                                        <p:cTn id="357" dur="500" fill="hold">
                                          <p:stCondLst>
                                            <p:cond delay="0"/>
                                          </p:stCondLst>
                                        </p:cTn>
                                        <p:tgtEl>
                                          <p:spTgt spid="52"/>
                                        </p:tgtEl>
                                        <p:attrNameLst>
                                          <p:attrName>ppt_w</p:attrName>
                                        </p:attrNameLst>
                                      </p:cBhvr>
                                      <p:tavLst>
                                        <p:tav tm="0">
                                          <p:val>
                                            <p:strVal val="ppt_w"/>
                                          </p:val>
                                        </p:tav>
                                        <p:tav tm="100000">
                                          <p:val>
                                            <p:strVal val="#ppt_w"/>
                                          </p:val>
                                        </p:tav>
                                      </p:tavLst>
                                    </p:anim>
                                    <p:anim to="" calcmode="lin" valueType="num">
                                      <p:cBhvr>
                                        <p:cTn id="358" dur="500" fill="hold">
                                          <p:stCondLst>
                                            <p:cond delay="0"/>
                                          </p:stCondLst>
                                        </p:cTn>
                                        <p:tgtEl>
                                          <p:spTgt spid="52"/>
                                        </p:tgtEl>
                                        <p:attrNameLst>
                                          <p:attrName>ppt_h</p:attrName>
                                        </p:attrNameLst>
                                      </p:cBhvr>
                                      <p:tavLst>
                                        <p:tav tm="0">
                                          <p:val>
                                            <p:strVal val="ppt_h"/>
                                          </p:val>
                                        </p:tav>
                                        <p:tav tm="100000">
                                          <p:val>
                                            <p:strVal val="#ppt_h"/>
                                          </p:val>
                                        </p:tav>
                                      </p:tavLst>
                                    </p:anim>
                                  </p:childTnLst>
                                </p:cTn>
                              </p:par>
                              <p:par>
                                <p:cTn id="359" presetID="35" presetClass="path" presetSubtype="0" accel="50000" decel="50000" fill="hold" grpId="3" nodeType="withEffect">
                                  <p:stCondLst>
                                    <p:cond delay="0"/>
                                  </p:stCondLst>
                                  <p:childTnLst>
                                    <p:anim to="" calcmode="lin" valueType="num">
                                      <p:cBhvr>
                                        <p:cTn id="360" dur="500" fill="hold">
                                          <p:stCondLst>
                                            <p:cond delay="0"/>
                                          </p:stCondLst>
                                        </p:cTn>
                                        <p:tgtEl>
                                          <p:spTgt spid="76"/>
                                        </p:tgtEl>
                                        <p:attrNameLst>
                                          <p:attrName>ppt_x</p:attrName>
                                        </p:attrNameLst>
                                      </p:cBhvr>
                                      <p:tavLst>
                                        <p:tav tm="0">
                                          <p:val>
                                            <p:strVal val="ppt_x"/>
                                          </p:val>
                                        </p:tav>
                                        <p:tav tm="100000">
                                          <p:val>
                                            <p:strVal val="#ppt_x+0"/>
                                          </p:val>
                                        </p:tav>
                                      </p:tavLst>
                                    </p:anim>
                                    <p:anim to="" calcmode="lin" valueType="num">
                                      <p:cBhvr>
                                        <p:cTn id="361" dur="500" fill="hold">
                                          <p:stCondLst>
                                            <p:cond delay="0"/>
                                          </p:stCondLst>
                                        </p:cTn>
                                        <p:tgtEl>
                                          <p:spTgt spid="76"/>
                                        </p:tgtEl>
                                        <p:attrNameLst>
                                          <p:attrName>ppt_y</p:attrName>
                                        </p:attrNameLst>
                                      </p:cBhvr>
                                      <p:tavLst>
                                        <p:tav tm="0">
                                          <p:val>
                                            <p:strVal val="ppt_y"/>
                                          </p:val>
                                        </p:tav>
                                        <p:tav tm="100000">
                                          <p:val>
                                            <p:strVal val="#ppt_y+0"/>
                                          </p:val>
                                        </p:tav>
                                      </p:tavLst>
                                    </p:anim>
                                    <p:anim to="" calcmode="lin" valueType="num">
                                      <p:cBhvr>
                                        <p:cTn id="362" dur="500" fill="hold">
                                          <p:stCondLst>
                                            <p:cond delay="0"/>
                                          </p:stCondLst>
                                        </p:cTn>
                                        <p:tgtEl>
                                          <p:spTgt spid="76"/>
                                        </p:tgtEl>
                                        <p:attrNameLst>
                                          <p:attrName>ppt_w</p:attrName>
                                        </p:attrNameLst>
                                      </p:cBhvr>
                                      <p:tavLst>
                                        <p:tav tm="0">
                                          <p:val>
                                            <p:strVal val="ppt_w"/>
                                          </p:val>
                                        </p:tav>
                                        <p:tav tm="100000">
                                          <p:val>
                                            <p:strVal val="#ppt_w"/>
                                          </p:val>
                                        </p:tav>
                                      </p:tavLst>
                                    </p:anim>
                                    <p:anim to="" calcmode="lin" valueType="num">
                                      <p:cBhvr>
                                        <p:cTn id="363" dur="500" fill="hold">
                                          <p:stCondLst>
                                            <p:cond delay="0"/>
                                          </p:stCondLst>
                                        </p:cTn>
                                        <p:tgtEl>
                                          <p:spTgt spid="76"/>
                                        </p:tgtEl>
                                        <p:attrNameLst>
                                          <p:attrName>ppt_h</p:attrName>
                                        </p:attrNameLst>
                                      </p:cBhvr>
                                      <p:tavLst>
                                        <p:tav tm="0">
                                          <p:val>
                                            <p:strVal val="ppt_h"/>
                                          </p:val>
                                        </p:tav>
                                        <p:tav tm="100000">
                                          <p:val>
                                            <p:strVal val="#ppt_h"/>
                                          </p:val>
                                        </p:tav>
                                      </p:tavLst>
                                    </p:anim>
                                  </p:childTnLst>
                                </p:cTn>
                              </p:par>
                              <p:par>
                                <p:cTn id="364" presetID="35" presetClass="path" presetSubtype="0" accel="50000" decel="50000" fill="hold" grpId="3" nodeType="withEffect">
                                  <p:stCondLst>
                                    <p:cond delay="0"/>
                                  </p:stCondLst>
                                  <p:childTnLst>
                                    <p:anim to="" calcmode="lin" valueType="num">
                                      <p:cBhvr>
                                        <p:cTn id="365" dur="500" fill="hold">
                                          <p:stCondLst>
                                            <p:cond delay="0"/>
                                          </p:stCondLst>
                                        </p:cTn>
                                        <p:tgtEl>
                                          <p:spTgt spid="44"/>
                                        </p:tgtEl>
                                        <p:attrNameLst>
                                          <p:attrName>ppt_x</p:attrName>
                                        </p:attrNameLst>
                                      </p:cBhvr>
                                      <p:tavLst>
                                        <p:tav tm="0">
                                          <p:val>
                                            <p:strVal val="ppt_x"/>
                                          </p:val>
                                        </p:tav>
                                        <p:tav tm="100000">
                                          <p:val>
                                            <p:strVal val="#ppt_x+0"/>
                                          </p:val>
                                        </p:tav>
                                      </p:tavLst>
                                    </p:anim>
                                    <p:anim to="" calcmode="lin" valueType="num">
                                      <p:cBhvr>
                                        <p:cTn id="366" dur="500" fill="hold">
                                          <p:stCondLst>
                                            <p:cond delay="0"/>
                                          </p:stCondLst>
                                        </p:cTn>
                                        <p:tgtEl>
                                          <p:spTgt spid="44"/>
                                        </p:tgtEl>
                                        <p:attrNameLst>
                                          <p:attrName>ppt_y</p:attrName>
                                        </p:attrNameLst>
                                      </p:cBhvr>
                                      <p:tavLst>
                                        <p:tav tm="0">
                                          <p:val>
                                            <p:strVal val="ppt_y"/>
                                          </p:val>
                                        </p:tav>
                                        <p:tav tm="100000">
                                          <p:val>
                                            <p:strVal val="#ppt_y+0"/>
                                          </p:val>
                                        </p:tav>
                                      </p:tavLst>
                                    </p:anim>
                                    <p:anim to="" calcmode="lin" valueType="num">
                                      <p:cBhvr>
                                        <p:cTn id="367" dur="500" fill="hold">
                                          <p:stCondLst>
                                            <p:cond delay="0"/>
                                          </p:stCondLst>
                                        </p:cTn>
                                        <p:tgtEl>
                                          <p:spTgt spid="44"/>
                                        </p:tgtEl>
                                        <p:attrNameLst>
                                          <p:attrName>ppt_w</p:attrName>
                                        </p:attrNameLst>
                                      </p:cBhvr>
                                      <p:tavLst>
                                        <p:tav tm="0">
                                          <p:val>
                                            <p:strVal val="ppt_w"/>
                                          </p:val>
                                        </p:tav>
                                        <p:tav tm="100000">
                                          <p:val>
                                            <p:strVal val="#ppt_w"/>
                                          </p:val>
                                        </p:tav>
                                      </p:tavLst>
                                    </p:anim>
                                    <p:anim to="" calcmode="lin" valueType="num">
                                      <p:cBhvr>
                                        <p:cTn id="368" dur="500" fill="hold">
                                          <p:stCondLst>
                                            <p:cond delay="0"/>
                                          </p:stCondLst>
                                        </p:cTn>
                                        <p:tgtEl>
                                          <p:spTgt spid="44"/>
                                        </p:tgtEl>
                                        <p:attrNameLst>
                                          <p:attrName>ppt_h</p:attrName>
                                        </p:attrNameLst>
                                      </p:cBhvr>
                                      <p:tavLst>
                                        <p:tav tm="0">
                                          <p:val>
                                            <p:strVal val="ppt_h"/>
                                          </p:val>
                                        </p:tav>
                                        <p:tav tm="100000">
                                          <p:val>
                                            <p:strVal val="#ppt_h"/>
                                          </p:val>
                                        </p:tav>
                                      </p:tavLst>
                                    </p:anim>
                                  </p:childTnLst>
                                </p:cTn>
                              </p:par>
                              <p:par>
                                <p:cTn id="369" presetID="35" presetClass="path" presetSubtype="0" accel="50000" decel="50000" fill="hold" grpId="3" nodeType="withEffect">
                                  <p:stCondLst>
                                    <p:cond delay="0"/>
                                  </p:stCondLst>
                                  <p:childTnLst>
                                    <p:anim to="" calcmode="lin" valueType="num">
                                      <p:cBhvr>
                                        <p:cTn id="370" dur="500" fill="hold">
                                          <p:stCondLst>
                                            <p:cond delay="0"/>
                                          </p:stCondLst>
                                        </p:cTn>
                                        <p:tgtEl>
                                          <p:spTgt spid="4"/>
                                        </p:tgtEl>
                                        <p:attrNameLst>
                                          <p:attrName>ppt_x</p:attrName>
                                        </p:attrNameLst>
                                      </p:cBhvr>
                                      <p:tavLst>
                                        <p:tav tm="0">
                                          <p:val>
                                            <p:strVal val="ppt_x"/>
                                          </p:val>
                                        </p:tav>
                                        <p:tav tm="100000">
                                          <p:val>
                                            <p:strVal val="#ppt_x+0"/>
                                          </p:val>
                                        </p:tav>
                                      </p:tavLst>
                                    </p:anim>
                                    <p:anim to="" calcmode="lin" valueType="num">
                                      <p:cBhvr>
                                        <p:cTn id="371" dur="500" fill="hold">
                                          <p:stCondLst>
                                            <p:cond delay="0"/>
                                          </p:stCondLst>
                                        </p:cTn>
                                        <p:tgtEl>
                                          <p:spTgt spid="4"/>
                                        </p:tgtEl>
                                        <p:attrNameLst>
                                          <p:attrName>ppt_y</p:attrName>
                                        </p:attrNameLst>
                                      </p:cBhvr>
                                      <p:tavLst>
                                        <p:tav tm="0">
                                          <p:val>
                                            <p:strVal val="ppt_y"/>
                                          </p:val>
                                        </p:tav>
                                        <p:tav tm="100000">
                                          <p:val>
                                            <p:strVal val="#ppt_y+0"/>
                                          </p:val>
                                        </p:tav>
                                      </p:tavLst>
                                    </p:anim>
                                    <p:anim to="" calcmode="lin" valueType="num">
                                      <p:cBhvr>
                                        <p:cTn id="372" dur="500" fill="hold">
                                          <p:stCondLst>
                                            <p:cond delay="0"/>
                                          </p:stCondLst>
                                        </p:cTn>
                                        <p:tgtEl>
                                          <p:spTgt spid="4"/>
                                        </p:tgtEl>
                                        <p:attrNameLst>
                                          <p:attrName>ppt_w</p:attrName>
                                        </p:attrNameLst>
                                      </p:cBhvr>
                                      <p:tavLst>
                                        <p:tav tm="0">
                                          <p:val>
                                            <p:strVal val="ppt_w"/>
                                          </p:val>
                                        </p:tav>
                                        <p:tav tm="100000">
                                          <p:val>
                                            <p:strVal val="#ppt_w"/>
                                          </p:val>
                                        </p:tav>
                                      </p:tavLst>
                                    </p:anim>
                                    <p:anim to="" calcmode="lin" valueType="num">
                                      <p:cBhvr>
                                        <p:cTn id="373" dur="500" fill="hold">
                                          <p:stCondLst>
                                            <p:cond delay="0"/>
                                          </p:stCondLst>
                                        </p:cTn>
                                        <p:tgtEl>
                                          <p:spTgt spid="4"/>
                                        </p:tgtEl>
                                        <p:attrNameLst>
                                          <p:attrName>ppt_h</p:attrName>
                                        </p:attrNameLst>
                                      </p:cBhvr>
                                      <p:tavLst>
                                        <p:tav tm="0">
                                          <p:val>
                                            <p:strVal val="ppt_h"/>
                                          </p:val>
                                        </p:tav>
                                        <p:tav tm="100000">
                                          <p:val>
                                            <p:strVal val="#ppt_h"/>
                                          </p:val>
                                        </p:tav>
                                      </p:tavLst>
                                    </p:anim>
                                  </p:childTnLst>
                                </p:cTn>
                              </p:par>
                              <p:par>
                                <p:cTn id="374" presetID="35" presetClass="path" presetSubtype="0" accel="50000" decel="50000" fill="hold" grpId="3" nodeType="withEffect">
                                  <p:stCondLst>
                                    <p:cond delay="0"/>
                                  </p:stCondLst>
                                  <p:childTnLst>
                                    <p:anim to="" calcmode="lin" valueType="num">
                                      <p:cBhvr>
                                        <p:cTn id="375" dur="500" fill="hold">
                                          <p:stCondLst>
                                            <p:cond delay="0"/>
                                          </p:stCondLst>
                                        </p:cTn>
                                        <p:tgtEl>
                                          <p:spTgt spid="5"/>
                                        </p:tgtEl>
                                        <p:attrNameLst>
                                          <p:attrName>ppt_x</p:attrName>
                                        </p:attrNameLst>
                                      </p:cBhvr>
                                      <p:tavLst>
                                        <p:tav tm="0">
                                          <p:val>
                                            <p:strVal val="ppt_x"/>
                                          </p:val>
                                        </p:tav>
                                        <p:tav tm="100000">
                                          <p:val>
                                            <p:strVal val="#ppt_x+0"/>
                                          </p:val>
                                        </p:tav>
                                      </p:tavLst>
                                    </p:anim>
                                    <p:anim to="" calcmode="lin" valueType="num">
                                      <p:cBhvr>
                                        <p:cTn id="376" dur="500" fill="hold">
                                          <p:stCondLst>
                                            <p:cond delay="0"/>
                                          </p:stCondLst>
                                        </p:cTn>
                                        <p:tgtEl>
                                          <p:spTgt spid="5"/>
                                        </p:tgtEl>
                                        <p:attrNameLst>
                                          <p:attrName>ppt_y</p:attrName>
                                        </p:attrNameLst>
                                      </p:cBhvr>
                                      <p:tavLst>
                                        <p:tav tm="0">
                                          <p:val>
                                            <p:strVal val="ppt_y"/>
                                          </p:val>
                                        </p:tav>
                                        <p:tav tm="100000">
                                          <p:val>
                                            <p:strVal val="#ppt_y+0"/>
                                          </p:val>
                                        </p:tav>
                                      </p:tavLst>
                                    </p:anim>
                                    <p:anim to="" calcmode="lin" valueType="num">
                                      <p:cBhvr>
                                        <p:cTn id="377" dur="500" fill="hold">
                                          <p:stCondLst>
                                            <p:cond delay="0"/>
                                          </p:stCondLst>
                                        </p:cTn>
                                        <p:tgtEl>
                                          <p:spTgt spid="5"/>
                                        </p:tgtEl>
                                        <p:attrNameLst>
                                          <p:attrName>ppt_w</p:attrName>
                                        </p:attrNameLst>
                                      </p:cBhvr>
                                      <p:tavLst>
                                        <p:tav tm="0">
                                          <p:val>
                                            <p:strVal val="ppt_w"/>
                                          </p:val>
                                        </p:tav>
                                        <p:tav tm="100000">
                                          <p:val>
                                            <p:strVal val="#ppt_w"/>
                                          </p:val>
                                        </p:tav>
                                      </p:tavLst>
                                    </p:anim>
                                    <p:anim to="" calcmode="lin" valueType="num">
                                      <p:cBhvr>
                                        <p:cTn id="378" dur="500" fill="hold">
                                          <p:stCondLst>
                                            <p:cond delay="0"/>
                                          </p:stCondLst>
                                        </p:cTn>
                                        <p:tgtEl>
                                          <p:spTgt spid="5"/>
                                        </p:tgtEl>
                                        <p:attrNameLst>
                                          <p:attrName>ppt_h</p:attrName>
                                        </p:attrNameLst>
                                      </p:cBhvr>
                                      <p:tavLst>
                                        <p:tav tm="0">
                                          <p:val>
                                            <p:strVal val="ppt_h"/>
                                          </p:val>
                                        </p:tav>
                                        <p:tav tm="100000">
                                          <p:val>
                                            <p:strVal val="#ppt_h"/>
                                          </p:val>
                                        </p:tav>
                                      </p:tavLst>
                                    </p:anim>
                                  </p:childTnLst>
                                </p:cTn>
                              </p:par>
                              <p:par>
                                <p:cTn id="379" presetID="35" presetClass="path" presetSubtype="0" accel="50000" decel="50000" fill="hold" grpId="3" nodeType="withEffect">
                                  <p:stCondLst>
                                    <p:cond delay="0"/>
                                  </p:stCondLst>
                                  <p:childTnLst>
                                    <p:anim to="" calcmode="lin" valueType="num">
                                      <p:cBhvr>
                                        <p:cTn id="380" dur="500" fill="hold">
                                          <p:stCondLst>
                                            <p:cond delay="0"/>
                                          </p:stCondLst>
                                        </p:cTn>
                                        <p:tgtEl>
                                          <p:spTgt spid="6"/>
                                        </p:tgtEl>
                                        <p:attrNameLst>
                                          <p:attrName>ppt_x</p:attrName>
                                        </p:attrNameLst>
                                      </p:cBhvr>
                                      <p:tavLst>
                                        <p:tav tm="0">
                                          <p:val>
                                            <p:strVal val="ppt_x"/>
                                          </p:val>
                                        </p:tav>
                                        <p:tav tm="100000">
                                          <p:val>
                                            <p:strVal val="#ppt_x+0"/>
                                          </p:val>
                                        </p:tav>
                                      </p:tavLst>
                                    </p:anim>
                                    <p:anim to="" calcmode="lin" valueType="num">
                                      <p:cBhvr>
                                        <p:cTn id="381" dur="500" fill="hold">
                                          <p:stCondLst>
                                            <p:cond delay="0"/>
                                          </p:stCondLst>
                                        </p:cTn>
                                        <p:tgtEl>
                                          <p:spTgt spid="6"/>
                                        </p:tgtEl>
                                        <p:attrNameLst>
                                          <p:attrName>ppt_y</p:attrName>
                                        </p:attrNameLst>
                                      </p:cBhvr>
                                      <p:tavLst>
                                        <p:tav tm="0">
                                          <p:val>
                                            <p:strVal val="ppt_y"/>
                                          </p:val>
                                        </p:tav>
                                        <p:tav tm="100000">
                                          <p:val>
                                            <p:strVal val="#ppt_y+0"/>
                                          </p:val>
                                        </p:tav>
                                      </p:tavLst>
                                    </p:anim>
                                    <p:anim to="" calcmode="lin" valueType="num">
                                      <p:cBhvr>
                                        <p:cTn id="382" dur="500" fill="hold">
                                          <p:stCondLst>
                                            <p:cond delay="0"/>
                                          </p:stCondLst>
                                        </p:cTn>
                                        <p:tgtEl>
                                          <p:spTgt spid="6"/>
                                        </p:tgtEl>
                                        <p:attrNameLst>
                                          <p:attrName>ppt_w</p:attrName>
                                        </p:attrNameLst>
                                      </p:cBhvr>
                                      <p:tavLst>
                                        <p:tav tm="0">
                                          <p:val>
                                            <p:strVal val="ppt_w"/>
                                          </p:val>
                                        </p:tav>
                                        <p:tav tm="100000">
                                          <p:val>
                                            <p:strVal val="#ppt_w"/>
                                          </p:val>
                                        </p:tav>
                                      </p:tavLst>
                                    </p:anim>
                                    <p:anim to="" calcmode="lin" valueType="num">
                                      <p:cBhvr>
                                        <p:cTn id="383" dur="500" fill="hold">
                                          <p:stCondLst>
                                            <p:cond delay="0"/>
                                          </p:stCondLst>
                                        </p:cTn>
                                        <p:tgtEl>
                                          <p:spTgt spid="6"/>
                                        </p:tgtEl>
                                        <p:attrNameLst>
                                          <p:attrName>ppt_h</p:attrName>
                                        </p:attrNameLst>
                                      </p:cBhvr>
                                      <p:tavLst>
                                        <p:tav tm="0">
                                          <p:val>
                                            <p:strVal val="ppt_h"/>
                                          </p:val>
                                        </p:tav>
                                        <p:tav tm="100000">
                                          <p:val>
                                            <p:strVal val="#ppt_h"/>
                                          </p:val>
                                        </p:tav>
                                      </p:tavLst>
                                    </p:anim>
                                  </p:childTnLst>
                                </p:cTn>
                              </p:par>
                              <p:par>
                                <p:cTn id="384" presetID="35" presetClass="path" presetSubtype="0" accel="50000" decel="50000" fill="hold" grpId="3" nodeType="withEffect">
                                  <p:stCondLst>
                                    <p:cond delay="0"/>
                                  </p:stCondLst>
                                  <p:childTnLst>
                                    <p:anim to="" calcmode="lin" valueType="num">
                                      <p:cBhvr>
                                        <p:cTn id="385" dur="500" fill="hold">
                                          <p:stCondLst>
                                            <p:cond delay="0"/>
                                          </p:stCondLst>
                                        </p:cTn>
                                        <p:tgtEl>
                                          <p:spTgt spid="7"/>
                                        </p:tgtEl>
                                        <p:attrNameLst>
                                          <p:attrName>ppt_x</p:attrName>
                                        </p:attrNameLst>
                                      </p:cBhvr>
                                      <p:tavLst>
                                        <p:tav tm="0">
                                          <p:val>
                                            <p:strVal val="ppt_x"/>
                                          </p:val>
                                        </p:tav>
                                        <p:tav tm="100000">
                                          <p:val>
                                            <p:strVal val="#ppt_x+0"/>
                                          </p:val>
                                        </p:tav>
                                      </p:tavLst>
                                    </p:anim>
                                    <p:anim to="" calcmode="lin" valueType="num">
                                      <p:cBhvr>
                                        <p:cTn id="386" dur="500" fill="hold">
                                          <p:stCondLst>
                                            <p:cond delay="0"/>
                                          </p:stCondLst>
                                        </p:cTn>
                                        <p:tgtEl>
                                          <p:spTgt spid="7"/>
                                        </p:tgtEl>
                                        <p:attrNameLst>
                                          <p:attrName>ppt_y</p:attrName>
                                        </p:attrNameLst>
                                      </p:cBhvr>
                                      <p:tavLst>
                                        <p:tav tm="0">
                                          <p:val>
                                            <p:strVal val="ppt_y"/>
                                          </p:val>
                                        </p:tav>
                                        <p:tav tm="100000">
                                          <p:val>
                                            <p:strVal val="#ppt_y+0"/>
                                          </p:val>
                                        </p:tav>
                                      </p:tavLst>
                                    </p:anim>
                                    <p:anim to="" calcmode="lin" valueType="num">
                                      <p:cBhvr>
                                        <p:cTn id="387" dur="500" fill="hold">
                                          <p:stCondLst>
                                            <p:cond delay="0"/>
                                          </p:stCondLst>
                                        </p:cTn>
                                        <p:tgtEl>
                                          <p:spTgt spid="7"/>
                                        </p:tgtEl>
                                        <p:attrNameLst>
                                          <p:attrName>ppt_w</p:attrName>
                                        </p:attrNameLst>
                                      </p:cBhvr>
                                      <p:tavLst>
                                        <p:tav tm="0">
                                          <p:val>
                                            <p:strVal val="ppt_w"/>
                                          </p:val>
                                        </p:tav>
                                        <p:tav tm="100000">
                                          <p:val>
                                            <p:strVal val="#ppt_w"/>
                                          </p:val>
                                        </p:tav>
                                      </p:tavLst>
                                    </p:anim>
                                    <p:anim to="" calcmode="lin" valueType="num">
                                      <p:cBhvr>
                                        <p:cTn id="388" dur="500" fill="hold">
                                          <p:stCondLst>
                                            <p:cond delay="0"/>
                                          </p:stCondLst>
                                        </p:cTn>
                                        <p:tgtEl>
                                          <p:spTgt spid="7"/>
                                        </p:tgtEl>
                                        <p:attrNameLst>
                                          <p:attrName>ppt_h</p:attrName>
                                        </p:attrNameLst>
                                      </p:cBhvr>
                                      <p:tavLst>
                                        <p:tav tm="0">
                                          <p:val>
                                            <p:strVal val="ppt_h"/>
                                          </p:val>
                                        </p:tav>
                                        <p:tav tm="100000">
                                          <p:val>
                                            <p:strVal val="#ppt_h"/>
                                          </p:val>
                                        </p:tav>
                                      </p:tavLst>
                                    </p:anim>
                                  </p:childTnLst>
                                </p:cTn>
                              </p:par>
                              <p:par>
                                <p:cTn id="389" presetID="35" presetClass="path" presetSubtype="0" accel="50000" decel="50000" fill="hold" nodeType="withEffect">
                                  <p:stCondLst>
                                    <p:cond delay="0"/>
                                  </p:stCondLst>
                                  <p:childTnLst>
                                    <p:anim to="" calcmode="lin" valueType="num">
                                      <p:cBhvr>
                                        <p:cTn id="390" dur="500" fill="hold">
                                          <p:stCondLst>
                                            <p:cond delay="0"/>
                                          </p:stCondLst>
                                        </p:cTn>
                                        <p:tgtEl>
                                          <p:spTgt spid="27"/>
                                        </p:tgtEl>
                                        <p:attrNameLst>
                                          <p:attrName>ppt_x</p:attrName>
                                        </p:attrNameLst>
                                      </p:cBhvr>
                                      <p:tavLst>
                                        <p:tav tm="0">
                                          <p:val>
                                            <p:strVal val="ppt_x"/>
                                          </p:val>
                                        </p:tav>
                                        <p:tav tm="100000">
                                          <p:val>
                                            <p:strVal val="#ppt_x+0"/>
                                          </p:val>
                                        </p:tav>
                                      </p:tavLst>
                                    </p:anim>
                                    <p:anim to="" calcmode="lin" valueType="num">
                                      <p:cBhvr>
                                        <p:cTn id="391" dur="500" fill="hold">
                                          <p:stCondLst>
                                            <p:cond delay="0"/>
                                          </p:stCondLst>
                                        </p:cTn>
                                        <p:tgtEl>
                                          <p:spTgt spid="27"/>
                                        </p:tgtEl>
                                        <p:attrNameLst>
                                          <p:attrName>ppt_y</p:attrName>
                                        </p:attrNameLst>
                                      </p:cBhvr>
                                      <p:tavLst>
                                        <p:tav tm="0">
                                          <p:val>
                                            <p:strVal val="ppt_y"/>
                                          </p:val>
                                        </p:tav>
                                        <p:tav tm="100000">
                                          <p:val>
                                            <p:strVal val="#ppt_y+0"/>
                                          </p:val>
                                        </p:tav>
                                      </p:tavLst>
                                    </p:anim>
                                    <p:anim to="" calcmode="lin" valueType="num">
                                      <p:cBhvr>
                                        <p:cTn id="392" dur="500" fill="hold">
                                          <p:stCondLst>
                                            <p:cond delay="0"/>
                                          </p:stCondLst>
                                        </p:cTn>
                                        <p:tgtEl>
                                          <p:spTgt spid="27"/>
                                        </p:tgtEl>
                                        <p:attrNameLst>
                                          <p:attrName>ppt_w</p:attrName>
                                        </p:attrNameLst>
                                      </p:cBhvr>
                                      <p:tavLst>
                                        <p:tav tm="0">
                                          <p:val>
                                            <p:strVal val="ppt_w"/>
                                          </p:val>
                                        </p:tav>
                                        <p:tav tm="100000">
                                          <p:val>
                                            <p:strVal val="#ppt_w"/>
                                          </p:val>
                                        </p:tav>
                                      </p:tavLst>
                                    </p:anim>
                                    <p:anim to="" calcmode="lin" valueType="num">
                                      <p:cBhvr>
                                        <p:cTn id="393" dur="500" fill="hold">
                                          <p:stCondLst>
                                            <p:cond delay="0"/>
                                          </p:stCondLst>
                                        </p:cTn>
                                        <p:tgtEl>
                                          <p:spTgt spid="27"/>
                                        </p:tgtEl>
                                        <p:attrNameLst>
                                          <p:attrName>ppt_h</p:attrName>
                                        </p:attrNameLst>
                                      </p:cBhvr>
                                      <p:tavLst>
                                        <p:tav tm="0">
                                          <p:val>
                                            <p:strVal val="ppt_h"/>
                                          </p:val>
                                        </p:tav>
                                        <p:tav tm="100000">
                                          <p:val>
                                            <p:strVal val="#ppt_h"/>
                                          </p:val>
                                        </p:tav>
                                      </p:tavLst>
                                    </p:anim>
                                  </p:childTnLst>
                                </p:cTn>
                              </p:par>
                              <p:par>
                                <p:cTn id="394" presetID="35" presetClass="path" presetSubtype="0" accel="50000" decel="50000" fill="hold" grpId="2" nodeType="withEffect">
                                  <p:stCondLst>
                                    <p:cond delay="0"/>
                                  </p:stCondLst>
                                  <p:childTnLst>
                                    <p:anim to="" calcmode="lin" valueType="num">
                                      <p:cBhvr>
                                        <p:cTn id="395" dur="500" fill="hold">
                                          <p:stCondLst>
                                            <p:cond delay="0"/>
                                          </p:stCondLst>
                                        </p:cTn>
                                        <p:tgtEl>
                                          <p:spTgt spid="22"/>
                                        </p:tgtEl>
                                        <p:attrNameLst>
                                          <p:attrName>ppt_x</p:attrName>
                                        </p:attrNameLst>
                                      </p:cBhvr>
                                      <p:tavLst>
                                        <p:tav tm="0">
                                          <p:val>
                                            <p:strVal val="ppt_x"/>
                                          </p:val>
                                        </p:tav>
                                        <p:tav tm="100000">
                                          <p:val>
                                            <p:strVal val="#ppt_x+0"/>
                                          </p:val>
                                        </p:tav>
                                      </p:tavLst>
                                    </p:anim>
                                    <p:anim to="" calcmode="lin" valueType="num">
                                      <p:cBhvr>
                                        <p:cTn id="396" dur="500" fill="hold">
                                          <p:stCondLst>
                                            <p:cond delay="0"/>
                                          </p:stCondLst>
                                        </p:cTn>
                                        <p:tgtEl>
                                          <p:spTgt spid="22"/>
                                        </p:tgtEl>
                                        <p:attrNameLst>
                                          <p:attrName>ppt_y</p:attrName>
                                        </p:attrNameLst>
                                      </p:cBhvr>
                                      <p:tavLst>
                                        <p:tav tm="0">
                                          <p:val>
                                            <p:strVal val="ppt_y"/>
                                          </p:val>
                                        </p:tav>
                                        <p:tav tm="100000">
                                          <p:val>
                                            <p:strVal val="#ppt_y+0"/>
                                          </p:val>
                                        </p:tav>
                                      </p:tavLst>
                                    </p:anim>
                                    <p:anim to="" calcmode="lin" valueType="num">
                                      <p:cBhvr>
                                        <p:cTn id="397" dur="500" fill="hold">
                                          <p:stCondLst>
                                            <p:cond delay="0"/>
                                          </p:stCondLst>
                                        </p:cTn>
                                        <p:tgtEl>
                                          <p:spTgt spid="22"/>
                                        </p:tgtEl>
                                        <p:attrNameLst>
                                          <p:attrName>ppt_w</p:attrName>
                                        </p:attrNameLst>
                                      </p:cBhvr>
                                      <p:tavLst>
                                        <p:tav tm="0">
                                          <p:val>
                                            <p:strVal val="ppt_w"/>
                                          </p:val>
                                        </p:tav>
                                        <p:tav tm="100000">
                                          <p:val>
                                            <p:strVal val="#ppt_w"/>
                                          </p:val>
                                        </p:tav>
                                      </p:tavLst>
                                    </p:anim>
                                    <p:anim to="" calcmode="lin" valueType="num">
                                      <p:cBhvr>
                                        <p:cTn id="398" dur="500" fill="hold">
                                          <p:stCondLst>
                                            <p:cond delay="0"/>
                                          </p:stCondLst>
                                        </p:cTn>
                                        <p:tgtEl>
                                          <p:spTgt spid="22"/>
                                        </p:tgtEl>
                                        <p:attrNameLst>
                                          <p:attrName>ppt_h</p:attrName>
                                        </p:attrNameLst>
                                      </p:cBhvr>
                                      <p:tavLst>
                                        <p:tav tm="0">
                                          <p:val>
                                            <p:strVal val="ppt_h"/>
                                          </p:val>
                                        </p:tav>
                                        <p:tav tm="100000">
                                          <p:val>
                                            <p:strVal val="#ppt_h"/>
                                          </p:val>
                                        </p:tav>
                                      </p:tavLst>
                                    </p:anim>
                                  </p:childTnLst>
                                </p:cTn>
                              </p:par>
                              <p:par>
                                <p:cTn id="399" presetID="35" presetClass="path" presetSubtype="0" accel="50000" decel="50000" fill="hold" grpId="2" nodeType="withEffect">
                                  <p:stCondLst>
                                    <p:cond delay="0"/>
                                  </p:stCondLst>
                                  <p:childTnLst>
                                    <p:anim to="" calcmode="lin" valueType="num">
                                      <p:cBhvr>
                                        <p:cTn id="400" dur="500" fill="hold">
                                          <p:stCondLst>
                                            <p:cond delay="0"/>
                                          </p:stCondLst>
                                        </p:cTn>
                                        <p:tgtEl>
                                          <p:spTgt spid="45"/>
                                        </p:tgtEl>
                                        <p:attrNameLst>
                                          <p:attrName>ppt_x</p:attrName>
                                        </p:attrNameLst>
                                      </p:cBhvr>
                                      <p:tavLst>
                                        <p:tav tm="0">
                                          <p:val>
                                            <p:strVal val="ppt_x"/>
                                          </p:val>
                                        </p:tav>
                                        <p:tav tm="100000">
                                          <p:val>
                                            <p:strVal val="#ppt_x+0"/>
                                          </p:val>
                                        </p:tav>
                                      </p:tavLst>
                                    </p:anim>
                                    <p:anim to="" calcmode="lin" valueType="num">
                                      <p:cBhvr>
                                        <p:cTn id="401" dur="500" fill="hold">
                                          <p:stCondLst>
                                            <p:cond delay="0"/>
                                          </p:stCondLst>
                                        </p:cTn>
                                        <p:tgtEl>
                                          <p:spTgt spid="45"/>
                                        </p:tgtEl>
                                        <p:attrNameLst>
                                          <p:attrName>ppt_y</p:attrName>
                                        </p:attrNameLst>
                                      </p:cBhvr>
                                      <p:tavLst>
                                        <p:tav tm="0">
                                          <p:val>
                                            <p:strVal val="ppt_y"/>
                                          </p:val>
                                        </p:tav>
                                        <p:tav tm="100000">
                                          <p:val>
                                            <p:strVal val="#ppt_y+0"/>
                                          </p:val>
                                        </p:tav>
                                      </p:tavLst>
                                    </p:anim>
                                    <p:anim to="" calcmode="lin" valueType="num">
                                      <p:cBhvr>
                                        <p:cTn id="402" dur="500" fill="hold">
                                          <p:stCondLst>
                                            <p:cond delay="0"/>
                                          </p:stCondLst>
                                        </p:cTn>
                                        <p:tgtEl>
                                          <p:spTgt spid="45"/>
                                        </p:tgtEl>
                                        <p:attrNameLst>
                                          <p:attrName>ppt_w</p:attrName>
                                        </p:attrNameLst>
                                      </p:cBhvr>
                                      <p:tavLst>
                                        <p:tav tm="0">
                                          <p:val>
                                            <p:strVal val="ppt_w"/>
                                          </p:val>
                                        </p:tav>
                                        <p:tav tm="100000">
                                          <p:val>
                                            <p:strVal val="#ppt_w"/>
                                          </p:val>
                                        </p:tav>
                                      </p:tavLst>
                                    </p:anim>
                                    <p:anim to="" calcmode="lin" valueType="num">
                                      <p:cBhvr>
                                        <p:cTn id="403" dur="500" fill="hold">
                                          <p:stCondLst>
                                            <p:cond delay="0"/>
                                          </p:stCondLst>
                                        </p:cTn>
                                        <p:tgtEl>
                                          <p:spTgt spid="45"/>
                                        </p:tgtEl>
                                        <p:attrNameLst>
                                          <p:attrName>ppt_h</p:attrName>
                                        </p:attrNameLst>
                                      </p:cBhvr>
                                      <p:tavLst>
                                        <p:tav tm="0">
                                          <p:val>
                                            <p:strVal val="ppt_h"/>
                                          </p:val>
                                        </p:tav>
                                        <p:tav tm="100000">
                                          <p:val>
                                            <p:strVal val="#ppt_h"/>
                                          </p:val>
                                        </p:tav>
                                      </p:tavLst>
                                    </p:anim>
                                  </p:childTnLst>
                                </p:cTn>
                              </p:par>
                              <p:par>
                                <p:cTn id="404" presetID="35" presetClass="path" presetSubtype="0" accel="50000" decel="50000" fill="hold" grpId="2" nodeType="withEffect">
                                  <p:stCondLst>
                                    <p:cond delay="0"/>
                                  </p:stCondLst>
                                  <p:childTnLst>
                                    <p:anim to="" calcmode="lin" valueType="num">
                                      <p:cBhvr>
                                        <p:cTn id="405" dur="500" fill="hold">
                                          <p:stCondLst>
                                            <p:cond delay="0"/>
                                          </p:stCondLst>
                                        </p:cTn>
                                        <p:tgtEl>
                                          <p:spTgt spid="9"/>
                                        </p:tgtEl>
                                        <p:attrNameLst>
                                          <p:attrName>ppt_x</p:attrName>
                                        </p:attrNameLst>
                                      </p:cBhvr>
                                      <p:tavLst>
                                        <p:tav tm="0">
                                          <p:val>
                                            <p:strVal val="ppt_x"/>
                                          </p:val>
                                        </p:tav>
                                        <p:tav tm="100000">
                                          <p:val>
                                            <p:strVal val="#ppt_x+0"/>
                                          </p:val>
                                        </p:tav>
                                      </p:tavLst>
                                    </p:anim>
                                    <p:anim to="" calcmode="lin" valueType="num">
                                      <p:cBhvr>
                                        <p:cTn id="406" dur="500" fill="hold">
                                          <p:stCondLst>
                                            <p:cond delay="0"/>
                                          </p:stCondLst>
                                        </p:cTn>
                                        <p:tgtEl>
                                          <p:spTgt spid="9"/>
                                        </p:tgtEl>
                                        <p:attrNameLst>
                                          <p:attrName>ppt_y</p:attrName>
                                        </p:attrNameLst>
                                      </p:cBhvr>
                                      <p:tavLst>
                                        <p:tav tm="0">
                                          <p:val>
                                            <p:strVal val="ppt_y"/>
                                          </p:val>
                                        </p:tav>
                                        <p:tav tm="100000">
                                          <p:val>
                                            <p:strVal val="#ppt_y+0"/>
                                          </p:val>
                                        </p:tav>
                                      </p:tavLst>
                                    </p:anim>
                                    <p:anim to="" calcmode="lin" valueType="num">
                                      <p:cBhvr>
                                        <p:cTn id="407" dur="500" fill="hold">
                                          <p:stCondLst>
                                            <p:cond delay="0"/>
                                          </p:stCondLst>
                                        </p:cTn>
                                        <p:tgtEl>
                                          <p:spTgt spid="9"/>
                                        </p:tgtEl>
                                        <p:attrNameLst>
                                          <p:attrName>ppt_w</p:attrName>
                                        </p:attrNameLst>
                                      </p:cBhvr>
                                      <p:tavLst>
                                        <p:tav tm="0">
                                          <p:val>
                                            <p:strVal val="ppt_w"/>
                                          </p:val>
                                        </p:tav>
                                        <p:tav tm="100000">
                                          <p:val>
                                            <p:strVal val="#ppt_w"/>
                                          </p:val>
                                        </p:tav>
                                      </p:tavLst>
                                    </p:anim>
                                    <p:anim to="" calcmode="lin" valueType="num">
                                      <p:cBhvr>
                                        <p:cTn id="408" dur="500" fill="hold">
                                          <p:stCondLst>
                                            <p:cond delay="0"/>
                                          </p:stCondLst>
                                        </p:cTn>
                                        <p:tgtEl>
                                          <p:spTgt spid="9"/>
                                        </p:tgtEl>
                                        <p:attrNameLst>
                                          <p:attrName>ppt_h</p:attrName>
                                        </p:attrNameLst>
                                      </p:cBhvr>
                                      <p:tavLst>
                                        <p:tav tm="0">
                                          <p:val>
                                            <p:strVal val="ppt_h"/>
                                          </p:val>
                                        </p:tav>
                                        <p:tav tm="100000">
                                          <p:val>
                                            <p:strVal val="#ppt_h"/>
                                          </p:val>
                                        </p:tav>
                                      </p:tavLst>
                                    </p:anim>
                                  </p:childTnLst>
                                </p:cTn>
                              </p:par>
                              <p:par>
                                <p:cTn id="409" presetID="35" presetClass="path" presetSubtype="0" accel="50000" decel="50000" fill="hold" grpId="2" nodeType="withEffect">
                                  <p:stCondLst>
                                    <p:cond delay="0"/>
                                  </p:stCondLst>
                                  <p:childTnLst>
                                    <p:anim to="" calcmode="lin" valueType="num">
                                      <p:cBhvr>
                                        <p:cTn id="410"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411"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412"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413"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414" presetID="35" presetClass="path" presetSubtype="0" accel="50000" decel="50000" fill="hold" grpId="2" nodeType="withEffect">
                                  <p:stCondLst>
                                    <p:cond delay="0"/>
                                  </p:stCondLst>
                                  <p:childTnLst>
                                    <p:anim to="" calcmode="lin" valueType="num">
                                      <p:cBhvr>
                                        <p:cTn id="415" dur="500" fill="hold">
                                          <p:stCondLst>
                                            <p:cond delay="0"/>
                                          </p:stCondLst>
                                        </p:cTn>
                                        <p:tgtEl>
                                          <p:spTgt spid="15"/>
                                        </p:tgtEl>
                                        <p:attrNameLst>
                                          <p:attrName>ppt_x</p:attrName>
                                        </p:attrNameLst>
                                      </p:cBhvr>
                                      <p:tavLst>
                                        <p:tav tm="0">
                                          <p:val>
                                            <p:strVal val="ppt_x"/>
                                          </p:val>
                                        </p:tav>
                                        <p:tav tm="100000">
                                          <p:val>
                                            <p:strVal val="#ppt_x+0"/>
                                          </p:val>
                                        </p:tav>
                                      </p:tavLst>
                                    </p:anim>
                                    <p:anim to="" calcmode="lin" valueType="num">
                                      <p:cBhvr>
                                        <p:cTn id="416" dur="500" fill="hold">
                                          <p:stCondLst>
                                            <p:cond delay="0"/>
                                          </p:stCondLst>
                                        </p:cTn>
                                        <p:tgtEl>
                                          <p:spTgt spid="15"/>
                                        </p:tgtEl>
                                        <p:attrNameLst>
                                          <p:attrName>ppt_y</p:attrName>
                                        </p:attrNameLst>
                                      </p:cBhvr>
                                      <p:tavLst>
                                        <p:tav tm="0">
                                          <p:val>
                                            <p:strVal val="ppt_y"/>
                                          </p:val>
                                        </p:tav>
                                        <p:tav tm="100000">
                                          <p:val>
                                            <p:strVal val="#ppt_y+0"/>
                                          </p:val>
                                        </p:tav>
                                      </p:tavLst>
                                    </p:anim>
                                    <p:anim to="" calcmode="lin" valueType="num">
                                      <p:cBhvr>
                                        <p:cTn id="417"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418"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419" presetID="35" presetClass="path" presetSubtype="0" accel="50000" decel="50000" fill="hold" grpId="2" nodeType="withEffect">
                                  <p:stCondLst>
                                    <p:cond delay="0"/>
                                  </p:stCondLst>
                                  <p:childTnLst>
                                    <p:anim to="" calcmode="lin" valueType="num">
                                      <p:cBhvr>
                                        <p:cTn id="420" dur="500" fill="hold">
                                          <p:stCondLst>
                                            <p:cond delay="0"/>
                                          </p:stCondLst>
                                        </p:cTn>
                                        <p:tgtEl>
                                          <p:spTgt spid="25"/>
                                        </p:tgtEl>
                                        <p:attrNameLst>
                                          <p:attrName>ppt_x</p:attrName>
                                        </p:attrNameLst>
                                      </p:cBhvr>
                                      <p:tavLst>
                                        <p:tav tm="0">
                                          <p:val>
                                            <p:strVal val="ppt_x"/>
                                          </p:val>
                                        </p:tav>
                                        <p:tav tm="100000">
                                          <p:val>
                                            <p:strVal val="#ppt_x+0"/>
                                          </p:val>
                                        </p:tav>
                                      </p:tavLst>
                                    </p:anim>
                                    <p:anim to="" calcmode="lin" valueType="num">
                                      <p:cBhvr>
                                        <p:cTn id="421" dur="500" fill="hold">
                                          <p:stCondLst>
                                            <p:cond delay="0"/>
                                          </p:stCondLst>
                                        </p:cTn>
                                        <p:tgtEl>
                                          <p:spTgt spid="25"/>
                                        </p:tgtEl>
                                        <p:attrNameLst>
                                          <p:attrName>ppt_y</p:attrName>
                                        </p:attrNameLst>
                                      </p:cBhvr>
                                      <p:tavLst>
                                        <p:tav tm="0">
                                          <p:val>
                                            <p:strVal val="ppt_y"/>
                                          </p:val>
                                        </p:tav>
                                        <p:tav tm="100000">
                                          <p:val>
                                            <p:strVal val="#ppt_y+0"/>
                                          </p:val>
                                        </p:tav>
                                      </p:tavLst>
                                    </p:anim>
                                    <p:anim to="" calcmode="lin" valueType="num">
                                      <p:cBhvr>
                                        <p:cTn id="422" dur="500" fill="hold">
                                          <p:stCondLst>
                                            <p:cond delay="0"/>
                                          </p:stCondLst>
                                        </p:cTn>
                                        <p:tgtEl>
                                          <p:spTgt spid="25"/>
                                        </p:tgtEl>
                                        <p:attrNameLst>
                                          <p:attrName>ppt_w</p:attrName>
                                        </p:attrNameLst>
                                      </p:cBhvr>
                                      <p:tavLst>
                                        <p:tav tm="0">
                                          <p:val>
                                            <p:strVal val="ppt_w"/>
                                          </p:val>
                                        </p:tav>
                                        <p:tav tm="100000">
                                          <p:val>
                                            <p:strVal val="#ppt_w"/>
                                          </p:val>
                                        </p:tav>
                                      </p:tavLst>
                                    </p:anim>
                                    <p:anim to="" calcmode="lin" valueType="num">
                                      <p:cBhvr>
                                        <p:cTn id="423" dur="500" fill="hold">
                                          <p:stCondLst>
                                            <p:cond delay="0"/>
                                          </p:stCondLst>
                                        </p:cTn>
                                        <p:tgtEl>
                                          <p:spTgt spid="25"/>
                                        </p:tgtEl>
                                        <p:attrNameLst>
                                          <p:attrName>ppt_h</p:attrName>
                                        </p:attrNameLst>
                                      </p:cBhvr>
                                      <p:tavLst>
                                        <p:tav tm="0">
                                          <p:val>
                                            <p:strVal val="ppt_h"/>
                                          </p:val>
                                        </p:tav>
                                        <p:tav tm="100000">
                                          <p:val>
                                            <p:strVal val="#ppt_h"/>
                                          </p:val>
                                        </p:tav>
                                      </p:tavLst>
                                    </p:anim>
                                  </p:childTnLst>
                                </p:cTn>
                              </p:par>
                              <p:par>
                                <p:cTn id="424" presetID="35" presetClass="path" presetSubtype="0" accel="50000" decel="50000" fill="hold" nodeType="withEffect">
                                  <p:stCondLst>
                                    <p:cond delay="0"/>
                                  </p:stCondLst>
                                  <p:childTnLst>
                                    <p:anim to="" calcmode="lin" valueType="num">
                                      <p:cBhvr>
                                        <p:cTn id="425" dur="500" fill="hold">
                                          <p:stCondLst>
                                            <p:cond delay="0"/>
                                          </p:stCondLst>
                                        </p:cTn>
                                        <p:tgtEl>
                                          <p:spTgt spid="40"/>
                                        </p:tgtEl>
                                        <p:attrNameLst>
                                          <p:attrName>ppt_x</p:attrName>
                                        </p:attrNameLst>
                                      </p:cBhvr>
                                      <p:tavLst>
                                        <p:tav tm="0">
                                          <p:val>
                                            <p:strVal val="ppt_x"/>
                                          </p:val>
                                        </p:tav>
                                        <p:tav tm="100000">
                                          <p:val>
                                            <p:strVal val="#ppt_x+0"/>
                                          </p:val>
                                        </p:tav>
                                      </p:tavLst>
                                    </p:anim>
                                    <p:anim to="" calcmode="lin" valueType="num">
                                      <p:cBhvr>
                                        <p:cTn id="426" dur="500" fill="hold">
                                          <p:stCondLst>
                                            <p:cond delay="0"/>
                                          </p:stCondLst>
                                        </p:cTn>
                                        <p:tgtEl>
                                          <p:spTgt spid="40"/>
                                        </p:tgtEl>
                                        <p:attrNameLst>
                                          <p:attrName>ppt_y</p:attrName>
                                        </p:attrNameLst>
                                      </p:cBhvr>
                                      <p:tavLst>
                                        <p:tav tm="0">
                                          <p:val>
                                            <p:strVal val="ppt_y"/>
                                          </p:val>
                                        </p:tav>
                                        <p:tav tm="100000">
                                          <p:val>
                                            <p:strVal val="#ppt_y+0"/>
                                          </p:val>
                                        </p:tav>
                                      </p:tavLst>
                                    </p:anim>
                                    <p:anim to="" calcmode="lin" valueType="num">
                                      <p:cBhvr>
                                        <p:cTn id="427" dur="500" fill="hold">
                                          <p:stCondLst>
                                            <p:cond delay="0"/>
                                          </p:stCondLst>
                                        </p:cTn>
                                        <p:tgtEl>
                                          <p:spTgt spid="40"/>
                                        </p:tgtEl>
                                        <p:attrNameLst>
                                          <p:attrName>ppt_w</p:attrName>
                                        </p:attrNameLst>
                                      </p:cBhvr>
                                      <p:tavLst>
                                        <p:tav tm="0">
                                          <p:val>
                                            <p:strVal val="ppt_w"/>
                                          </p:val>
                                        </p:tav>
                                        <p:tav tm="100000">
                                          <p:val>
                                            <p:strVal val="#ppt_w"/>
                                          </p:val>
                                        </p:tav>
                                      </p:tavLst>
                                    </p:anim>
                                    <p:anim to="" calcmode="lin" valueType="num">
                                      <p:cBhvr>
                                        <p:cTn id="428" dur="500" fill="hold">
                                          <p:stCondLst>
                                            <p:cond delay="0"/>
                                          </p:stCondLst>
                                        </p:cTn>
                                        <p:tgtEl>
                                          <p:spTgt spid="40"/>
                                        </p:tgtEl>
                                        <p:attrNameLst>
                                          <p:attrName>ppt_h</p:attrName>
                                        </p:attrNameLst>
                                      </p:cBhvr>
                                      <p:tavLst>
                                        <p:tav tm="0">
                                          <p:val>
                                            <p:strVal val="ppt_h"/>
                                          </p:val>
                                        </p:tav>
                                        <p:tav tm="100000">
                                          <p:val>
                                            <p:strVal val="#ppt_h"/>
                                          </p:val>
                                        </p:tav>
                                      </p:tavLst>
                                    </p:anim>
                                  </p:childTnLst>
                                </p:cTn>
                              </p:par>
                              <p:par>
                                <p:cTn id="429" presetID="35" presetClass="path" presetSubtype="0" accel="50000" decel="50000" fill="hold" nodeType="withEffect">
                                  <p:stCondLst>
                                    <p:cond delay="0"/>
                                  </p:stCondLst>
                                  <p:childTnLst>
                                    <p:anim to="" calcmode="lin" valueType="num">
                                      <p:cBhvr>
                                        <p:cTn id="430" dur="500" fill="hold">
                                          <p:stCondLst>
                                            <p:cond delay="0"/>
                                          </p:stCondLst>
                                        </p:cTn>
                                        <p:tgtEl>
                                          <p:spTgt spid="33"/>
                                        </p:tgtEl>
                                        <p:attrNameLst>
                                          <p:attrName>ppt_x</p:attrName>
                                        </p:attrNameLst>
                                      </p:cBhvr>
                                      <p:tavLst>
                                        <p:tav tm="0">
                                          <p:val>
                                            <p:strVal val="ppt_x"/>
                                          </p:val>
                                        </p:tav>
                                        <p:tav tm="100000">
                                          <p:val>
                                            <p:strVal val="#ppt_x+0"/>
                                          </p:val>
                                        </p:tav>
                                      </p:tavLst>
                                    </p:anim>
                                    <p:anim to="" calcmode="lin" valueType="num">
                                      <p:cBhvr>
                                        <p:cTn id="431" dur="500" fill="hold">
                                          <p:stCondLst>
                                            <p:cond delay="0"/>
                                          </p:stCondLst>
                                        </p:cTn>
                                        <p:tgtEl>
                                          <p:spTgt spid="33"/>
                                        </p:tgtEl>
                                        <p:attrNameLst>
                                          <p:attrName>ppt_y</p:attrName>
                                        </p:attrNameLst>
                                      </p:cBhvr>
                                      <p:tavLst>
                                        <p:tav tm="0">
                                          <p:val>
                                            <p:strVal val="ppt_y"/>
                                          </p:val>
                                        </p:tav>
                                        <p:tav tm="100000">
                                          <p:val>
                                            <p:strVal val="#ppt_y+0"/>
                                          </p:val>
                                        </p:tav>
                                      </p:tavLst>
                                    </p:anim>
                                    <p:anim to="" calcmode="lin" valueType="num">
                                      <p:cBhvr>
                                        <p:cTn id="432" dur="500" fill="hold">
                                          <p:stCondLst>
                                            <p:cond delay="0"/>
                                          </p:stCondLst>
                                        </p:cTn>
                                        <p:tgtEl>
                                          <p:spTgt spid="33"/>
                                        </p:tgtEl>
                                        <p:attrNameLst>
                                          <p:attrName>ppt_w</p:attrName>
                                        </p:attrNameLst>
                                      </p:cBhvr>
                                      <p:tavLst>
                                        <p:tav tm="0">
                                          <p:val>
                                            <p:strVal val="ppt_w"/>
                                          </p:val>
                                        </p:tav>
                                        <p:tav tm="100000">
                                          <p:val>
                                            <p:strVal val="#ppt_w"/>
                                          </p:val>
                                        </p:tav>
                                      </p:tavLst>
                                    </p:anim>
                                    <p:anim to="" calcmode="lin" valueType="num">
                                      <p:cBhvr>
                                        <p:cTn id="433" dur="500" fill="hold">
                                          <p:stCondLst>
                                            <p:cond delay="0"/>
                                          </p:stCondLst>
                                        </p:cTn>
                                        <p:tgtEl>
                                          <p:spTgt spid="33"/>
                                        </p:tgtEl>
                                        <p:attrNameLst>
                                          <p:attrName>ppt_h</p:attrName>
                                        </p:attrNameLst>
                                      </p:cBhvr>
                                      <p:tavLst>
                                        <p:tav tm="0">
                                          <p:val>
                                            <p:strVal val="ppt_h"/>
                                          </p:val>
                                        </p:tav>
                                        <p:tav tm="100000">
                                          <p:val>
                                            <p:strVal val="#ppt_h"/>
                                          </p:val>
                                        </p:tav>
                                      </p:tavLst>
                                    </p:anim>
                                  </p:childTnLst>
                                </p:cTn>
                              </p:par>
                              <p:par>
                                <p:cTn id="434" presetID="35" presetClass="path" presetSubtype="0" accel="50000" decel="50000" fill="hold" grpId="1" nodeType="withEffect">
                                  <p:stCondLst>
                                    <p:cond delay="0"/>
                                  </p:stCondLst>
                                  <p:childTnLst>
                                    <p:anim to="" calcmode="lin" valueType="num">
                                      <p:cBhvr>
                                        <p:cTn id="435" dur="500" fill="hold">
                                          <p:stCondLst>
                                            <p:cond delay="0"/>
                                          </p:stCondLst>
                                        </p:cTn>
                                        <p:tgtEl>
                                          <p:spTgt spid="23"/>
                                        </p:tgtEl>
                                        <p:attrNameLst>
                                          <p:attrName>ppt_x</p:attrName>
                                        </p:attrNameLst>
                                      </p:cBhvr>
                                      <p:tavLst>
                                        <p:tav tm="0">
                                          <p:val>
                                            <p:strVal val="ppt_x"/>
                                          </p:val>
                                        </p:tav>
                                        <p:tav tm="100000">
                                          <p:val>
                                            <p:strVal val="#ppt_x+0"/>
                                          </p:val>
                                        </p:tav>
                                      </p:tavLst>
                                    </p:anim>
                                    <p:anim to="" calcmode="lin" valueType="num">
                                      <p:cBhvr>
                                        <p:cTn id="436" dur="500" fill="hold">
                                          <p:stCondLst>
                                            <p:cond delay="0"/>
                                          </p:stCondLst>
                                        </p:cTn>
                                        <p:tgtEl>
                                          <p:spTgt spid="23"/>
                                        </p:tgtEl>
                                        <p:attrNameLst>
                                          <p:attrName>ppt_y</p:attrName>
                                        </p:attrNameLst>
                                      </p:cBhvr>
                                      <p:tavLst>
                                        <p:tav tm="0">
                                          <p:val>
                                            <p:strVal val="ppt_y"/>
                                          </p:val>
                                        </p:tav>
                                        <p:tav tm="100000">
                                          <p:val>
                                            <p:strVal val="#ppt_y+0"/>
                                          </p:val>
                                        </p:tav>
                                      </p:tavLst>
                                    </p:anim>
                                    <p:anim to="" calcmode="lin" valueType="num">
                                      <p:cBhvr>
                                        <p:cTn id="437" dur="500" fill="hold">
                                          <p:stCondLst>
                                            <p:cond delay="0"/>
                                          </p:stCondLst>
                                        </p:cTn>
                                        <p:tgtEl>
                                          <p:spTgt spid="23"/>
                                        </p:tgtEl>
                                        <p:attrNameLst>
                                          <p:attrName>ppt_w</p:attrName>
                                        </p:attrNameLst>
                                      </p:cBhvr>
                                      <p:tavLst>
                                        <p:tav tm="0">
                                          <p:val>
                                            <p:strVal val="ppt_w"/>
                                          </p:val>
                                        </p:tav>
                                        <p:tav tm="100000">
                                          <p:val>
                                            <p:strVal val="#ppt_w"/>
                                          </p:val>
                                        </p:tav>
                                      </p:tavLst>
                                    </p:anim>
                                    <p:anim to="" calcmode="lin" valueType="num">
                                      <p:cBhvr>
                                        <p:cTn id="438" dur="500" fill="hold">
                                          <p:stCondLst>
                                            <p:cond delay="0"/>
                                          </p:stCondLst>
                                        </p:cTn>
                                        <p:tgtEl>
                                          <p:spTgt spid="23"/>
                                        </p:tgtEl>
                                        <p:attrNameLst>
                                          <p:attrName>ppt_h</p:attrName>
                                        </p:attrNameLst>
                                      </p:cBhvr>
                                      <p:tavLst>
                                        <p:tav tm="0">
                                          <p:val>
                                            <p:strVal val="ppt_h"/>
                                          </p:val>
                                        </p:tav>
                                        <p:tav tm="100000">
                                          <p:val>
                                            <p:strVal val="#ppt_h"/>
                                          </p:val>
                                        </p:tav>
                                      </p:tavLst>
                                    </p:anim>
                                  </p:childTnLst>
                                </p:cTn>
                              </p:par>
                              <p:par>
                                <p:cTn id="439" presetID="35" presetClass="path" presetSubtype="0" accel="50000" decel="50000" fill="hold" grpId="1" nodeType="withEffect">
                                  <p:stCondLst>
                                    <p:cond delay="0"/>
                                  </p:stCondLst>
                                  <p:childTnLst>
                                    <p:anim to="" calcmode="lin" valueType="num">
                                      <p:cBhvr>
                                        <p:cTn id="440" dur="500" fill="hold">
                                          <p:stCondLst>
                                            <p:cond delay="0"/>
                                          </p:stCondLst>
                                        </p:cTn>
                                        <p:tgtEl>
                                          <p:spTgt spid="47"/>
                                        </p:tgtEl>
                                        <p:attrNameLst>
                                          <p:attrName>ppt_x</p:attrName>
                                        </p:attrNameLst>
                                      </p:cBhvr>
                                      <p:tavLst>
                                        <p:tav tm="0">
                                          <p:val>
                                            <p:strVal val="ppt_x"/>
                                          </p:val>
                                        </p:tav>
                                        <p:tav tm="100000">
                                          <p:val>
                                            <p:strVal val="#ppt_x+0"/>
                                          </p:val>
                                        </p:tav>
                                      </p:tavLst>
                                    </p:anim>
                                    <p:anim to="" calcmode="lin" valueType="num">
                                      <p:cBhvr>
                                        <p:cTn id="441" dur="500" fill="hold">
                                          <p:stCondLst>
                                            <p:cond delay="0"/>
                                          </p:stCondLst>
                                        </p:cTn>
                                        <p:tgtEl>
                                          <p:spTgt spid="47"/>
                                        </p:tgtEl>
                                        <p:attrNameLst>
                                          <p:attrName>ppt_y</p:attrName>
                                        </p:attrNameLst>
                                      </p:cBhvr>
                                      <p:tavLst>
                                        <p:tav tm="0">
                                          <p:val>
                                            <p:strVal val="ppt_y"/>
                                          </p:val>
                                        </p:tav>
                                        <p:tav tm="100000">
                                          <p:val>
                                            <p:strVal val="#ppt_y+0"/>
                                          </p:val>
                                        </p:tav>
                                      </p:tavLst>
                                    </p:anim>
                                    <p:anim to="" calcmode="lin" valueType="num">
                                      <p:cBhvr>
                                        <p:cTn id="442" dur="500" fill="hold">
                                          <p:stCondLst>
                                            <p:cond delay="0"/>
                                          </p:stCondLst>
                                        </p:cTn>
                                        <p:tgtEl>
                                          <p:spTgt spid="47"/>
                                        </p:tgtEl>
                                        <p:attrNameLst>
                                          <p:attrName>ppt_w</p:attrName>
                                        </p:attrNameLst>
                                      </p:cBhvr>
                                      <p:tavLst>
                                        <p:tav tm="0">
                                          <p:val>
                                            <p:strVal val="ppt_w"/>
                                          </p:val>
                                        </p:tav>
                                        <p:tav tm="100000">
                                          <p:val>
                                            <p:strVal val="#ppt_w"/>
                                          </p:val>
                                        </p:tav>
                                      </p:tavLst>
                                    </p:anim>
                                    <p:anim to="" calcmode="lin" valueType="num">
                                      <p:cBhvr>
                                        <p:cTn id="443" dur="500" fill="hold">
                                          <p:stCondLst>
                                            <p:cond delay="0"/>
                                          </p:stCondLst>
                                        </p:cTn>
                                        <p:tgtEl>
                                          <p:spTgt spid="47"/>
                                        </p:tgtEl>
                                        <p:attrNameLst>
                                          <p:attrName>ppt_h</p:attrName>
                                        </p:attrNameLst>
                                      </p:cBhvr>
                                      <p:tavLst>
                                        <p:tav tm="0">
                                          <p:val>
                                            <p:strVal val="ppt_h"/>
                                          </p:val>
                                        </p:tav>
                                        <p:tav tm="100000">
                                          <p:val>
                                            <p:strVal val="#ppt_h"/>
                                          </p:val>
                                        </p:tav>
                                      </p:tavLst>
                                    </p:anim>
                                  </p:childTnLst>
                                </p:cTn>
                              </p:par>
                              <p:par>
                                <p:cTn id="444" presetID="35" presetClass="path" presetSubtype="0" accel="50000" decel="50000" fill="hold" grpId="1" nodeType="withEffect">
                                  <p:stCondLst>
                                    <p:cond delay="0"/>
                                  </p:stCondLst>
                                  <p:childTnLst>
                                    <p:anim to="" calcmode="lin" valueType="num">
                                      <p:cBhvr>
                                        <p:cTn id="445" dur="500" fill="hold">
                                          <p:stCondLst>
                                            <p:cond delay="0"/>
                                          </p:stCondLst>
                                        </p:cTn>
                                        <p:tgtEl>
                                          <p:spTgt spid="28"/>
                                        </p:tgtEl>
                                        <p:attrNameLst>
                                          <p:attrName>ppt_x</p:attrName>
                                        </p:attrNameLst>
                                      </p:cBhvr>
                                      <p:tavLst>
                                        <p:tav tm="0">
                                          <p:val>
                                            <p:strVal val="ppt_x"/>
                                          </p:val>
                                        </p:tav>
                                        <p:tav tm="100000">
                                          <p:val>
                                            <p:strVal val="#ppt_x+0"/>
                                          </p:val>
                                        </p:tav>
                                      </p:tavLst>
                                    </p:anim>
                                    <p:anim to="" calcmode="lin" valueType="num">
                                      <p:cBhvr>
                                        <p:cTn id="446" dur="500" fill="hold">
                                          <p:stCondLst>
                                            <p:cond delay="0"/>
                                          </p:stCondLst>
                                        </p:cTn>
                                        <p:tgtEl>
                                          <p:spTgt spid="28"/>
                                        </p:tgtEl>
                                        <p:attrNameLst>
                                          <p:attrName>ppt_y</p:attrName>
                                        </p:attrNameLst>
                                      </p:cBhvr>
                                      <p:tavLst>
                                        <p:tav tm="0">
                                          <p:val>
                                            <p:strVal val="ppt_y"/>
                                          </p:val>
                                        </p:tav>
                                        <p:tav tm="100000">
                                          <p:val>
                                            <p:strVal val="#ppt_y+0"/>
                                          </p:val>
                                        </p:tav>
                                      </p:tavLst>
                                    </p:anim>
                                    <p:anim to="" calcmode="lin" valueType="num">
                                      <p:cBhvr>
                                        <p:cTn id="447" dur="500" fill="hold">
                                          <p:stCondLst>
                                            <p:cond delay="0"/>
                                          </p:stCondLst>
                                        </p:cTn>
                                        <p:tgtEl>
                                          <p:spTgt spid="28"/>
                                        </p:tgtEl>
                                        <p:attrNameLst>
                                          <p:attrName>ppt_w</p:attrName>
                                        </p:attrNameLst>
                                      </p:cBhvr>
                                      <p:tavLst>
                                        <p:tav tm="0">
                                          <p:val>
                                            <p:strVal val="ppt_w"/>
                                          </p:val>
                                        </p:tav>
                                        <p:tav tm="100000">
                                          <p:val>
                                            <p:strVal val="#ppt_w"/>
                                          </p:val>
                                        </p:tav>
                                      </p:tavLst>
                                    </p:anim>
                                    <p:anim to="" calcmode="lin" valueType="num">
                                      <p:cBhvr>
                                        <p:cTn id="448" dur="500" fill="hold">
                                          <p:stCondLst>
                                            <p:cond delay="0"/>
                                          </p:stCondLst>
                                        </p:cTn>
                                        <p:tgtEl>
                                          <p:spTgt spid="28"/>
                                        </p:tgtEl>
                                        <p:attrNameLst>
                                          <p:attrName>ppt_h</p:attrName>
                                        </p:attrNameLst>
                                      </p:cBhvr>
                                      <p:tavLst>
                                        <p:tav tm="0">
                                          <p:val>
                                            <p:strVal val="ppt_h"/>
                                          </p:val>
                                        </p:tav>
                                        <p:tav tm="100000">
                                          <p:val>
                                            <p:strVal val="#ppt_h"/>
                                          </p:val>
                                        </p:tav>
                                      </p:tavLst>
                                    </p:anim>
                                  </p:childTnLst>
                                </p:cTn>
                              </p:par>
                              <p:par>
                                <p:cTn id="449" presetID="35" presetClass="path" presetSubtype="0" accel="50000" decel="50000" fill="hold" grpId="1" nodeType="withEffect">
                                  <p:stCondLst>
                                    <p:cond delay="0"/>
                                  </p:stCondLst>
                                  <p:childTnLst>
                                    <p:anim to="" calcmode="lin" valueType="num">
                                      <p:cBhvr>
                                        <p:cTn id="450" dur="500" fill="hold">
                                          <p:stCondLst>
                                            <p:cond delay="0"/>
                                          </p:stCondLst>
                                        </p:cTn>
                                        <p:tgtEl>
                                          <p:spTgt spid="29"/>
                                        </p:tgtEl>
                                        <p:attrNameLst>
                                          <p:attrName>ppt_x</p:attrName>
                                        </p:attrNameLst>
                                      </p:cBhvr>
                                      <p:tavLst>
                                        <p:tav tm="0">
                                          <p:val>
                                            <p:strVal val="ppt_x"/>
                                          </p:val>
                                        </p:tav>
                                        <p:tav tm="100000">
                                          <p:val>
                                            <p:strVal val="#ppt_x+0"/>
                                          </p:val>
                                        </p:tav>
                                      </p:tavLst>
                                    </p:anim>
                                    <p:anim to="" calcmode="lin" valueType="num">
                                      <p:cBhvr>
                                        <p:cTn id="451" dur="500" fill="hold">
                                          <p:stCondLst>
                                            <p:cond delay="0"/>
                                          </p:stCondLst>
                                        </p:cTn>
                                        <p:tgtEl>
                                          <p:spTgt spid="29"/>
                                        </p:tgtEl>
                                        <p:attrNameLst>
                                          <p:attrName>ppt_y</p:attrName>
                                        </p:attrNameLst>
                                      </p:cBhvr>
                                      <p:tavLst>
                                        <p:tav tm="0">
                                          <p:val>
                                            <p:strVal val="ppt_y"/>
                                          </p:val>
                                        </p:tav>
                                        <p:tav tm="100000">
                                          <p:val>
                                            <p:strVal val="#ppt_y+0"/>
                                          </p:val>
                                        </p:tav>
                                      </p:tavLst>
                                    </p:anim>
                                    <p:anim to="" calcmode="lin" valueType="num">
                                      <p:cBhvr>
                                        <p:cTn id="452" dur="500" fill="hold">
                                          <p:stCondLst>
                                            <p:cond delay="0"/>
                                          </p:stCondLst>
                                        </p:cTn>
                                        <p:tgtEl>
                                          <p:spTgt spid="29"/>
                                        </p:tgtEl>
                                        <p:attrNameLst>
                                          <p:attrName>ppt_w</p:attrName>
                                        </p:attrNameLst>
                                      </p:cBhvr>
                                      <p:tavLst>
                                        <p:tav tm="0">
                                          <p:val>
                                            <p:strVal val="ppt_w"/>
                                          </p:val>
                                        </p:tav>
                                        <p:tav tm="100000">
                                          <p:val>
                                            <p:strVal val="#ppt_w"/>
                                          </p:val>
                                        </p:tav>
                                      </p:tavLst>
                                    </p:anim>
                                    <p:anim to="" calcmode="lin" valueType="num">
                                      <p:cBhvr>
                                        <p:cTn id="453" dur="500" fill="hold">
                                          <p:stCondLst>
                                            <p:cond delay="0"/>
                                          </p:stCondLst>
                                        </p:cTn>
                                        <p:tgtEl>
                                          <p:spTgt spid="29"/>
                                        </p:tgtEl>
                                        <p:attrNameLst>
                                          <p:attrName>ppt_h</p:attrName>
                                        </p:attrNameLst>
                                      </p:cBhvr>
                                      <p:tavLst>
                                        <p:tav tm="0">
                                          <p:val>
                                            <p:strVal val="ppt_h"/>
                                          </p:val>
                                        </p:tav>
                                        <p:tav tm="100000">
                                          <p:val>
                                            <p:strVal val="#ppt_h"/>
                                          </p:val>
                                        </p:tav>
                                      </p:tavLst>
                                    </p:anim>
                                  </p:childTnLst>
                                </p:cTn>
                              </p:par>
                              <p:par>
                                <p:cTn id="454" presetID="35" presetClass="path" presetSubtype="0" accel="50000" decel="50000" fill="hold" grpId="1" nodeType="withEffect">
                                  <p:stCondLst>
                                    <p:cond delay="0"/>
                                  </p:stCondLst>
                                  <p:childTnLst>
                                    <p:anim to="" calcmode="lin" valueType="num">
                                      <p:cBhvr>
                                        <p:cTn id="455" dur="500" fill="hold">
                                          <p:stCondLst>
                                            <p:cond delay="0"/>
                                          </p:stCondLst>
                                        </p:cTn>
                                        <p:tgtEl>
                                          <p:spTgt spid="30"/>
                                        </p:tgtEl>
                                        <p:attrNameLst>
                                          <p:attrName>ppt_x</p:attrName>
                                        </p:attrNameLst>
                                      </p:cBhvr>
                                      <p:tavLst>
                                        <p:tav tm="0">
                                          <p:val>
                                            <p:strVal val="ppt_x"/>
                                          </p:val>
                                        </p:tav>
                                        <p:tav tm="100000">
                                          <p:val>
                                            <p:strVal val="#ppt_x+0"/>
                                          </p:val>
                                        </p:tav>
                                      </p:tavLst>
                                    </p:anim>
                                    <p:anim to="" calcmode="lin" valueType="num">
                                      <p:cBhvr>
                                        <p:cTn id="456" dur="500" fill="hold">
                                          <p:stCondLst>
                                            <p:cond delay="0"/>
                                          </p:stCondLst>
                                        </p:cTn>
                                        <p:tgtEl>
                                          <p:spTgt spid="30"/>
                                        </p:tgtEl>
                                        <p:attrNameLst>
                                          <p:attrName>ppt_y</p:attrName>
                                        </p:attrNameLst>
                                      </p:cBhvr>
                                      <p:tavLst>
                                        <p:tav tm="0">
                                          <p:val>
                                            <p:strVal val="ppt_y"/>
                                          </p:val>
                                        </p:tav>
                                        <p:tav tm="100000">
                                          <p:val>
                                            <p:strVal val="#ppt_y+0"/>
                                          </p:val>
                                        </p:tav>
                                      </p:tavLst>
                                    </p:anim>
                                    <p:anim to="" calcmode="lin" valueType="num">
                                      <p:cBhvr>
                                        <p:cTn id="457" dur="500" fill="hold">
                                          <p:stCondLst>
                                            <p:cond delay="0"/>
                                          </p:stCondLst>
                                        </p:cTn>
                                        <p:tgtEl>
                                          <p:spTgt spid="30"/>
                                        </p:tgtEl>
                                        <p:attrNameLst>
                                          <p:attrName>ppt_w</p:attrName>
                                        </p:attrNameLst>
                                      </p:cBhvr>
                                      <p:tavLst>
                                        <p:tav tm="0">
                                          <p:val>
                                            <p:strVal val="ppt_w"/>
                                          </p:val>
                                        </p:tav>
                                        <p:tav tm="100000">
                                          <p:val>
                                            <p:strVal val="#ppt_w"/>
                                          </p:val>
                                        </p:tav>
                                      </p:tavLst>
                                    </p:anim>
                                    <p:anim to="" calcmode="lin" valueType="num">
                                      <p:cBhvr>
                                        <p:cTn id="458" dur="500" fill="hold">
                                          <p:stCondLst>
                                            <p:cond delay="0"/>
                                          </p:stCondLst>
                                        </p:cTn>
                                        <p:tgtEl>
                                          <p:spTgt spid="30"/>
                                        </p:tgtEl>
                                        <p:attrNameLst>
                                          <p:attrName>ppt_h</p:attrName>
                                        </p:attrNameLst>
                                      </p:cBhvr>
                                      <p:tavLst>
                                        <p:tav tm="0">
                                          <p:val>
                                            <p:strVal val="ppt_h"/>
                                          </p:val>
                                        </p:tav>
                                        <p:tav tm="100000">
                                          <p:val>
                                            <p:strVal val="#ppt_h"/>
                                          </p:val>
                                        </p:tav>
                                      </p:tavLst>
                                    </p:anim>
                                  </p:childTnLst>
                                </p:cTn>
                              </p:par>
                              <p:par>
                                <p:cTn id="459" presetID="35" presetClass="path" presetSubtype="0" accel="50000" decel="50000" fill="hold" grpId="1" nodeType="withEffect">
                                  <p:stCondLst>
                                    <p:cond delay="0"/>
                                  </p:stCondLst>
                                  <p:childTnLst>
                                    <p:anim to="" calcmode="lin" valueType="num">
                                      <p:cBhvr>
                                        <p:cTn id="460" dur="500" fill="hold">
                                          <p:stCondLst>
                                            <p:cond delay="0"/>
                                          </p:stCondLst>
                                        </p:cTn>
                                        <p:tgtEl>
                                          <p:spTgt spid="31"/>
                                        </p:tgtEl>
                                        <p:attrNameLst>
                                          <p:attrName>ppt_x</p:attrName>
                                        </p:attrNameLst>
                                      </p:cBhvr>
                                      <p:tavLst>
                                        <p:tav tm="0">
                                          <p:val>
                                            <p:strVal val="ppt_x"/>
                                          </p:val>
                                        </p:tav>
                                        <p:tav tm="100000">
                                          <p:val>
                                            <p:strVal val="#ppt_x+0"/>
                                          </p:val>
                                        </p:tav>
                                      </p:tavLst>
                                    </p:anim>
                                    <p:anim to="" calcmode="lin" valueType="num">
                                      <p:cBhvr>
                                        <p:cTn id="461" dur="500" fill="hold">
                                          <p:stCondLst>
                                            <p:cond delay="0"/>
                                          </p:stCondLst>
                                        </p:cTn>
                                        <p:tgtEl>
                                          <p:spTgt spid="31"/>
                                        </p:tgtEl>
                                        <p:attrNameLst>
                                          <p:attrName>ppt_y</p:attrName>
                                        </p:attrNameLst>
                                      </p:cBhvr>
                                      <p:tavLst>
                                        <p:tav tm="0">
                                          <p:val>
                                            <p:strVal val="ppt_y"/>
                                          </p:val>
                                        </p:tav>
                                        <p:tav tm="100000">
                                          <p:val>
                                            <p:strVal val="#ppt_y+0"/>
                                          </p:val>
                                        </p:tav>
                                      </p:tavLst>
                                    </p:anim>
                                    <p:anim to="" calcmode="lin" valueType="num">
                                      <p:cBhvr>
                                        <p:cTn id="462" dur="500" fill="hold">
                                          <p:stCondLst>
                                            <p:cond delay="0"/>
                                          </p:stCondLst>
                                        </p:cTn>
                                        <p:tgtEl>
                                          <p:spTgt spid="31"/>
                                        </p:tgtEl>
                                        <p:attrNameLst>
                                          <p:attrName>ppt_w</p:attrName>
                                        </p:attrNameLst>
                                      </p:cBhvr>
                                      <p:tavLst>
                                        <p:tav tm="0">
                                          <p:val>
                                            <p:strVal val="ppt_w"/>
                                          </p:val>
                                        </p:tav>
                                        <p:tav tm="100000">
                                          <p:val>
                                            <p:strVal val="#ppt_w"/>
                                          </p:val>
                                        </p:tav>
                                      </p:tavLst>
                                    </p:anim>
                                    <p:anim to="" calcmode="lin" valueType="num">
                                      <p:cBhvr>
                                        <p:cTn id="463" dur="500" fill="hold">
                                          <p:stCondLst>
                                            <p:cond delay="0"/>
                                          </p:stCondLst>
                                        </p:cTn>
                                        <p:tgtEl>
                                          <p:spTgt spid="31"/>
                                        </p:tgtEl>
                                        <p:attrNameLst>
                                          <p:attrName>ppt_h</p:attrName>
                                        </p:attrNameLst>
                                      </p:cBhvr>
                                      <p:tavLst>
                                        <p:tav tm="0">
                                          <p:val>
                                            <p:strVal val="ppt_h"/>
                                          </p:val>
                                        </p:tav>
                                        <p:tav tm="100000">
                                          <p:val>
                                            <p:strVal val="#ppt_h"/>
                                          </p:val>
                                        </p:tav>
                                      </p:tavLst>
                                    </p:anim>
                                  </p:childTnLst>
                                </p:cTn>
                              </p:par>
                              <p:par>
                                <p:cTn id="464" presetID="35" presetClass="path" presetSubtype="0" accel="50000" decel="50000" fill="hold" nodeType="withEffect">
                                  <p:stCondLst>
                                    <p:cond delay="0"/>
                                  </p:stCondLst>
                                  <p:childTnLst>
                                    <p:anim to="" calcmode="lin" valueType="num">
                                      <p:cBhvr>
                                        <p:cTn id="465" dur="500" fill="hold">
                                          <p:stCondLst>
                                            <p:cond delay="0"/>
                                          </p:stCondLst>
                                        </p:cTn>
                                        <p:tgtEl>
                                          <p:spTgt spid="74"/>
                                        </p:tgtEl>
                                        <p:attrNameLst>
                                          <p:attrName>ppt_x</p:attrName>
                                        </p:attrNameLst>
                                      </p:cBhvr>
                                      <p:tavLst>
                                        <p:tav tm="0">
                                          <p:val>
                                            <p:strVal val="ppt_x"/>
                                          </p:val>
                                        </p:tav>
                                        <p:tav tm="100000">
                                          <p:val>
                                            <p:strVal val="#ppt_x+0"/>
                                          </p:val>
                                        </p:tav>
                                      </p:tavLst>
                                    </p:anim>
                                    <p:anim to="" calcmode="lin" valueType="num">
                                      <p:cBhvr>
                                        <p:cTn id="466" dur="500" fill="hold">
                                          <p:stCondLst>
                                            <p:cond delay="0"/>
                                          </p:stCondLst>
                                        </p:cTn>
                                        <p:tgtEl>
                                          <p:spTgt spid="74"/>
                                        </p:tgtEl>
                                        <p:attrNameLst>
                                          <p:attrName>ppt_y</p:attrName>
                                        </p:attrNameLst>
                                      </p:cBhvr>
                                      <p:tavLst>
                                        <p:tav tm="0">
                                          <p:val>
                                            <p:strVal val="ppt_y"/>
                                          </p:val>
                                        </p:tav>
                                        <p:tav tm="100000">
                                          <p:val>
                                            <p:strVal val="#ppt_y+0"/>
                                          </p:val>
                                        </p:tav>
                                      </p:tavLst>
                                    </p:anim>
                                    <p:anim to="" calcmode="lin" valueType="num">
                                      <p:cBhvr>
                                        <p:cTn id="467" dur="500" fill="hold">
                                          <p:stCondLst>
                                            <p:cond delay="0"/>
                                          </p:stCondLst>
                                        </p:cTn>
                                        <p:tgtEl>
                                          <p:spTgt spid="74"/>
                                        </p:tgtEl>
                                        <p:attrNameLst>
                                          <p:attrName>ppt_w</p:attrName>
                                        </p:attrNameLst>
                                      </p:cBhvr>
                                      <p:tavLst>
                                        <p:tav tm="0">
                                          <p:val>
                                            <p:strVal val="ppt_w"/>
                                          </p:val>
                                        </p:tav>
                                        <p:tav tm="100000">
                                          <p:val>
                                            <p:strVal val="#ppt_w"/>
                                          </p:val>
                                        </p:tav>
                                      </p:tavLst>
                                    </p:anim>
                                    <p:anim to="" calcmode="lin" valueType="num">
                                      <p:cBhvr>
                                        <p:cTn id="468" dur="500" fill="hold">
                                          <p:stCondLst>
                                            <p:cond delay="0"/>
                                          </p:stCondLst>
                                        </p:cTn>
                                        <p:tgtEl>
                                          <p:spTgt spid="74"/>
                                        </p:tgtEl>
                                        <p:attrNameLst>
                                          <p:attrName>ppt_h</p:attrName>
                                        </p:attrNameLst>
                                      </p:cBhvr>
                                      <p:tavLst>
                                        <p:tav tm="0">
                                          <p:val>
                                            <p:strVal val="ppt_h"/>
                                          </p:val>
                                        </p:tav>
                                        <p:tav tm="100000">
                                          <p:val>
                                            <p:strVal val="#ppt_h"/>
                                          </p:val>
                                        </p:tav>
                                      </p:tavLst>
                                    </p:anim>
                                  </p:childTnLst>
                                </p:cTn>
                              </p:par>
                              <p:par>
                                <p:cTn id="469" presetID="35" presetClass="path" presetSubtype="0" accel="50000" decel="50000" fill="hold" nodeType="withEffect">
                                  <p:stCondLst>
                                    <p:cond delay="0"/>
                                  </p:stCondLst>
                                  <p:childTnLst>
                                    <p:anim to="" calcmode="lin" valueType="num">
                                      <p:cBhvr>
                                        <p:cTn id="470" dur="500" fill="hold">
                                          <p:stCondLst>
                                            <p:cond delay="0"/>
                                          </p:stCondLst>
                                        </p:cTn>
                                        <p:tgtEl>
                                          <p:spTgt spid="54"/>
                                        </p:tgtEl>
                                        <p:attrNameLst>
                                          <p:attrName>ppt_x</p:attrName>
                                        </p:attrNameLst>
                                      </p:cBhvr>
                                      <p:tavLst>
                                        <p:tav tm="0">
                                          <p:val>
                                            <p:strVal val="ppt_x"/>
                                          </p:val>
                                        </p:tav>
                                        <p:tav tm="100000">
                                          <p:val>
                                            <p:strVal val="#ppt_x+0"/>
                                          </p:val>
                                        </p:tav>
                                      </p:tavLst>
                                    </p:anim>
                                    <p:anim to="" calcmode="lin" valueType="num">
                                      <p:cBhvr>
                                        <p:cTn id="471" dur="500" fill="hold">
                                          <p:stCondLst>
                                            <p:cond delay="0"/>
                                          </p:stCondLst>
                                        </p:cTn>
                                        <p:tgtEl>
                                          <p:spTgt spid="54"/>
                                        </p:tgtEl>
                                        <p:attrNameLst>
                                          <p:attrName>ppt_y</p:attrName>
                                        </p:attrNameLst>
                                      </p:cBhvr>
                                      <p:tavLst>
                                        <p:tav tm="0">
                                          <p:val>
                                            <p:strVal val="ppt_y"/>
                                          </p:val>
                                        </p:tav>
                                        <p:tav tm="100000">
                                          <p:val>
                                            <p:strVal val="#ppt_y+0"/>
                                          </p:val>
                                        </p:tav>
                                      </p:tavLst>
                                    </p:anim>
                                    <p:anim to="" calcmode="lin" valueType="num">
                                      <p:cBhvr>
                                        <p:cTn id="472" dur="500" fill="hold">
                                          <p:stCondLst>
                                            <p:cond delay="0"/>
                                          </p:stCondLst>
                                        </p:cTn>
                                        <p:tgtEl>
                                          <p:spTgt spid="54"/>
                                        </p:tgtEl>
                                        <p:attrNameLst>
                                          <p:attrName>ppt_w</p:attrName>
                                        </p:attrNameLst>
                                      </p:cBhvr>
                                      <p:tavLst>
                                        <p:tav tm="0">
                                          <p:val>
                                            <p:strVal val="ppt_w"/>
                                          </p:val>
                                        </p:tav>
                                        <p:tav tm="100000">
                                          <p:val>
                                            <p:strVal val="#ppt_w"/>
                                          </p:val>
                                        </p:tav>
                                      </p:tavLst>
                                    </p:anim>
                                    <p:anim to="" calcmode="lin" valueType="num">
                                      <p:cBhvr>
                                        <p:cTn id="473" dur="500" fill="hold">
                                          <p:stCondLst>
                                            <p:cond delay="0"/>
                                          </p:stCondLst>
                                        </p:cTn>
                                        <p:tgtEl>
                                          <p:spTgt spid="5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8" grpId="1" animBg="1"/>
      <p:bldP spid="8" grpId="2" animBg="1"/>
      <p:bldP spid="8" grpId="3" animBg="1"/>
      <p:bldP spid="22" grpId="0" animBg="1"/>
      <p:bldP spid="22" grpId="1" animBg="1"/>
      <p:bldP spid="22" grpId="2" animBg="1"/>
      <p:bldP spid="23" grpId="0" animBg="1"/>
      <p:bldP spid="23" grpId="1" animBg="1"/>
      <p:bldP spid="24" grpId="0" animBg="1"/>
      <p:bldP spid="3" grpId="0"/>
      <p:bldP spid="3" grpId="1"/>
      <p:bldP spid="3" grpId="2"/>
      <p:bldP spid="3" grpId="3"/>
      <p:bldP spid="76" grpId="0" animBg="1"/>
      <p:bldP spid="76" grpId="1" animBg="1"/>
      <p:bldP spid="76" grpId="2" animBg="1"/>
      <p:bldP spid="76" grpId="3" animBg="1"/>
      <p:bldP spid="44" grpId="0"/>
      <p:bldP spid="44" grpId="1"/>
      <p:bldP spid="44" grpId="2"/>
      <p:bldP spid="44" grpId="3"/>
      <p:bldP spid="4" grpId="0" animBg="1"/>
      <p:bldP spid="4" grpId="1" animBg="1"/>
      <p:bldP spid="4" grpId="2" animBg="1"/>
      <p:bldP spid="4" grpId="3" animBg="1"/>
      <p:bldP spid="5" grpId="0"/>
      <p:bldP spid="5" grpId="1"/>
      <p:bldP spid="5" grpId="2"/>
      <p:bldP spid="5" grpId="3"/>
      <p:bldP spid="6" grpId="0" animBg="1"/>
      <p:bldP spid="6" grpId="1" animBg="1"/>
      <p:bldP spid="6" grpId="2" animBg="1"/>
      <p:bldP spid="6" grpId="3" animBg="1"/>
      <p:bldP spid="7" grpId="0"/>
      <p:bldP spid="7" grpId="1"/>
      <p:bldP spid="7" grpId="2"/>
      <p:bldP spid="7" grpId="3"/>
      <p:bldP spid="45" grpId="0"/>
      <p:bldP spid="45" grpId="1"/>
      <p:bldP spid="45" grpId="2"/>
      <p:bldP spid="9" grpId="0" animBg="1"/>
      <p:bldP spid="9" grpId="1" animBg="1"/>
      <p:bldP spid="9" grpId="2" animBg="1"/>
      <p:bldP spid="10" grpId="0"/>
      <p:bldP spid="10" grpId="1"/>
      <p:bldP spid="10" grpId="2"/>
      <p:bldP spid="15" grpId="0" animBg="1"/>
      <p:bldP spid="15" grpId="1" animBg="1"/>
      <p:bldP spid="15" grpId="2" animBg="1"/>
      <p:bldP spid="25" grpId="0"/>
      <p:bldP spid="25" grpId="1"/>
      <p:bldP spid="25" grpId="2"/>
      <p:bldP spid="47" grpId="0"/>
      <p:bldP spid="47" grpId="1"/>
      <p:bldP spid="28" grpId="0" animBg="1"/>
      <p:bldP spid="28" grpId="1" animBg="1"/>
      <p:bldP spid="29" grpId="0"/>
      <p:bldP spid="29" grpId="1"/>
      <p:bldP spid="30" grpId="0" animBg="1"/>
      <p:bldP spid="30" grpId="1" animBg="1"/>
      <p:bldP spid="31" grpId="0"/>
      <p:bldP spid="31" grpId="1"/>
      <p:bldP spid="49" grpId="0"/>
      <p:bldP spid="34" grpId="0" animBg="1"/>
      <p:bldP spid="35" grpId="0"/>
      <p:bldP spid="36" grpId="0" animBg="1"/>
      <p:bldP spid="37" grpId="0"/>
      <p:bldP spid="38" grpId="0" animBg="1"/>
      <p:bldP spid="3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任意多边形: 形状 13">
            <a:extLst>
              <a:ext uri="{FF2B5EF4-FFF2-40B4-BE49-F238E27FC236}">
                <a16:creationId xmlns:a16="http://schemas.microsoft.com/office/drawing/2014/main" id="{57EEABA1-7AB5-1BD0-7A2A-50F4BA93E7CF}"/>
              </a:ext>
            </a:extLst>
          </p:cNvPr>
          <p:cNvSpPr/>
          <p:nvPr>
            <p:custDataLst>
              <p:tags r:id="rId3"/>
            </p:custDataLst>
          </p:nvPr>
        </p:nvSpPr>
        <p:spPr>
          <a:xfrm>
            <a:off x="7409884" y="27756"/>
            <a:ext cx="4169395" cy="1864299"/>
          </a:xfrm>
          <a:custGeom>
            <a:avLst/>
            <a:gdLst>
              <a:gd name="connsiteX0" fmla="*/ 466075 w 4169395"/>
              <a:gd name="connsiteY0" fmla="*/ 0 h 1864299"/>
              <a:gd name="connsiteX1" fmla="*/ 4169395 w 4169395"/>
              <a:gd name="connsiteY1" fmla="*/ 0 h 1864299"/>
              <a:gd name="connsiteX2" fmla="*/ 3703320 w 4169395"/>
              <a:gd name="connsiteY2" fmla="*/ 1864299 h 1864299"/>
              <a:gd name="connsiteX3" fmla="*/ 0 w 4169395"/>
              <a:gd name="connsiteY3" fmla="*/ 1864299 h 1864299"/>
            </a:gdLst>
            <a:ahLst/>
            <a:cxnLst>
              <a:cxn ang="0">
                <a:pos x="connsiteX0" y="connsiteY0"/>
              </a:cxn>
              <a:cxn ang="0">
                <a:pos x="connsiteX1" y="connsiteY1"/>
              </a:cxn>
              <a:cxn ang="0">
                <a:pos x="connsiteX2" y="connsiteY2"/>
              </a:cxn>
              <a:cxn ang="0">
                <a:pos x="connsiteX3" y="connsiteY3"/>
              </a:cxn>
            </a:cxnLst>
            <a:rect l="l" t="t" r="r" b="b"/>
            <a:pathLst>
              <a:path w="4169395" h="1864299">
                <a:moveTo>
                  <a:pt x="466075" y="0"/>
                </a:moveTo>
                <a:lnTo>
                  <a:pt x="4169395" y="0"/>
                </a:lnTo>
                <a:lnTo>
                  <a:pt x="3703320" y="1864299"/>
                </a:lnTo>
                <a:lnTo>
                  <a:pt x="0" y="1864299"/>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任意多边形: 形状 15">
            <a:extLst>
              <a:ext uri="{FF2B5EF4-FFF2-40B4-BE49-F238E27FC236}">
                <a16:creationId xmlns:a16="http://schemas.microsoft.com/office/drawing/2014/main" id="{48C43729-2078-C0A4-6592-D8BFF43BE40D}"/>
              </a:ext>
            </a:extLst>
          </p:cNvPr>
          <p:cNvSpPr/>
          <p:nvPr>
            <p:custDataLst>
              <p:tags r:id="rId4"/>
            </p:custDataLst>
          </p:nvPr>
        </p:nvSpPr>
        <p:spPr>
          <a:xfrm>
            <a:off x="6144320" y="5929876"/>
            <a:ext cx="3942072" cy="955008"/>
          </a:xfrm>
          <a:custGeom>
            <a:avLst/>
            <a:gdLst>
              <a:gd name="connsiteX0" fmla="*/ 238752 w 3942072"/>
              <a:gd name="connsiteY0" fmla="*/ 0 h 955008"/>
              <a:gd name="connsiteX1" fmla="*/ 3942072 w 3942072"/>
              <a:gd name="connsiteY1" fmla="*/ 0 h 955008"/>
              <a:gd name="connsiteX2" fmla="*/ 3703320 w 3942072"/>
              <a:gd name="connsiteY2" fmla="*/ 955008 h 955008"/>
              <a:gd name="connsiteX3" fmla="*/ 0 w 3942072"/>
              <a:gd name="connsiteY3" fmla="*/ 955008 h 955008"/>
            </a:gdLst>
            <a:ahLst/>
            <a:cxnLst>
              <a:cxn ang="0">
                <a:pos x="connsiteX0" y="connsiteY0"/>
              </a:cxn>
              <a:cxn ang="0">
                <a:pos x="connsiteX1" y="connsiteY1"/>
              </a:cxn>
              <a:cxn ang="0">
                <a:pos x="connsiteX2" y="connsiteY2"/>
              </a:cxn>
              <a:cxn ang="0">
                <a:pos x="connsiteX3" y="connsiteY3"/>
              </a:cxn>
            </a:cxnLst>
            <a:rect l="l" t="t" r="r" b="b"/>
            <a:pathLst>
              <a:path w="3942072" h="955008">
                <a:moveTo>
                  <a:pt x="238752" y="0"/>
                </a:moveTo>
                <a:lnTo>
                  <a:pt x="3942072" y="0"/>
                </a:lnTo>
                <a:lnTo>
                  <a:pt x="3703320" y="955008"/>
                </a:lnTo>
                <a:lnTo>
                  <a:pt x="0" y="955008"/>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平行四边形 3">
            <a:extLst>
              <a:ext uri="{FF2B5EF4-FFF2-40B4-BE49-F238E27FC236}">
                <a16:creationId xmlns:a16="http://schemas.microsoft.com/office/drawing/2014/main" id="{8F0236F3-F9F1-FD6F-D49A-BFD2060A8417}"/>
              </a:ext>
            </a:extLst>
          </p:cNvPr>
          <p:cNvSpPr/>
          <p:nvPr>
            <p:custDataLst>
              <p:tags r:id="rId5"/>
            </p:custDataLst>
          </p:nvPr>
        </p:nvSpPr>
        <p:spPr>
          <a:xfrm>
            <a:off x="6466753" y="2171700"/>
            <a:ext cx="4560570" cy="3429000"/>
          </a:xfrm>
          <a:prstGeom prst="parallelogram">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Shape1">
            <a:extLst>
              <a:ext uri="{FF2B5EF4-FFF2-40B4-BE49-F238E27FC236}">
                <a16:creationId xmlns:a16="http://schemas.microsoft.com/office/drawing/2014/main" id="{A05C8984-1A21-F8E3-AD19-A110DEBD779B}"/>
              </a:ext>
            </a:extLst>
          </p:cNvPr>
          <p:cNvSpPr/>
          <p:nvPr>
            <p:custDataLst>
              <p:tags r:id="rId6"/>
            </p:custDataLst>
          </p:nvPr>
        </p:nvSpPr>
        <p:spPr>
          <a:xfrm>
            <a:off x="8243397" y="-1"/>
            <a:ext cx="3948603" cy="3290325"/>
          </a:xfrm>
          <a:custGeom>
            <a:avLst/>
            <a:gdLst>
              <a:gd name="connsiteX0" fmla="*/ 822581 w 3948603"/>
              <a:gd name="connsiteY0" fmla="*/ 0 h 3290325"/>
              <a:gd name="connsiteX1" fmla="*/ 3948603 w 3948603"/>
              <a:gd name="connsiteY1" fmla="*/ 0 h 3290325"/>
              <a:gd name="connsiteX2" fmla="*/ 3948603 w 3948603"/>
              <a:gd name="connsiteY2" fmla="*/ 3290325 h 3290325"/>
              <a:gd name="connsiteX3" fmla="*/ 0 w 3948603"/>
              <a:gd name="connsiteY3" fmla="*/ 3290325 h 3290325"/>
            </a:gdLst>
            <a:ahLst/>
            <a:cxnLst>
              <a:cxn ang="0">
                <a:pos x="connsiteX0" y="connsiteY0"/>
              </a:cxn>
              <a:cxn ang="0">
                <a:pos x="connsiteX1" y="connsiteY1"/>
              </a:cxn>
              <a:cxn ang="0">
                <a:pos x="connsiteX2" y="connsiteY2"/>
              </a:cxn>
              <a:cxn ang="0">
                <a:pos x="connsiteX3" y="connsiteY3"/>
              </a:cxn>
            </a:cxnLst>
            <a:rect l="l" t="t" r="r" b="b"/>
            <a:pathLst>
              <a:path w="3948603" h="3290325">
                <a:moveTo>
                  <a:pt x="822581" y="0"/>
                </a:moveTo>
                <a:lnTo>
                  <a:pt x="3948603" y="0"/>
                </a:lnTo>
                <a:lnTo>
                  <a:pt x="3948603" y="3290325"/>
                </a:lnTo>
                <a:lnTo>
                  <a:pt x="0" y="3290325"/>
                </a:lnTo>
                <a:close/>
              </a:path>
            </a:pathLst>
          </a:custGeom>
          <a:blipFill dpi="0" rotWithShape="0">
            <a:blip r:embed="rId19"/>
            <a:srcRect/>
            <a:stretch>
              <a:fillRect l="-12465" r="-12465"/>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Shape2">
            <a:extLst>
              <a:ext uri="{FF2B5EF4-FFF2-40B4-BE49-F238E27FC236}">
                <a16:creationId xmlns:a16="http://schemas.microsoft.com/office/drawing/2014/main" id="{7196316B-B7F6-1816-323F-854E9BA6FB2D}"/>
              </a:ext>
            </a:extLst>
          </p:cNvPr>
          <p:cNvSpPr/>
          <p:nvPr>
            <p:custDataLst>
              <p:tags r:id="rId7"/>
            </p:custDataLst>
          </p:nvPr>
        </p:nvSpPr>
        <p:spPr>
          <a:xfrm>
            <a:off x="7230092" y="3619500"/>
            <a:ext cx="4961908" cy="3238500"/>
          </a:xfrm>
          <a:custGeom>
            <a:avLst/>
            <a:gdLst>
              <a:gd name="connsiteX0" fmla="*/ 809625 w 4961908"/>
              <a:gd name="connsiteY0" fmla="*/ 0 h 3238500"/>
              <a:gd name="connsiteX1" fmla="*/ 4961908 w 4961908"/>
              <a:gd name="connsiteY1" fmla="*/ 0 h 3238500"/>
              <a:gd name="connsiteX2" fmla="*/ 4961908 w 4961908"/>
              <a:gd name="connsiteY2" fmla="*/ 442580 h 3238500"/>
              <a:gd name="connsiteX3" fmla="*/ 4262928 w 4961908"/>
              <a:gd name="connsiteY3" fmla="*/ 3238500 h 3238500"/>
              <a:gd name="connsiteX4" fmla="*/ 0 w 4961908"/>
              <a:gd name="connsiteY4" fmla="*/ 3238500 h 32385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61908" h="3238500">
                <a:moveTo>
                  <a:pt x="809625" y="0"/>
                </a:moveTo>
                <a:lnTo>
                  <a:pt x="4961908" y="0"/>
                </a:lnTo>
                <a:lnTo>
                  <a:pt x="4961908" y="442580"/>
                </a:lnTo>
                <a:lnTo>
                  <a:pt x="4262928" y="3238500"/>
                </a:lnTo>
                <a:lnTo>
                  <a:pt x="0" y="3238500"/>
                </a:lnTo>
                <a:close/>
              </a:path>
            </a:pathLst>
          </a:custGeom>
          <a:blipFill dpi="0" rotWithShape="0">
            <a:blip r:embed="rId20"/>
            <a:srcRect/>
            <a:stretch>
              <a:fillRect t="-932" b="-932"/>
            </a:stretch>
          </a:blip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5" name="Text1">
            <a:extLst>
              <a:ext uri="{FF2B5EF4-FFF2-40B4-BE49-F238E27FC236}">
                <a16:creationId xmlns:a16="http://schemas.microsoft.com/office/drawing/2014/main" id="{760D535F-CF48-0EDC-00FE-5A038EC92E47}"/>
              </a:ext>
            </a:extLst>
          </p:cNvPr>
          <p:cNvSpPr txBox="1"/>
          <p:nvPr>
            <p:custDataLst>
              <p:tags r:id="rId8"/>
            </p:custDataLst>
          </p:nvPr>
        </p:nvSpPr>
        <p:spPr>
          <a:xfrm>
            <a:off x="1089597" y="356931"/>
            <a:ext cx="5878181" cy="1316910"/>
          </a:xfrm>
          <a:prstGeom prst="rect">
            <a:avLst/>
          </a:prstGeom>
          <a:noFill/>
        </p:spPr>
        <p:txBody>
          <a:bodyPr wrap="square" rtlCol="0" anchor="b" anchorCtr="0">
            <a:norm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机器学习流程与步骤</a:t>
            </a:r>
            <a:endParaRPr lang="zh-CN" altLang="en-US" sz="32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
        <p:nvSpPr>
          <p:cNvPr id="2" name="矩形: 圆角 1">
            <a:extLst>
              <a:ext uri="{FF2B5EF4-FFF2-40B4-BE49-F238E27FC236}">
                <a16:creationId xmlns:a16="http://schemas.microsoft.com/office/drawing/2014/main" id="{F8DE7F9D-AD1D-473A-4300-BB681353138F}"/>
              </a:ext>
            </a:extLst>
          </p:cNvPr>
          <p:cNvSpPr/>
          <p:nvPr>
            <p:custDataLst>
              <p:tags r:id="rId9"/>
            </p:custDataLst>
          </p:nvPr>
        </p:nvSpPr>
        <p:spPr>
          <a:xfrm>
            <a:off x="375329" y="1897120"/>
            <a:ext cx="2063814" cy="393192"/>
          </a:xfrm>
          <a:prstGeom prst="roundRect">
            <a:avLst/>
          </a:prstGeom>
          <a:noFill/>
          <a:ln w="12700" cap="flat" cmpd="sng" algn="ctr">
            <a:solidFill>
              <a:schemeClr val="tx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9BABA63E-0FBB-957B-E2A6-AF01DAF6BF99}"/>
              </a:ext>
            </a:extLst>
          </p:cNvPr>
          <p:cNvSpPr/>
          <p:nvPr>
            <p:custDataLst>
              <p:tags r:id="rId10"/>
            </p:custDataLst>
          </p:nvPr>
        </p:nvSpPr>
        <p:spPr>
          <a:xfrm>
            <a:off x="375329" y="2669280"/>
            <a:ext cx="1860614" cy="393192"/>
          </a:xfrm>
          <a:prstGeom prst="roundRect">
            <a:avLst/>
          </a:prstGeom>
          <a:noFill/>
          <a:ln w="12700" cap="flat" cmpd="sng" algn="ctr">
            <a:solidFill>
              <a:schemeClr val="tx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DB6324AD-615A-4600-27CA-81C3125A484E}"/>
              </a:ext>
            </a:extLst>
          </p:cNvPr>
          <p:cNvSpPr/>
          <p:nvPr>
            <p:custDataLst>
              <p:tags r:id="rId11"/>
            </p:custDataLst>
          </p:nvPr>
        </p:nvSpPr>
        <p:spPr>
          <a:xfrm>
            <a:off x="375329" y="3416040"/>
            <a:ext cx="1860614" cy="393192"/>
          </a:xfrm>
          <a:prstGeom prst="roundRect">
            <a:avLst/>
          </a:prstGeom>
          <a:noFill/>
          <a:ln w="12700" cap="flat" cmpd="sng" algn="ctr">
            <a:solidFill>
              <a:schemeClr val="tx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1DA0E990-C4EC-42C8-8B03-9CC4006493F0}"/>
              </a:ext>
            </a:extLst>
          </p:cNvPr>
          <p:cNvSpPr/>
          <p:nvPr>
            <p:custDataLst>
              <p:tags r:id="rId12"/>
            </p:custDataLst>
          </p:nvPr>
        </p:nvSpPr>
        <p:spPr>
          <a:xfrm>
            <a:off x="375329" y="4162800"/>
            <a:ext cx="1860614" cy="393192"/>
          </a:xfrm>
          <a:prstGeom prst="roundRect">
            <a:avLst/>
          </a:prstGeom>
          <a:noFill/>
          <a:ln w="12700" cap="flat" cmpd="sng" algn="ctr">
            <a:solidFill>
              <a:schemeClr val="tx1"/>
            </a:solid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Text2">
            <a:extLst>
              <a:ext uri="{FF2B5EF4-FFF2-40B4-BE49-F238E27FC236}">
                <a16:creationId xmlns:a16="http://schemas.microsoft.com/office/drawing/2014/main" id="{92296928-7AA8-BF21-1004-9CE057F40443}"/>
              </a:ext>
            </a:extLst>
          </p:cNvPr>
          <p:cNvSpPr txBox="1"/>
          <p:nvPr>
            <p:custDataLst>
              <p:tags r:id="rId13"/>
            </p:custDataLst>
          </p:nvPr>
        </p:nvSpPr>
        <p:spPr>
          <a:xfrm>
            <a:off x="441379" y="1853954"/>
            <a:ext cx="5885760" cy="3077737"/>
          </a:xfrm>
          <a:prstGeom prst="rect">
            <a:avLst/>
          </a:prstGeom>
          <a:noFill/>
          <a:ln>
            <a:noFill/>
          </a:ln>
        </p:spPr>
        <p:txBody>
          <a:bodyPr spcFirstLastPara="1" wrap="square" lIns="60950" tIns="30466" rIns="60950" bIns="30466" anchor="t" anchorCtr="0">
            <a:normAutofit/>
          </a:bodyPr>
          <a:lstStyle/>
          <a:p>
            <a:pPr marL="0" marR="0" lvl="0" algn="just" defTabSz="914400" rtl="0" eaLnBrk="1" fontAlgn="ctr" latinLnBrk="0" hangingPunct="1">
              <a:lnSpc>
                <a:spcPct val="130000"/>
              </a:lnSpc>
              <a:spcBef>
                <a:spcPts val="250"/>
              </a:spcBef>
              <a:spcAft>
                <a:spcPts val="250"/>
              </a:spcAft>
              <a:buClrTx/>
              <a:buSzTx/>
              <a:buFontTx/>
              <a:buNone/>
              <a:defRPr/>
            </a:pP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数据收集与预处理</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解释如何收集数据，包括清洗、标注和平衡数据集。</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特征选择与构建</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选择 </a:t>
            </a:r>
            <a:r>
              <a:rPr kumimoji="0" lang="en-US" altLang="zh-CN"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relevant </a:t>
            </a: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特征并构建特征向量，简化模型复杂度。</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模型训练与评估</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描述训练过程，包括交叉验证和评估指标的选择。</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模型优化与部署</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30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优化模型参数，部署到生产环境，监控性能和准确性。</a:t>
            </a:r>
            <a:endParaRPr kumimoji="0" lang="zh-CN" altLang="en-US" sz="120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23" name="任意多边形: 形状 22">
            <a:extLst>
              <a:ext uri="{FF2B5EF4-FFF2-40B4-BE49-F238E27FC236}">
                <a16:creationId xmlns:a16="http://schemas.microsoft.com/office/drawing/2014/main" id="{DD298A81-80D6-59B6-FA2F-4634F4186351}"/>
              </a:ext>
            </a:extLst>
          </p:cNvPr>
          <p:cNvSpPr/>
          <p:nvPr>
            <p:custDataLst>
              <p:tags r:id="rId14"/>
            </p:custDataLst>
          </p:nvPr>
        </p:nvSpPr>
        <p:spPr>
          <a:xfrm>
            <a:off x="0" y="6615314"/>
            <a:ext cx="2582050" cy="269570"/>
          </a:xfrm>
          <a:custGeom>
            <a:avLst/>
            <a:gdLst>
              <a:gd name="connsiteX0" fmla="*/ 0 w 2582050"/>
              <a:gd name="connsiteY0" fmla="*/ 0 h 269570"/>
              <a:gd name="connsiteX1" fmla="*/ 2582050 w 2582050"/>
              <a:gd name="connsiteY1" fmla="*/ 0 h 269570"/>
              <a:gd name="connsiteX2" fmla="*/ 2514658 w 2582050"/>
              <a:gd name="connsiteY2" fmla="*/ 269570 h 269570"/>
              <a:gd name="connsiteX3" fmla="*/ 0 w 2582050"/>
              <a:gd name="connsiteY3" fmla="*/ 269570 h 269570"/>
            </a:gdLst>
            <a:ahLst/>
            <a:cxnLst>
              <a:cxn ang="0">
                <a:pos x="connsiteX0" y="connsiteY0"/>
              </a:cxn>
              <a:cxn ang="0">
                <a:pos x="connsiteX1" y="connsiteY1"/>
              </a:cxn>
              <a:cxn ang="0">
                <a:pos x="connsiteX2" y="connsiteY2"/>
              </a:cxn>
              <a:cxn ang="0">
                <a:pos x="connsiteX3" y="connsiteY3"/>
              </a:cxn>
            </a:cxnLst>
            <a:rect l="l" t="t" r="r" b="b"/>
            <a:pathLst>
              <a:path w="2582050" h="269570">
                <a:moveTo>
                  <a:pt x="0" y="0"/>
                </a:moveTo>
                <a:lnTo>
                  <a:pt x="2582050" y="0"/>
                </a:lnTo>
                <a:lnTo>
                  <a:pt x="2514658" y="269570"/>
                </a:lnTo>
                <a:lnTo>
                  <a:pt x="0" y="269570"/>
                </a:lnTo>
                <a:close/>
              </a:path>
            </a:pathLst>
          </a:cu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0" name="Shape3">
            <a:extLst>
              <a:ext uri="{FF2B5EF4-FFF2-40B4-BE49-F238E27FC236}">
                <a16:creationId xmlns:a16="http://schemas.microsoft.com/office/drawing/2014/main" id="{FCE7A2F1-8DD0-42EF-91E9-86F6161E5BEE}"/>
              </a:ext>
            </a:extLst>
          </p:cNvPr>
          <p:cNvPicPr>
            <a:picLocks/>
          </p:cNvPicPr>
          <p:nvPr>
            <p:custDataLst>
              <p:tags r:id="rId15"/>
            </p:custDataLst>
          </p:nvPr>
        </p:nvPicPr>
        <p:blipFill>
          <a:blip r:embed="rId21">
            <a:extLst>
              <a:ext uri="{96DAC541-7B7A-43D3-8B79-37D633B846F1}">
                <asvg:svgBlip xmlns:asvg="http://schemas.microsoft.com/office/drawing/2016/SVG/main" r:embed="rId22"/>
              </a:ext>
            </a:extLst>
          </a:blip>
          <a:stretch>
            <a:fillRect/>
          </a:stretch>
        </p:blipFill>
        <p:spPr>
          <a:xfrm>
            <a:off x="532321" y="1088625"/>
            <a:ext cx="585216" cy="585216"/>
          </a:xfrm>
          <a:prstGeom prst="rect">
            <a:avLst/>
          </a:prstGeom>
        </p:spPr>
      </p:pic>
      <p:sp>
        <p:nvSpPr>
          <p:cNvPr id="11" name="Text5" hidden="1">
            <a:extLst>
              <a:ext uri="{FF2B5EF4-FFF2-40B4-BE49-F238E27FC236}">
                <a16:creationId xmlns:a16="http://schemas.microsoft.com/office/drawing/2014/main" id="{7D9D8C1A-8103-BDDD-40BA-79A583ADA332}"/>
              </a:ext>
            </a:extLst>
          </p:cNvPr>
          <p:cNvSpPr txBox="1"/>
          <p:nvPr>
            <p:custDataLst>
              <p:tags r:id="rId16"/>
            </p:custDataLst>
          </p:nvPr>
        </p:nvSpPr>
        <p:spPr>
          <a:xfrm>
            <a:off x="857310" y="7832348"/>
            <a:ext cx="9300278"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机器学习中的数学与统计学</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custData r:id="rId1"/>
      <p:tags r:id="rId2"/>
    </p:custDataLst>
    <p:extLst>
      <p:ext uri="{BB962C8B-B14F-4D97-AF65-F5344CB8AC3E}">
        <p14:creationId xmlns:p14="http://schemas.microsoft.com/office/powerpoint/2010/main" val="15004810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288" fill="hold" grpId="0"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strVal val="4/3*#ppt_w"/>
                                          </p:val>
                                        </p:tav>
                                        <p:tav tm="100000">
                                          <p:val>
                                            <p:strVal val="#ppt_w"/>
                                          </p:val>
                                        </p:tav>
                                      </p:tavLst>
                                    </p:anim>
                                    <p:anim calcmode="lin" valueType="num">
                                      <p:cBhvr>
                                        <p:cTn id="8" dur="500" fill="hold"/>
                                        <p:tgtEl>
                                          <p:spTgt spid="14"/>
                                        </p:tgtEl>
                                        <p:attrNameLst>
                                          <p:attrName>ppt_h</p:attrName>
                                        </p:attrNameLst>
                                      </p:cBhvr>
                                      <p:tavLst>
                                        <p:tav tm="0">
                                          <p:val>
                                            <p:strVal val="4/3*#ppt_h"/>
                                          </p:val>
                                        </p:tav>
                                        <p:tav tm="100000">
                                          <p:val>
                                            <p:strVal val="#ppt_h"/>
                                          </p:val>
                                        </p:tav>
                                      </p:tavLst>
                                    </p:anim>
                                  </p:childTnLst>
                                </p:cTn>
                              </p:par>
                              <p:par>
                                <p:cTn id="9" presetID="23" presetClass="entr" presetSubtype="288"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p:cTn id="11" dur="500" fill="hold"/>
                                        <p:tgtEl>
                                          <p:spTgt spid="16"/>
                                        </p:tgtEl>
                                        <p:attrNameLst>
                                          <p:attrName>ppt_w</p:attrName>
                                        </p:attrNameLst>
                                      </p:cBhvr>
                                      <p:tavLst>
                                        <p:tav tm="0">
                                          <p:val>
                                            <p:strVal val="4/3*#ppt_w"/>
                                          </p:val>
                                        </p:tav>
                                        <p:tav tm="100000">
                                          <p:val>
                                            <p:strVal val="#ppt_w"/>
                                          </p:val>
                                        </p:tav>
                                      </p:tavLst>
                                    </p:anim>
                                    <p:anim calcmode="lin" valueType="num">
                                      <p:cBhvr>
                                        <p:cTn id="12" dur="500" fill="hold"/>
                                        <p:tgtEl>
                                          <p:spTgt spid="16"/>
                                        </p:tgtEl>
                                        <p:attrNameLst>
                                          <p:attrName>ppt_h</p:attrName>
                                        </p:attrNameLst>
                                      </p:cBhvr>
                                      <p:tavLst>
                                        <p:tav tm="0">
                                          <p:val>
                                            <p:strVal val="4/3*#ppt_h"/>
                                          </p:val>
                                        </p:tav>
                                        <p:tav tm="100000">
                                          <p:val>
                                            <p:strVal val="#ppt_h"/>
                                          </p:val>
                                        </p:tav>
                                      </p:tavLst>
                                    </p:anim>
                                  </p:childTnLst>
                                </p:cTn>
                              </p:par>
                              <p:par>
                                <p:cTn id="13" presetID="23" presetClass="entr" presetSubtype="28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strVal val="4/3*#ppt_w"/>
                                          </p:val>
                                        </p:tav>
                                        <p:tav tm="100000">
                                          <p:val>
                                            <p:strVal val="#ppt_w"/>
                                          </p:val>
                                        </p:tav>
                                      </p:tavLst>
                                    </p:anim>
                                    <p:anim calcmode="lin" valueType="num">
                                      <p:cBhvr>
                                        <p:cTn id="16" dur="500" fill="hold"/>
                                        <p:tgtEl>
                                          <p:spTgt spid="4"/>
                                        </p:tgtEl>
                                        <p:attrNameLst>
                                          <p:attrName>ppt_h</p:attrName>
                                        </p:attrNameLst>
                                      </p:cBhvr>
                                      <p:tavLst>
                                        <p:tav tm="0">
                                          <p:val>
                                            <p:strVal val="4/3*#ppt_h"/>
                                          </p:val>
                                        </p:tav>
                                        <p:tav tm="100000">
                                          <p:val>
                                            <p:strVal val="#ppt_h"/>
                                          </p:val>
                                        </p:tav>
                                      </p:tavLst>
                                    </p:anim>
                                  </p:childTnLst>
                                </p:cTn>
                              </p:par>
                              <p:par>
                                <p:cTn id="17" presetID="23" presetClass="entr" presetSubtype="288"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 calcmode="lin" valueType="num">
                                      <p:cBhvr>
                                        <p:cTn id="19" dur="500" fill="hold"/>
                                        <p:tgtEl>
                                          <p:spTgt spid="20"/>
                                        </p:tgtEl>
                                        <p:attrNameLst>
                                          <p:attrName>ppt_w</p:attrName>
                                        </p:attrNameLst>
                                      </p:cBhvr>
                                      <p:tavLst>
                                        <p:tav tm="0">
                                          <p:val>
                                            <p:strVal val="4/3*#ppt_w"/>
                                          </p:val>
                                        </p:tav>
                                        <p:tav tm="100000">
                                          <p:val>
                                            <p:strVal val="#ppt_w"/>
                                          </p:val>
                                        </p:tav>
                                      </p:tavLst>
                                    </p:anim>
                                    <p:anim calcmode="lin" valueType="num">
                                      <p:cBhvr>
                                        <p:cTn id="20" dur="500" fill="hold"/>
                                        <p:tgtEl>
                                          <p:spTgt spid="20"/>
                                        </p:tgtEl>
                                        <p:attrNameLst>
                                          <p:attrName>ppt_h</p:attrName>
                                        </p:attrNameLst>
                                      </p:cBhvr>
                                      <p:tavLst>
                                        <p:tav tm="0">
                                          <p:val>
                                            <p:strVal val="4/3*#ppt_h"/>
                                          </p:val>
                                        </p:tav>
                                        <p:tav tm="100000">
                                          <p:val>
                                            <p:strVal val="#ppt_h"/>
                                          </p:val>
                                        </p:tav>
                                      </p:tavLst>
                                    </p:anim>
                                  </p:childTnLst>
                                </p:cTn>
                              </p:par>
                              <p:par>
                                <p:cTn id="21" presetID="23" presetClass="entr" presetSubtype="288"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anim calcmode="lin" valueType="num">
                                      <p:cBhvr>
                                        <p:cTn id="23" dur="500" fill="hold"/>
                                        <p:tgtEl>
                                          <p:spTgt spid="18"/>
                                        </p:tgtEl>
                                        <p:attrNameLst>
                                          <p:attrName>ppt_w</p:attrName>
                                        </p:attrNameLst>
                                      </p:cBhvr>
                                      <p:tavLst>
                                        <p:tav tm="0">
                                          <p:val>
                                            <p:strVal val="4/3*#ppt_w"/>
                                          </p:val>
                                        </p:tav>
                                        <p:tav tm="100000">
                                          <p:val>
                                            <p:strVal val="#ppt_w"/>
                                          </p:val>
                                        </p:tav>
                                      </p:tavLst>
                                    </p:anim>
                                    <p:anim calcmode="lin" valueType="num">
                                      <p:cBhvr>
                                        <p:cTn id="24" dur="500" fill="hold"/>
                                        <p:tgtEl>
                                          <p:spTgt spid="18"/>
                                        </p:tgtEl>
                                        <p:attrNameLst>
                                          <p:attrName>ppt_h</p:attrName>
                                        </p:attrNameLst>
                                      </p:cBhvr>
                                      <p:tavLst>
                                        <p:tav tm="0">
                                          <p:val>
                                            <p:strVal val="4/3*#ppt_h"/>
                                          </p:val>
                                        </p:tav>
                                        <p:tav tm="100000">
                                          <p:val>
                                            <p:strVal val="#ppt_h"/>
                                          </p:val>
                                        </p:tav>
                                      </p:tavLst>
                                    </p:anim>
                                  </p:childTnLst>
                                </p:cTn>
                              </p:par>
                              <p:par>
                                <p:cTn id="25" presetID="23" presetClass="entr" presetSubtype="288"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p:cTn id="27" dur="500" fill="hold"/>
                                        <p:tgtEl>
                                          <p:spTgt spid="2"/>
                                        </p:tgtEl>
                                        <p:attrNameLst>
                                          <p:attrName>ppt_w</p:attrName>
                                        </p:attrNameLst>
                                      </p:cBhvr>
                                      <p:tavLst>
                                        <p:tav tm="0">
                                          <p:val>
                                            <p:strVal val="4/3*#ppt_w"/>
                                          </p:val>
                                        </p:tav>
                                        <p:tav tm="100000">
                                          <p:val>
                                            <p:strVal val="#ppt_w"/>
                                          </p:val>
                                        </p:tav>
                                      </p:tavLst>
                                    </p:anim>
                                    <p:anim calcmode="lin" valueType="num">
                                      <p:cBhvr>
                                        <p:cTn id="28" dur="500" fill="hold"/>
                                        <p:tgtEl>
                                          <p:spTgt spid="2"/>
                                        </p:tgtEl>
                                        <p:attrNameLst>
                                          <p:attrName>ppt_h</p:attrName>
                                        </p:attrNameLst>
                                      </p:cBhvr>
                                      <p:tavLst>
                                        <p:tav tm="0">
                                          <p:val>
                                            <p:strVal val="4/3*#ppt_h"/>
                                          </p:val>
                                        </p:tav>
                                        <p:tav tm="100000">
                                          <p:val>
                                            <p:strVal val="#ppt_h"/>
                                          </p:val>
                                        </p:tav>
                                      </p:tavLst>
                                    </p:anim>
                                  </p:childTnLst>
                                </p:cTn>
                              </p:par>
                              <p:par>
                                <p:cTn id="29" presetID="23" presetClass="entr" presetSubtype="288"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p:cTn id="31" dur="500" fill="hold"/>
                                        <p:tgtEl>
                                          <p:spTgt spid="3"/>
                                        </p:tgtEl>
                                        <p:attrNameLst>
                                          <p:attrName>ppt_w</p:attrName>
                                        </p:attrNameLst>
                                      </p:cBhvr>
                                      <p:tavLst>
                                        <p:tav tm="0">
                                          <p:val>
                                            <p:strVal val="4/3*#ppt_w"/>
                                          </p:val>
                                        </p:tav>
                                        <p:tav tm="100000">
                                          <p:val>
                                            <p:strVal val="#ppt_w"/>
                                          </p:val>
                                        </p:tav>
                                      </p:tavLst>
                                    </p:anim>
                                    <p:anim calcmode="lin" valueType="num">
                                      <p:cBhvr>
                                        <p:cTn id="32" dur="500" fill="hold"/>
                                        <p:tgtEl>
                                          <p:spTgt spid="3"/>
                                        </p:tgtEl>
                                        <p:attrNameLst>
                                          <p:attrName>ppt_h</p:attrName>
                                        </p:attrNameLst>
                                      </p:cBhvr>
                                      <p:tavLst>
                                        <p:tav tm="0">
                                          <p:val>
                                            <p:strVal val="4/3*#ppt_h"/>
                                          </p:val>
                                        </p:tav>
                                        <p:tav tm="100000">
                                          <p:val>
                                            <p:strVal val="#ppt_h"/>
                                          </p:val>
                                        </p:tav>
                                      </p:tavLst>
                                    </p:anim>
                                  </p:childTnLst>
                                </p:cTn>
                              </p:par>
                              <p:par>
                                <p:cTn id="33" presetID="23" presetClass="entr" presetSubtype="288" fill="hold" grpId="0" nodeType="withEffect">
                                  <p:stCondLst>
                                    <p:cond delay="0"/>
                                  </p:stCondLst>
                                  <p:childTnLst>
                                    <p:set>
                                      <p:cBhvr>
                                        <p:cTn id="34" dur="1" fill="hold">
                                          <p:stCondLst>
                                            <p:cond delay="0"/>
                                          </p:stCondLst>
                                        </p:cTn>
                                        <p:tgtEl>
                                          <p:spTgt spid="7"/>
                                        </p:tgtEl>
                                        <p:attrNameLst>
                                          <p:attrName>style.visibility</p:attrName>
                                        </p:attrNameLst>
                                      </p:cBhvr>
                                      <p:to>
                                        <p:strVal val="visible"/>
                                      </p:to>
                                    </p:set>
                                    <p:anim calcmode="lin" valueType="num">
                                      <p:cBhvr>
                                        <p:cTn id="35" dur="500" fill="hold"/>
                                        <p:tgtEl>
                                          <p:spTgt spid="7"/>
                                        </p:tgtEl>
                                        <p:attrNameLst>
                                          <p:attrName>ppt_w</p:attrName>
                                        </p:attrNameLst>
                                      </p:cBhvr>
                                      <p:tavLst>
                                        <p:tav tm="0">
                                          <p:val>
                                            <p:strVal val="4/3*#ppt_w"/>
                                          </p:val>
                                        </p:tav>
                                        <p:tav tm="100000">
                                          <p:val>
                                            <p:strVal val="#ppt_w"/>
                                          </p:val>
                                        </p:tav>
                                      </p:tavLst>
                                    </p:anim>
                                    <p:anim calcmode="lin" valueType="num">
                                      <p:cBhvr>
                                        <p:cTn id="36" dur="500" fill="hold"/>
                                        <p:tgtEl>
                                          <p:spTgt spid="7"/>
                                        </p:tgtEl>
                                        <p:attrNameLst>
                                          <p:attrName>ppt_h</p:attrName>
                                        </p:attrNameLst>
                                      </p:cBhvr>
                                      <p:tavLst>
                                        <p:tav tm="0">
                                          <p:val>
                                            <p:strVal val="4/3*#ppt_h"/>
                                          </p:val>
                                        </p:tav>
                                        <p:tav tm="100000">
                                          <p:val>
                                            <p:strVal val="#ppt_h"/>
                                          </p:val>
                                        </p:tav>
                                      </p:tavLst>
                                    </p:anim>
                                  </p:childTnLst>
                                </p:cTn>
                              </p:par>
                              <p:par>
                                <p:cTn id="37" presetID="23" presetClass="entr" presetSubtype="288"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 calcmode="lin" valueType="num">
                                      <p:cBhvr>
                                        <p:cTn id="39" dur="500" fill="hold"/>
                                        <p:tgtEl>
                                          <p:spTgt spid="8"/>
                                        </p:tgtEl>
                                        <p:attrNameLst>
                                          <p:attrName>ppt_w</p:attrName>
                                        </p:attrNameLst>
                                      </p:cBhvr>
                                      <p:tavLst>
                                        <p:tav tm="0">
                                          <p:val>
                                            <p:strVal val="4/3*#ppt_w"/>
                                          </p:val>
                                        </p:tav>
                                        <p:tav tm="100000">
                                          <p:val>
                                            <p:strVal val="#ppt_w"/>
                                          </p:val>
                                        </p:tav>
                                      </p:tavLst>
                                    </p:anim>
                                    <p:anim calcmode="lin" valueType="num">
                                      <p:cBhvr>
                                        <p:cTn id="40" dur="500" fill="hold"/>
                                        <p:tgtEl>
                                          <p:spTgt spid="8"/>
                                        </p:tgtEl>
                                        <p:attrNameLst>
                                          <p:attrName>ppt_h</p:attrName>
                                        </p:attrNameLst>
                                      </p:cBhvr>
                                      <p:tavLst>
                                        <p:tav tm="0">
                                          <p:val>
                                            <p:strVal val="4/3*#ppt_h"/>
                                          </p:val>
                                        </p:tav>
                                        <p:tav tm="100000">
                                          <p:val>
                                            <p:strVal val="#ppt_h"/>
                                          </p:val>
                                        </p:tav>
                                      </p:tavLst>
                                    </p:anim>
                                  </p:childTnLst>
                                </p:cTn>
                              </p:par>
                              <p:par>
                                <p:cTn id="41" presetID="23" presetClass="entr" presetSubtype="288"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 calcmode="lin" valueType="num">
                                      <p:cBhvr>
                                        <p:cTn id="43" dur="500" fill="hold"/>
                                        <p:tgtEl>
                                          <p:spTgt spid="6"/>
                                        </p:tgtEl>
                                        <p:attrNameLst>
                                          <p:attrName>ppt_w</p:attrName>
                                        </p:attrNameLst>
                                      </p:cBhvr>
                                      <p:tavLst>
                                        <p:tav tm="0">
                                          <p:val>
                                            <p:strVal val="4/3*#ppt_w"/>
                                          </p:val>
                                        </p:tav>
                                        <p:tav tm="100000">
                                          <p:val>
                                            <p:strVal val="#ppt_w"/>
                                          </p:val>
                                        </p:tav>
                                      </p:tavLst>
                                    </p:anim>
                                    <p:anim calcmode="lin" valueType="num">
                                      <p:cBhvr>
                                        <p:cTn id="44" dur="500" fill="hold"/>
                                        <p:tgtEl>
                                          <p:spTgt spid="6"/>
                                        </p:tgtEl>
                                        <p:attrNameLst>
                                          <p:attrName>ppt_h</p:attrName>
                                        </p:attrNameLst>
                                      </p:cBhvr>
                                      <p:tavLst>
                                        <p:tav tm="0">
                                          <p:val>
                                            <p:strVal val="4/3*#ppt_h"/>
                                          </p:val>
                                        </p:tav>
                                        <p:tav tm="100000">
                                          <p:val>
                                            <p:strVal val="#ppt_h"/>
                                          </p:val>
                                        </p:tav>
                                      </p:tavLst>
                                    </p:anim>
                                  </p:childTnLst>
                                </p:cTn>
                              </p:par>
                              <p:par>
                                <p:cTn id="45" presetID="23" presetClass="entr" presetSubtype="288"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anim calcmode="lin" valueType="num">
                                      <p:cBhvr>
                                        <p:cTn id="47" dur="500" fill="hold"/>
                                        <p:tgtEl>
                                          <p:spTgt spid="23"/>
                                        </p:tgtEl>
                                        <p:attrNameLst>
                                          <p:attrName>ppt_w</p:attrName>
                                        </p:attrNameLst>
                                      </p:cBhvr>
                                      <p:tavLst>
                                        <p:tav tm="0">
                                          <p:val>
                                            <p:strVal val="4/3*#ppt_w"/>
                                          </p:val>
                                        </p:tav>
                                        <p:tav tm="100000">
                                          <p:val>
                                            <p:strVal val="#ppt_w"/>
                                          </p:val>
                                        </p:tav>
                                      </p:tavLst>
                                    </p:anim>
                                    <p:anim calcmode="lin" valueType="num">
                                      <p:cBhvr>
                                        <p:cTn id="48" dur="500" fill="hold"/>
                                        <p:tgtEl>
                                          <p:spTgt spid="23"/>
                                        </p:tgtEl>
                                        <p:attrNameLst>
                                          <p:attrName>ppt_h</p:attrName>
                                        </p:attrNameLst>
                                      </p:cBhvr>
                                      <p:tavLst>
                                        <p:tav tm="0">
                                          <p:val>
                                            <p:strVal val="4/3*#ppt_h"/>
                                          </p:val>
                                        </p:tav>
                                        <p:tav tm="100000">
                                          <p:val>
                                            <p:strVal val="#ppt_h"/>
                                          </p:val>
                                        </p:tav>
                                      </p:tavLst>
                                    </p:anim>
                                  </p:childTnLst>
                                </p:cTn>
                              </p:par>
                              <p:par>
                                <p:cTn id="49" presetID="23" presetClass="entr" presetSubtype="288"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 calcmode="lin" valueType="num">
                                      <p:cBhvr>
                                        <p:cTn id="51" dur="500" fill="hold"/>
                                        <p:tgtEl>
                                          <p:spTgt spid="10"/>
                                        </p:tgtEl>
                                        <p:attrNameLst>
                                          <p:attrName>ppt_w</p:attrName>
                                        </p:attrNameLst>
                                      </p:cBhvr>
                                      <p:tavLst>
                                        <p:tav tm="0">
                                          <p:val>
                                            <p:strVal val="4/3*#ppt_w"/>
                                          </p:val>
                                        </p:tav>
                                        <p:tav tm="100000">
                                          <p:val>
                                            <p:strVal val="#ppt_w"/>
                                          </p:val>
                                        </p:tav>
                                      </p:tavLst>
                                    </p:anim>
                                    <p:anim calcmode="lin" valueType="num">
                                      <p:cBhvr>
                                        <p:cTn id="52" dur="500" fill="hold"/>
                                        <p:tgtEl>
                                          <p:spTgt spid="10"/>
                                        </p:tgtEl>
                                        <p:attrNameLst>
                                          <p:attrName>ppt_h</p:attrName>
                                        </p:attrNameLst>
                                      </p:cBhvr>
                                      <p:tavLst>
                                        <p:tav tm="0">
                                          <p:val>
                                            <p:strVal val="4/3*#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P spid="4" grpId="0" animBg="1"/>
      <p:bldP spid="20" grpId="0" animBg="1"/>
      <p:bldP spid="18" grpId="0" animBg="1"/>
      <p:bldP spid="2" grpId="0" animBg="1"/>
      <p:bldP spid="3" grpId="0" animBg="1"/>
      <p:bldP spid="7" grpId="0" animBg="1"/>
      <p:bldP spid="8" grpId="0" animBg="1"/>
      <p:bldP spid="6" grpId="0"/>
      <p:bldP spid="2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8-【1】">
            <a:extLst>
              <a:ext uri="{FF2B5EF4-FFF2-40B4-BE49-F238E27FC236}">
                <a16:creationId xmlns:a16="http://schemas.microsoft.com/office/drawing/2014/main" id="{732FFA84-CE4C-06B6-22A2-84329EB7768D}"/>
              </a:ext>
            </a:extLst>
          </p:cNvPr>
          <p:cNvSpPr/>
          <p:nvPr>
            <p:custDataLst>
              <p:tags r:id="rId3"/>
            </p:custDataLst>
          </p:nvPr>
        </p:nvSpPr>
        <p:spPr>
          <a:xfrm>
            <a:off x="652465" y="1777023"/>
            <a:ext cx="2270190" cy="1914782"/>
          </a:xfrm>
          <a:custGeom>
            <a:avLst/>
            <a:gdLst/>
            <a:ahLst/>
            <a:cxnLst/>
            <a:rect l="l" t="t" r="r" b="b"/>
            <a:pathLst>
              <a:path w="1749964" h="1476000">
                <a:moveTo>
                  <a:pt x="0" y="0"/>
                </a:moveTo>
                <a:lnTo>
                  <a:pt x="1749964" y="0"/>
                </a:lnTo>
                <a:lnTo>
                  <a:pt x="874982" y="1476000"/>
                </a:lnTo>
                <a:close/>
              </a:path>
            </a:pathLst>
          </a:cu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思源黑体 Medium" panose="020B0600000000000000" charset="-122"/>
              <a:ea typeface="思源黑体 Medium" panose="020B0600000000000000" charset="-122"/>
              <a:cs typeface="+mn-ea"/>
              <a:sym typeface="+mn-lt"/>
            </a:endParaRPr>
          </a:p>
        </p:txBody>
      </p:sp>
      <p:sp>
        <p:nvSpPr>
          <p:cNvPr id="5" name="等腰三角形 2-【1】">
            <a:extLst>
              <a:ext uri="{FF2B5EF4-FFF2-40B4-BE49-F238E27FC236}">
                <a16:creationId xmlns:a16="http://schemas.microsoft.com/office/drawing/2014/main" id="{C67330AD-B334-B78D-F86F-BC04BB0382A7}"/>
              </a:ext>
            </a:extLst>
          </p:cNvPr>
          <p:cNvSpPr/>
          <p:nvPr>
            <p:custDataLst>
              <p:tags r:id="rId4"/>
            </p:custDataLst>
          </p:nvPr>
        </p:nvSpPr>
        <p:spPr>
          <a:xfrm>
            <a:off x="1899438" y="1777023"/>
            <a:ext cx="2270190" cy="1914782"/>
          </a:xfrm>
          <a:prstGeom prst="triangle">
            <a:avLst/>
          </a:prstGeom>
          <a:solidFill>
            <a:schemeClr val="accent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思源黑体 Medium" panose="020B0600000000000000" charset="-122"/>
              <a:ea typeface="思源黑体 Medium" panose="020B0600000000000000" charset="-122"/>
              <a:cs typeface="+mn-ea"/>
              <a:sym typeface="+mn-lt"/>
            </a:endParaRPr>
          </a:p>
        </p:txBody>
      </p:sp>
      <p:sp>
        <p:nvSpPr>
          <p:cNvPr id="6" name="矩形 8-【1】">
            <a:extLst>
              <a:ext uri="{FF2B5EF4-FFF2-40B4-BE49-F238E27FC236}">
                <a16:creationId xmlns:a16="http://schemas.microsoft.com/office/drawing/2014/main" id="{918CEA82-9B2C-9E46-3E83-BCB09A77C92E}"/>
              </a:ext>
            </a:extLst>
          </p:cNvPr>
          <p:cNvSpPr/>
          <p:nvPr>
            <p:custDataLst>
              <p:tags r:id="rId5"/>
            </p:custDataLst>
          </p:nvPr>
        </p:nvSpPr>
        <p:spPr>
          <a:xfrm>
            <a:off x="1899438" y="3785645"/>
            <a:ext cx="2270190" cy="1914782"/>
          </a:xfrm>
          <a:custGeom>
            <a:avLst/>
            <a:gdLst/>
            <a:ahLst/>
            <a:cxnLst/>
            <a:rect l="l" t="t" r="r" b="b"/>
            <a:pathLst>
              <a:path w="1749964" h="1476000">
                <a:moveTo>
                  <a:pt x="0" y="0"/>
                </a:moveTo>
                <a:lnTo>
                  <a:pt x="1749964" y="0"/>
                </a:lnTo>
                <a:lnTo>
                  <a:pt x="874982" y="1476000"/>
                </a:lnTo>
                <a:close/>
              </a:path>
            </a:pathLst>
          </a:custGeom>
          <a:solidFill>
            <a:schemeClr val="accent1">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思源黑体 Medium" panose="020B0600000000000000" charset="-122"/>
              <a:ea typeface="思源黑体 Medium" panose="020B0600000000000000" charset="-122"/>
              <a:cs typeface="+mn-ea"/>
              <a:sym typeface="+mn-lt"/>
            </a:endParaRPr>
          </a:p>
        </p:txBody>
      </p:sp>
      <p:sp>
        <p:nvSpPr>
          <p:cNvPr id="7" name="等腰三角形 3-【1】">
            <a:extLst>
              <a:ext uri="{FF2B5EF4-FFF2-40B4-BE49-F238E27FC236}">
                <a16:creationId xmlns:a16="http://schemas.microsoft.com/office/drawing/2014/main" id="{EBE36788-64A5-D091-1350-2D5A5EB335E8}"/>
              </a:ext>
            </a:extLst>
          </p:cNvPr>
          <p:cNvSpPr/>
          <p:nvPr>
            <p:custDataLst>
              <p:tags r:id="rId6"/>
            </p:custDataLst>
          </p:nvPr>
        </p:nvSpPr>
        <p:spPr>
          <a:xfrm>
            <a:off x="652465" y="3785645"/>
            <a:ext cx="2270190" cy="1914782"/>
          </a:xfrm>
          <a:prstGeom prst="triangle">
            <a:avLst/>
          </a:prstGeom>
          <a:solidFill>
            <a:schemeClr val="accent2">
              <a:alpha val="8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2400" b="0" i="0" u="none" strike="noStrike" kern="1200" cap="none" spc="0" normalizeH="0" baseline="0" noProof="0" dirty="0">
              <a:ln>
                <a:noFill/>
              </a:ln>
              <a:solidFill>
                <a:srgbClr val="FFFFFF"/>
              </a:solidFill>
              <a:effectLst/>
              <a:uLnTx/>
              <a:uFillTx/>
              <a:latin typeface="思源黑体 Medium" panose="020B0600000000000000" charset="-122"/>
              <a:ea typeface="思源黑体 Medium" panose="020B0600000000000000" charset="-122"/>
              <a:cs typeface="+mn-ea"/>
              <a:sym typeface="+mn-lt"/>
            </a:endParaRPr>
          </a:p>
        </p:txBody>
      </p:sp>
      <p:sp>
        <p:nvSpPr>
          <p:cNvPr id="8" name="文本框 11-【1】">
            <a:extLst>
              <a:ext uri="{FF2B5EF4-FFF2-40B4-BE49-F238E27FC236}">
                <a16:creationId xmlns:a16="http://schemas.microsoft.com/office/drawing/2014/main" id="{B9A22D27-2123-C31A-848A-70C3E4B21D10}"/>
              </a:ext>
            </a:extLst>
          </p:cNvPr>
          <p:cNvSpPr txBox="1">
            <a:spLocks noChangeArrowheads="1"/>
          </p:cNvSpPr>
          <p:nvPr>
            <p:custDataLst>
              <p:tags r:id="rId7"/>
            </p:custDataLst>
          </p:nvPr>
        </p:nvSpPr>
        <p:spPr bwMode="auto">
          <a:xfrm rot="3600000" flipH="1">
            <a:off x="2638791" y="2475050"/>
            <a:ext cx="2428504" cy="381258"/>
          </a:xfrm>
          <a:prstGeom prst="rect">
            <a:avLst/>
          </a:prstGeom>
          <a:solidFill>
            <a:schemeClr val="accent1">
              <a:alpha val="20000"/>
            </a:schemeClr>
          </a:solid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FFFFFF"/>
              </a:solidFill>
              <a:effectLst/>
              <a:uLnTx/>
              <a:uFillTx/>
              <a:latin typeface="思源黑体 Medium" panose="020B0600000000000000" charset="-122"/>
              <a:ea typeface="思源黑体 Medium" panose="020B0600000000000000" charset="-122"/>
              <a:cs typeface="思源黑体 Medium" panose="020B0600000000000000" charset="-122"/>
              <a:sym typeface="+mn-lt"/>
            </a:endParaRPr>
          </a:p>
        </p:txBody>
      </p:sp>
      <p:sp>
        <p:nvSpPr>
          <p:cNvPr id="9" name="文本框 11-【1】">
            <a:extLst>
              <a:ext uri="{FF2B5EF4-FFF2-40B4-BE49-F238E27FC236}">
                <a16:creationId xmlns:a16="http://schemas.microsoft.com/office/drawing/2014/main" id="{5DC650A1-4504-A870-829C-D0944D41D6FD}"/>
              </a:ext>
            </a:extLst>
          </p:cNvPr>
          <p:cNvSpPr txBox="1">
            <a:spLocks noChangeArrowheads="1"/>
          </p:cNvSpPr>
          <p:nvPr>
            <p:custDataLst>
              <p:tags r:id="rId8"/>
            </p:custDataLst>
          </p:nvPr>
        </p:nvSpPr>
        <p:spPr bwMode="auto">
          <a:xfrm rot="18000000" flipH="1">
            <a:off x="2638790" y="4755984"/>
            <a:ext cx="2428504" cy="381258"/>
          </a:xfrm>
          <a:prstGeom prst="rect">
            <a:avLst/>
          </a:prstGeom>
          <a:solidFill>
            <a:schemeClr val="accent1">
              <a:alpha val="20000"/>
            </a:schemeClr>
          </a:solidFill>
          <a:ln>
            <a:noFill/>
          </a:ln>
          <a:effec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600" b="1" i="0" u="none" strike="noStrike" kern="0" cap="none" spc="0" normalizeH="0" baseline="0" noProof="0" dirty="0">
              <a:ln>
                <a:noFill/>
              </a:ln>
              <a:solidFill>
                <a:srgbClr val="FFFFFF"/>
              </a:solidFill>
              <a:effectLst/>
              <a:uLnTx/>
              <a:uFillTx/>
              <a:latin typeface="思源黑体 Medium" panose="020B0600000000000000" charset="-122"/>
              <a:ea typeface="思源黑体 Medium" panose="020B0600000000000000" charset="-122"/>
              <a:cs typeface="思源黑体 Medium" panose="020B0600000000000000" charset="-122"/>
              <a:sym typeface="+mn-lt"/>
            </a:endParaRPr>
          </a:p>
        </p:txBody>
      </p:sp>
      <p:sp>
        <p:nvSpPr>
          <p:cNvPr id="10" name="Shape1">
            <a:extLst>
              <a:ext uri="{FF2B5EF4-FFF2-40B4-BE49-F238E27FC236}">
                <a16:creationId xmlns:a16="http://schemas.microsoft.com/office/drawing/2014/main" id="{41FCF5FF-C8B0-21C1-F661-A9E3981B8CD5}"/>
              </a:ext>
            </a:extLst>
          </p:cNvPr>
          <p:cNvSpPr/>
          <p:nvPr>
            <p:custDataLst>
              <p:tags r:id="rId9"/>
            </p:custDataLst>
          </p:nvPr>
        </p:nvSpPr>
        <p:spPr>
          <a:xfrm flipH="1">
            <a:off x="4721890" y="1624590"/>
            <a:ext cx="5785306" cy="999412"/>
          </a:xfrm>
          <a:prstGeom prst="rect">
            <a:avLst/>
          </a:prstGeom>
          <a:solidFill>
            <a:schemeClr val="accent1">
              <a:alpha val="84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等线" panose="020F0502020204030204"/>
              <a:ea typeface="思源黑体 Medium" panose="020B0600000000000000" charset="-122"/>
              <a:cs typeface="思源黑体 Medium" panose="020B0600000000000000" charset="-122"/>
            </a:endParaRPr>
          </a:p>
        </p:txBody>
      </p:sp>
      <p:sp>
        <p:nvSpPr>
          <p:cNvPr id="11" name="Shape2">
            <a:extLst>
              <a:ext uri="{FF2B5EF4-FFF2-40B4-BE49-F238E27FC236}">
                <a16:creationId xmlns:a16="http://schemas.microsoft.com/office/drawing/2014/main" id="{36080095-F5B4-A8EE-25CE-341FB725221D}"/>
              </a:ext>
            </a:extLst>
          </p:cNvPr>
          <p:cNvSpPr/>
          <p:nvPr>
            <p:custDataLst>
              <p:tags r:id="rId10"/>
            </p:custDataLst>
          </p:nvPr>
        </p:nvSpPr>
        <p:spPr>
          <a:xfrm flipH="1">
            <a:off x="5750887" y="2787064"/>
            <a:ext cx="5785306" cy="999412"/>
          </a:xfrm>
          <a:prstGeom prst="rect">
            <a:avLst/>
          </a:prstGeom>
          <a:solidFill>
            <a:schemeClr val="accent2">
              <a:alpha val="84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等线" panose="020F0502020204030204"/>
              <a:ea typeface="思源黑体 Medium" panose="020B0600000000000000" charset="-122"/>
              <a:cs typeface="思源黑体 Medium" panose="020B0600000000000000" charset="-122"/>
            </a:endParaRPr>
          </a:p>
        </p:txBody>
      </p:sp>
      <p:sp>
        <p:nvSpPr>
          <p:cNvPr id="12" name="Shape3">
            <a:extLst>
              <a:ext uri="{FF2B5EF4-FFF2-40B4-BE49-F238E27FC236}">
                <a16:creationId xmlns:a16="http://schemas.microsoft.com/office/drawing/2014/main" id="{471685C9-3725-614C-4DED-2856CD82560A}"/>
              </a:ext>
            </a:extLst>
          </p:cNvPr>
          <p:cNvSpPr/>
          <p:nvPr>
            <p:custDataLst>
              <p:tags r:id="rId11"/>
            </p:custDataLst>
          </p:nvPr>
        </p:nvSpPr>
        <p:spPr>
          <a:xfrm flipH="1">
            <a:off x="4721889" y="3949539"/>
            <a:ext cx="5785306" cy="999412"/>
          </a:xfrm>
          <a:prstGeom prst="rect">
            <a:avLst/>
          </a:prstGeom>
          <a:solidFill>
            <a:schemeClr val="accent1">
              <a:alpha val="84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等线" panose="020F0502020204030204"/>
              <a:ea typeface="思源黑体 Medium" panose="020B0600000000000000" charset="-122"/>
              <a:cs typeface="思源黑体 Medium" panose="020B0600000000000000" charset="-122"/>
            </a:endParaRPr>
          </a:p>
        </p:txBody>
      </p:sp>
      <p:sp>
        <p:nvSpPr>
          <p:cNvPr id="13" name="Shape4">
            <a:extLst>
              <a:ext uri="{FF2B5EF4-FFF2-40B4-BE49-F238E27FC236}">
                <a16:creationId xmlns:a16="http://schemas.microsoft.com/office/drawing/2014/main" id="{E62F92C4-2A88-2501-761B-328BDC08637C}"/>
              </a:ext>
            </a:extLst>
          </p:cNvPr>
          <p:cNvSpPr/>
          <p:nvPr>
            <p:custDataLst>
              <p:tags r:id="rId12"/>
            </p:custDataLst>
          </p:nvPr>
        </p:nvSpPr>
        <p:spPr>
          <a:xfrm flipH="1">
            <a:off x="5754229" y="5112012"/>
            <a:ext cx="5785306" cy="999412"/>
          </a:xfrm>
          <a:prstGeom prst="rect">
            <a:avLst/>
          </a:prstGeom>
          <a:solidFill>
            <a:schemeClr val="accent2">
              <a:alpha val="84000"/>
            </a:schemeClr>
          </a:solidFill>
          <a:ln>
            <a:noFill/>
          </a:ln>
          <a:effectLst>
            <a:outerShdw blurRad="254000" dist="63500" dir="27000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3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等线" panose="020F0502020204030204"/>
              <a:ea typeface="思源黑体 Medium" panose="020B0600000000000000" charset="-122"/>
              <a:cs typeface="思源黑体 Medium" panose="020B0600000000000000" charset="-122"/>
            </a:endParaRPr>
          </a:p>
        </p:txBody>
      </p:sp>
      <p:sp>
        <p:nvSpPr>
          <p:cNvPr id="14" name="Text1">
            <a:extLst>
              <a:ext uri="{FF2B5EF4-FFF2-40B4-BE49-F238E27FC236}">
                <a16:creationId xmlns:a16="http://schemas.microsoft.com/office/drawing/2014/main" id="{990B0147-D97C-68D5-D00D-0298DA6CA4B7}"/>
              </a:ext>
            </a:extLst>
          </p:cNvPr>
          <p:cNvSpPr/>
          <p:nvPr>
            <p:custDataLst>
              <p:tags r:id="rId13"/>
            </p:custDataLst>
          </p:nvPr>
        </p:nvSpPr>
        <p:spPr bwMode="auto">
          <a:xfrm>
            <a:off x="4871641" y="2084689"/>
            <a:ext cx="4992586" cy="514180"/>
          </a:xfrm>
          <a:prstGeom prst="rect">
            <a:avLst/>
          </a:prstGeom>
          <a:noFill/>
          <a:ln w="9525">
            <a:noFill/>
          </a:ln>
        </p:spPr>
        <p:txBody>
          <a:bodyPr wrap="square" lIns="0" tIns="0" rIns="0" bIns="0">
            <a:normAutofit/>
          </a:bodyPr>
          <a:lstStyle/>
          <a:p>
            <a:pPr defTabSz="1218565">
              <a:lnSpc>
                <a:spcPct val="130000"/>
              </a:lnSpc>
              <a:spcBef>
                <a:spcPts val="150"/>
              </a:spcBef>
              <a:spcAft>
                <a:spcPts val="150"/>
              </a:spcAft>
              <a:defRPr/>
            </a:pPr>
            <a:r>
              <a:rPr lang="zh-CN" altLang="en-US" sz="1200" b="0">
                <a:solidFill>
                  <a:schemeClr val="tx2"/>
                </a:solidFill>
                <a:latin typeface="微软雅黑" panose="020B0503020204020204" pitchFamily="34" charset="-122"/>
                <a:ea typeface="微软雅黑" panose="020B0503020204020204" pitchFamily="34" charset="-122"/>
              </a:rPr>
              <a:t>介绍矩阵和向量的概念，其在机器学习中的应用。</a:t>
            </a:r>
            <a:endParaRPr kumimoji="0" lang="en-US" altLang="zh-CN" sz="1200" b="0" i="0" u="none" strike="noStrike" kern="1200" cap="none" normalizeH="0" baseline="0" noProof="0" dirty="0">
              <a:ln>
                <a:noFill/>
              </a:ln>
              <a:solidFill>
                <a:schemeClr val="tx2"/>
              </a:solidFill>
              <a:effectLst/>
              <a:uLnTx/>
              <a:uFillTx/>
              <a:latin typeface="等线" panose="020F0502020204030204"/>
              <a:ea typeface="等线" panose="02010600030101010101" pitchFamily="2" charset="-122"/>
              <a:cs typeface="+mn-ea"/>
              <a:sym typeface="+mn-lt"/>
            </a:endParaRPr>
          </a:p>
        </p:txBody>
      </p:sp>
      <p:sp>
        <p:nvSpPr>
          <p:cNvPr id="15" name="Text2">
            <a:extLst>
              <a:ext uri="{FF2B5EF4-FFF2-40B4-BE49-F238E27FC236}">
                <a16:creationId xmlns:a16="http://schemas.microsoft.com/office/drawing/2014/main" id="{7402F34E-A079-1890-FE3F-46E1F5FAC0BD}"/>
              </a:ext>
            </a:extLst>
          </p:cNvPr>
          <p:cNvSpPr/>
          <p:nvPr>
            <p:custDataLst>
              <p:tags r:id="rId14"/>
            </p:custDataLst>
          </p:nvPr>
        </p:nvSpPr>
        <p:spPr bwMode="auto">
          <a:xfrm>
            <a:off x="5900640" y="3231998"/>
            <a:ext cx="5064354" cy="552587"/>
          </a:xfrm>
          <a:prstGeom prst="rect">
            <a:avLst/>
          </a:prstGeom>
          <a:noFill/>
          <a:ln w="9525">
            <a:noFill/>
          </a:ln>
        </p:spPr>
        <p:txBody>
          <a:bodyPr wrap="square" lIns="0" tIns="0" rIns="0" bIns="0">
            <a:normAutofit/>
          </a:bodyPr>
          <a:lstStyle/>
          <a:p>
            <a:pPr defTabSz="1218565">
              <a:lnSpc>
                <a:spcPct val="130000"/>
              </a:lnSpc>
              <a:spcBef>
                <a:spcPts val="150"/>
              </a:spcBef>
              <a:spcAft>
                <a:spcPts val="150"/>
              </a:spcAft>
              <a:defRPr/>
            </a:pPr>
            <a:r>
              <a:rPr lang="zh-CN" altLang="en-US" sz="1200" b="0">
                <a:solidFill>
                  <a:schemeClr val="tx2"/>
                </a:solidFill>
                <a:latin typeface="微软雅黑" panose="020B0503020204020204" pitchFamily="34" charset="-122"/>
                <a:ea typeface="微软雅黑" panose="020B0503020204020204" pitchFamily="34" charset="-122"/>
              </a:rPr>
              <a:t>解释概率分布、期望、方差等概念，以及它们在算法中的作用。</a:t>
            </a:r>
            <a:endParaRPr kumimoji="0" lang="en-US" altLang="zh-CN" sz="1200" b="0" i="0" u="none" strike="noStrike" kern="1200" cap="none" normalizeH="0" baseline="0" noProof="0" dirty="0">
              <a:ln>
                <a:noFill/>
              </a:ln>
              <a:solidFill>
                <a:schemeClr val="tx2"/>
              </a:solidFill>
              <a:effectLst/>
              <a:uLnTx/>
              <a:uFillTx/>
              <a:latin typeface="等线" panose="020F0502020204030204"/>
              <a:ea typeface="等线" panose="02010600030101010101" pitchFamily="2" charset="-122"/>
              <a:cs typeface="+mn-ea"/>
              <a:sym typeface="+mn-lt"/>
            </a:endParaRPr>
          </a:p>
        </p:txBody>
      </p:sp>
      <p:sp>
        <p:nvSpPr>
          <p:cNvPr id="16" name="Text3">
            <a:extLst>
              <a:ext uri="{FF2B5EF4-FFF2-40B4-BE49-F238E27FC236}">
                <a16:creationId xmlns:a16="http://schemas.microsoft.com/office/drawing/2014/main" id="{91C09AD3-7783-9C91-E639-0F336EE90404}"/>
              </a:ext>
            </a:extLst>
          </p:cNvPr>
          <p:cNvSpPr/>
          <p:nvPr>
            <p:custDataLst>
              <p:tags r:id="rId15"/>
            </p:custDataLst>
          </p:nvPr>
        </p:nvSpPr>
        <p:spPr bwMode="auto">
          <a:xfrm>
            <a:off x="4871641" y="4394473"/>
            <a:ext cx="5400247" cy="552587"/>
          </a:xfrm>
          <a:prstGeom prst="rect">
            <a:avLst/>
          </a:prstGeom>
          <a:noFill/>
          <a:ln w="9525">
            <a:noFill/>
          </a:ln>
        </p:spPr>
        <p:txBody>
          <a:bodyPr wrap="square" lIns="0" tIns="0" rIns="0" bIns="0">
            <a:normAutofit/>
          </a:bodyPr>
          <a:lstStyle/>
          <a:p>
            <a:pPr defTabSz="1218565">
              <a:lnSpc>
                <a:spcPct val="130000"/>
              </a:lnSpc>
              <a:spcBef>
                <a:spcPts val="150"/>
              </a:spcBef>
              <a:spcAft>
                <a:spcPts val="150"/>
              </a:spcAft>
              <a:defRPr/>
            </a:pPr>
            <a:r>
              <a:rPr lang="zh-CN" altLang="en-US" sz="1200" b="0">
                <a:solidFill>
                  <a:schemeClr val="tx2"/>
                </a:solidFill>
                <a:latin typeface="微软雅黑" panose="020B0503020204020204" pitchFamily="34" charset="-122"/>
                <a:ea typeface="微软雅黑" panose="020B0503020204020204" pitchFamily="34" charset="-122"/>
              </a:rPr>
              <a:t>梯度下降、拉格朗日乘数等微积分方法在模型优化中的使用。</a:t>
            </a:r>
            <a:endParaRPr kumimoji="0" lang="en-US" altLang="zh-CN" sz="1200" b="0" i="0" u="none" strike="noStrike" kern="1200" cap="none" normalizeH="0" baseline="0" noProof="0" dirty="0">
              <a:ln>
                <a:noFill/>
              </a:ln>
              <a:solidFill>
                <a:schemeClr val="tx2"/>
              </a:solidFill>
              <a:effectLst/>
              <a:uLnTx/>
              <a:uFillTx/>
              <a:latin typeface="等线" panose="020F0502020204030204"/>
              <a:ea typeface="等线" panose="02010600030101010101" pitchFamily="2" charset="-122"/>
              <a:cs typeface="+mn-ea"/>
              <a:sym typeface="+mn-lt"/>
            </a:endParaRPr>
          </a:p>
        </p:txBody>
      </p:sp>
      <p:sp>
        <p:nvSpPr>
          <p:cNvPr id="17" name="Text4">
            <a:extLst>
              <a:ext uri="{FF2B5EF4-FFF2-40B4-BE49-F238E27FC236}">
                <a16:creationId xmlns:a16="http://schemas.microsoft.com/office/drawing/2014/main" id="{EE494008-CE08-10EF-F2AE-04D39232DCB2}"/>
              </a:ext>
            </a:extLst>
          </p:cNvPr>
          <p:cNvSpPr/>
          <p:nvPr>
            <p:custDataLst>
              <p:tags r:id="rId16"/>
            </p:custDataLst>
          </p:nvPr>
        </p:nvSpPr>
        <p:spPr bwMode="auto">
          <a:xfrm>
            <a:off x="5900640" y="5556946"/>
            <a:ext cx="4907102" cy="552587"/>
          </a:xfrm>
          <a:prstGeom prst="rect">
            <a:avLst/>
          </a:prstGeom>
          <a:noFill/>
          <a:ln w="9525">
            <a:noFill/>
          </a:ln>
        </p:spPr>
        <p:txBody>
          <a:bodyPr wrap="square" lIns="0" tIns="0" rIns="0" bIns="0">
            <a:normAutofit/>
          </a:bodyPr>
          <a:lstStyle/>
          <a:p>
            <a:pPr defTabSz="1218565">
              <a:lnSpc>
                <a:spcPct val="130000"/>
              </a:lnSpc>
              <a:spcBef>
                <a:spcPts val="150"/>
              </a:spcBef>
              <a:spcAft>
                <a:spcPts val="150"/>
              </a:spcAft>
              <a:defRPr/>
            </a:pPr>
            <a:r>
              <a:rPr lang="zh-CN" altLang="en-US" sz="1200" b="0">
                <a:solidFill>
                  <a:schemeClr val="tx2"/>
                </a:solidFill>
                <a:latin typeface="微软雅黑" panose="020B0503020204020204" pitchFamily="34" charset="-122"/>
                <a:ea typeface="微软雅黑" panose="020B0503020204020204" pitchFamily="34" charset="-122"/>
              </a:rPr>
              <a:t>详细讲解这两种回归算法的原理和应用。</a:t>
            </a:r>
            <a:endParaRPr kumimoji="0" lang="en-US" altLang="zh-CN" sz="1200" b="0" i="0" u="none" strike="noStrike" kern="1200" cap="none" normalizeH="0" baseline="0" noProof="0" dirty="0">
              <a:ln>
                <a:noFill/>
              </a:ln>
              <a:solidFill>
                <a:schemeClr val="tx2"/>
              </a:solidFill>
              <a:effectLst/>
              <a:uLnTx/>
              <a:uFillTx/>
              <a:latin typeface="等线" panose="020F0502020204030204"/>
              <a:ea typeface="等线" panose="02010600030101010101" pitchFamily="2" charset="-122"/>
              <a:cs typeface="+mn-ea"/>
              <a:sym typeface="+mn-lt"/>
            </a:endParaRPr>
          </a:p>
        </p:txBody>
      </p:sp>
      <p:sp>
        <p:nvSpPr>
          <p:cNvPr id="22" name="Text5">
            <a:extLst>
              <a:ext uri="{FF2B5EF4-FFF2-40B4-BE49-F238E27FC236}">
                <a16:creationId xmlns:a16="http://schemas.microsoft.com/office/drawing/2014/main" id="{B1861E83-8018-CA8E-2DCF-11948C293822}"/>
              </a:ext>
            </a:extLst>
          </p:cNvPr>
          <p:cNvSpPr txBox="1"/>
          <p:nvPr>
            <p:custDataLst>
              <p:tags r:id="rId17"/>
            </p:custDataLst>
          </p:nvPr>
        </p:nvSpPr>
        <p:spPr>
          <a:xfrm>
            <a:off x="971610" y="223083"/>
            <a:ext cx="9300278"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机器学习中的数学与统计学</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23" name="椭圆 22-【1】">
            <a:extLst>
              <a:ext uri="{FF2B5EF4-FFF2-40B4-BE49-F238E27FC236}">
                <a16:creationId xmlns:a16="http://schemas.microsoft.com/office/drawing/2014/main" id="{E7C637DF-E467-6454-1B27-5A5253861F83}"/>
              </a:ext>
            </a:extLst>
          </p:cNvPr>
          <p:cNvSpPr/>
          <p:nvPr>
            <p:custDataLst>
              <p:tags r:id="rId18"/>
            </p:custDataLst>
          </p:nvPr>
        </p:nvSpPr>
        <p:spPr>
          <a:xfrm>
            <a:off x="11457773" y="383353"/>
            <a:ext cx="175648" cy="175648"/>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4" name="椭圆 23-【1】">
            <a:extLst>
              <a:ext uri="{FF2B5EF4-FFF2-40B4-BE49-F238E27FC236}">
                <a16:creationId xmlns:a16="http://schemas.microsoft.com/office/drawing/2014/main" id="{7635218D-FFF0-DBB1-3545-99DE778F5C7D}"/>
              </a:ext>
            </a:extLst>
          </p:cNvPr>
          <p:cNvSpPr/>
          <p:nvPr>
            <p:custDataLst>
              <p:tags r:id="rId19"/>
            </p:custDataLst>
          </p:nvPr>
        </p:nvSpPr>
        <p:spPr>
          <a:xfrm>
            <a:off x="11711552" y="383353"/>
            <a:ext cx="175648" cy="175648"/>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6" name="Text6">
            <a:extLst>
              <a:ext uri="{FF2B5EF4-FFF2-40B4-BE49-F238E27FC236}">
                <a16:creationId xmlns:a16="http://schemas.microsoft.com/office/drawing/2014/main" id="{A12C5D3B-2784-A6BC-42CF-36CAB96738CE}"/>
              </a:ext>
            </a:extLst>
          </p:cNvPr>
          <p:cNvSpPr txBox="1"/>
          <p:nvPr>
            <p:custDataLst>
              <p:tags r:id="rId20"/>
            </p:custDataLst>
          </p:nvPr>
        </p:nvSpPr>
        <p:spPr>
          <a:xfrm>
            <a:off x="4871640" y="1651857"/>
            <a:ext cx="4363928" cy="361349"/>
          </a:xfrm>
          <a:prstGeom prst="rect">
            <a:avLst/>
          </a:prstGeom>
          <a:noFill/>
        </p:spPr>
        <p:txBody>
          <a:bodyPr wrap="square" lIns="0" tIns="0" rIns="0" bIns="0" anchor="ctr">
            <a:normAutofit/>
          </a:bodyPr>
          <a:lstStyle/>
          <a:p>
            <a:pPr algn="l" fontAlgn="ctr"/>
            <a:r>
              <a:rPr lang="zh-CN" altLang="en-US" sz="1600" b="1">
                <a:solidFill>
                  <a:schemeClr val="tx2"/>
                </a:solidFill>
                <a:latin typeface="微软雅黑" panose="020B0503020204020204" pitchFamily="34" charset="-122"/>
                <a:ea typeface="微软雅黑" panose="020B0503020204020204" pitchFamily="34" charset="-122"/>
              </a:rPr>
              <a:t>线性代数基础</a:t>
            </a:r>
            <a:endParaRPr lang="zh-CN" altLang="en-US" sz="1600" b="1" dirty="0">
              <a:solidFill>
                <a:schemeClr val="tx2"/>
              </a:solidFill>
              <a:latin typeface="微软雅黑" panose="020B0503020204020204" pitchFamily="34" charset="-122"/>
              <a:ea typeface="微软雅黑" panose="020B0503020204020204" pitchFamily="34" charset="-122"/>
            </a:endParaRPr>
          </a:p>
        </p:txBody>
      </p:sp>
      <p:sp>
        <p:nvSpPr>
          <p:cNvPr id="27" name="Text7">
            <a:extLst>
              <a:ext uri="{FF2B5EF4-FFF2-40B4-BE49-F238E27FC236}">
                <a16:creationId xmlns:a16="http://schemas.microsoft.com/office/drawing/2014/main" id="{8056574D-20EF-0B09-6F1A-F1AA397F8A06}"/>
              </a:ext>
            </a:extLst>
          </p:cNvPr>
          <p:cNvSpPr txBox="1"/>
          <p:nvPr>
            <p:custDataLst>
              <p:tags r:id="rId21"/>
            </p:custDataLst>
          </p:nvPr>
        </p:nvSpPr>
        <p:spPr>
          <a:xfrm>
            <a:off x="5907960" y="2820769"/>
            <a:ext cx="4363928" cy="361349"/>
          </a:xfrm>
          <a:prstGeom prst="rect">
            <a:avLst/>
          </a:prstGeom>
          <a:noFill/>
        </p:spPr>
        <p:txBody>
          <a:bodyPr wrap="square" lIns="0" tIns="0" rIns="0" bIns="0" anchor="ctr">
            <a:normAutofit/>
          </a:bodyPr>
          <a:lstStyle/>
          <a:p>
            <a:pPr algn="l" fontAlgn="ctr"/>
            <a:r>
              <a:rPr lang="zh-CN" altLang="en-US" sz="1600" b="1">
                <a:solidFill>
                  <a:schemeClr val="tx2"/>
                </a:solidFill>
                <a:latin typeface="微软雅黑" panose="020B0503020204020204" pitchFamily="34" charset="-122"/>
                <a:ea typeface="微软雅黑" panose="020B0503020204020204" pitchFamily="34" charset="-122"/>
              </a:rPr>
              <a:t>概率统计理解</a:t>
            </a:r>
            <a:endParaRPr lang="zh-CN" altLang="en-US" sz="1600" b="1" dirty="0">
              <a:solidFill>
                <a:schemeClr val="tx2"/>
              </a:solidFill>
              <a:latin typeface="微软雅黑" panose="020B0503020204020204" pitchFamily="34" charset="-122"/>
              <a:ea typeface="微软雅黑" panose="020B0503020204020204" pitchFamily="34" charset="-122"/>
            </a:endParaRPr>
          </a:p>
        </p:txBody>
      </p:sp>
      <p:sp>
        <p:nvSpPr>
          <p:cNvPr id="28" name="Text8">
            <a:extLst>
              <a:ext uri="{FF2B5EF4-FFF2-40B4-BE49-F238E27FC236}">
                <a16:creationId xmlns:a16="http://schemas.microsoft.com/office/drawing/2014/main" id="{70E288BB-5E5F-A295-2EF4-D84FAF8D9BF4}"/>
              </a:ext>
            </a:extLst>
          </p:cNvPr>
          <p:cNvSpPr txBox="1"/>
          <p:nvPr>
            <p:custDataLst>
              <p:tags r:id="rId22"/>
            </p:custDataLst>
          </p:nvPr>
        </p:nvSpPr>
        <p:spPr>
          <a:xfrm>
            <a:off x="4871640" y="3961641"/>
            <a:ext cx="4363928" cy="361349"/>
          </a:xfrm>
          <a:prstGeom prst="rect">
            <a:avLst/>
          </a:prstGeom>
          <a:noFill/>
        </p:spPr>
        <p:txBody>
          <a:bodyPr wrap="square" lIns="0" tIns="0" rIns="0" bIns="0" anchor="ctr">
            <a:normAutofit/>
          </a:bodyPr>
          <a:lstStyle/>
          <a:p>
            <a:pPr algn="l" fontAlgn="ctr"/>
            <a:r>
              <a:rPr lang="zh-CN" altLang="en-US" sz="1600" b="1">
                <a:solidFill>
                  <a:schemeClr val="tx2"/>
                </a:solidFill>
                <a:latin typeface="微软雅黑" panose="020B0503020204020204" pitchFamily="34" charset="-122"/>
                <a:ea typeface="微软雅黑" panose="020B0503020204020204" pitchFamily="34" charset="-122"/>
              </a:rPr>
              <a:t>微积分与优化</a:t>
            </a:r>
            <a:endParaRPr lang="zh-CN" altLang="en-US" sz="1600" b="1" dirty="0">
              <a:solidFill>
                <a:schemeClr val="tx2"/>
              </a:solidFill>
              <a:latin typeface="微软雅黑" panose="020B0503020204020204" pitchFamily="34" charset="-122"/>
              <a:ea typeface="微软雅黑" panose="020B0503020204020204" pitchFamily="34" charset="-122"/>
            </a:endParaRPr>
          </a:p>
        </p:txBody>
      </p:sp>
      <p:sp>
        <p:nvSpPr>
          <p:cNvPr id="29" name="Text9">
            <a:extLst>
              <a:ext uri="{FF2B5EF4-FFF2-40B4-BE49-F238E27FC236}">
                <a16:creationId xmlns:a16="http://schemas.microsoft.com/office/drawing/2014/main" id="{178C2297-2E1F-97D1-5E02-17972DB52BC3}"/>
              </a:ext>
            </a:extLst>
          </p:cNvPr>
          <p:cNvSpPr txBox="1"/>
          <p:nvPr>
            <p:custDataLst>
              <p:tags r:id="rId23"/>
            </p:custDataLst>
          </p:nvPr>
        </p:nvSpPr>
        <p:spPr>
          <a:xfrm>
            <a:off x="5907960" y="5130553"/>
            <a:ext cx="4363928" cy="361349"/>
          </a:xfrm>
          <a:prstGeom prst="rect">
            <a:avLst/>
          </a:prstGeom>
          <a:noFill/>
        </p:spPr>
        <p:txBody>
          <a:bodyPr wrap="square" lIns="0" tIns="0" rIns="0" bIns="0" anchor="ctr">
            <a:normAutofit/>
          </a:bodyPr>
          <a:lstStyle/>
          <a:p>
            <a:pPr algn="l" fontAlgn="ctr"/>
            <a:r>
              <a:rPr lang="zh-CN" altLang="en-US" sz="1600" b="1">
                <a:solidFill>
                  <a:schemeClr val="tx2"/>
                </a:solidFill>
                <a:latin typeface="微软雅黑" panose="020B0503020204020204" pitchFamily="34" charset="-122"/>
                <a:ea typeface="微软雅黑" panose="020B0503020204020204" pitchFamily="34" charset="-122"/>
              </a:rPr>
              <a:t>线性回归与逻辑回归</a:t>
            </a:r>
            <a:endParaRPr lang="zh-CN" altLang="en-US" sz="1600" b="1" dirty="0">
              <a:solidFill>
                <a:schemeClr val="tx2"/>
              </a:solidFill>
              <a:latin typeface="微软雅黑" panose="020B0503020204020204" pitchFamily="34" charset="-122"/>
              <a:ea typeface="微软雅黑" panose="020B0503020204020204" pitchFamily="34" charset="-122"/>
            </a:endParaRPr>
          </a:p>
        </p:txBody>
      </p:sp>
      <p:sp>
        <p:nvSpPr>
          <p:cNvPr id="30" name="Rectangle 29-【1】">
            <a:extLst>
              <a:ext uri="{FF2B5EF4-FFF2-40B4-BE49-F238E27FC236}">
                <a16:creationId xmlns:a16="http://schemas.microsoft.com/office/drawing/2014/main" id="{B056D5A1-F2D0-57D2-B835-4C29797BF99D}"/>
              </a:ext>
            </a:extLst>
          </p:cNvPr>
          <p:cNvSpPr/>
          <p:nvPr>
            <p:custDataLst>
              <p:tags r:id="rId24"/>
            </p:custDataLst>
          </p:nvPr>
        </p:nvSpPr>
        <p:spPr>
          <a:xfrm>
            <a:off x="-1" y="6705600"/>
            <a:ext cx="12192001" cy="1524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Shape5">
            <a:extLst>
              <a:ext uri="{FF2B5EF4-FFF2-40B4-BE49-F238E27FC236}">
                <a16:creationId xmlns:a16="http://schemas.microsoft.com/office/drawing/2014/main" id="{9AA3EDEA-984A-FC65-1258-EC80CCA5DEB0}"/>
              </a:ext>
            </a:extLst>
          </p:cNvPr>
          <p:cNvPicPr>
            <a:picLocks/>
          </p:cNvPicPr>
          <p:nvPr>
            <p:custDataLst>
              <p:tags r:id="rId25"/>
            </p:custDataLst>
          </p:nvPr>
        </p:nvPicPr>
        <p:blipFill>
          <a:blip r:embed="rId29">
            <a:extLst>
              <a:ext uri="{96DAC541-7B7A-43D3-8B79-37D633B846F1}">
                <asvg:svgBlip xmlns:asvg="http://schemas.microsoft.com/office/drawing/2016/SVG/main" r:embed="rId30"/>
              </a:ext>
            </a:extLst>
          </a:blip>
          <a:stretch>
            <a:fillRect/>
          </a:stretch>
        </p:blipFill>
        <p:spPr>
          <a:xfrm>
            <a:off x="127000" y="274084"/>
            <a:ext cx="761937" cy="634946"/>
          </a:xfrm>
          <a:prstGeom prst="rect">
            <a:avLst/>
          </a:prstGeom>
        </p:spPr>
      </p:pic>
      <p:sp>
        <p:nvSpPr>
          <p:cNvPr id="21" name="Text9" hidden="1">
            <a:extLst>
              <a:ext uri="{FF2B5EF4-FFF2-40B4-BE49-F238E27FC236}">
                <a16:creationId xmlns:a16="http://schemas.microsoft.com/office/drawing/2014/main" id="{05A2433D-0F75-FD7D-63F6-E3202FE2A157}"/>
              </a:ext>
            </a:extLst>
          </p:cNvPr>
          <p:cNvSpPr txBox="1"/>
          <p:nvPr>
            <p:custDataLst>
              <p:tags r:id="rId26"/>
            </p:custDataLst>
          </p:nvPr>
        </p:nvSpPr>
        <p:spPr>
          <a:xfrm>
            <a:off x="-9604402" y="388183"/>
            <a:ext cx="9350402"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3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机器学习实战案例分析</a:t>
            </a:r>
            <a:endParaRPr lang="zh-CN" altLang="en-US" sz="33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Tree>
    <p:custDataLst>
      <p:custData r:id="rId1"/>
      <p:tags r:id="rId2"/>
    </p:custDataLst>
    <p:extLst>
      <p:ext uri="{BB962C8B-B14F-4D97-AF65-F5344CB8AC3E}">
        <p14:creationId xmlns:p14="http://schemas.microsoft.com/office/powerpoint/2010/main" val="149969481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500" fill="hold">
                                          <p:stCondLst>
                                            <p:cond delay="0"/>
                                          </p:stCondLst>
                                        </p:cTn>
                                        <p:tgtEl>
                                          <p:spTgt spid="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4"/>
                                        </p:tgtEl>
                                        <p:attrNameLst>
                                          <p:attrName>style.opacity</p:attrName>
                                        </p:attrNameLst>
                                      </p:cBhvr>
                                      <p:tavLst>
                                        <p:tav tm="0">
                                          <p:val>
                                            <p:strVal val="0"/>
                                          </p:val>
                                        </p:tav>
                                        <p:tav tm="100000">
                                          <p:val>
                                            <p:strVal val="1"/>
                                          </p:val>
                                        </p:tav>
                                      </p:tavLst>
                                    </p:anim>
                                  </p:childTnLst>
                                </p:cTn>
                              </p:par>
                              <p:par>
                                <p:cTn id="10" presetID="0"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 to="" calcmode="lin" valueType="num">
                                      <p:cBhvr>
                                        <p:cTn id="12" dur="500" fill="hold">
                                          <p:stCondLst>
                                            <p:cond delay="0"/>
                                          </p:stCondLst>
                                        </p:cTn>
                                        <p:tgtEl>
                                          <p:spTgt spid="5"/>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3" dur="500" fill="hold">
                                          <p:stCondLst>
                                            <p:cond delay="0"/>
                                          </p:stCondLst>
                                        </p:cTn>
                                        <p:tgtEl>
                                          <p:spTgt spid="5"/>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4" dur="500" fill="hold">
                                          <p:stCondLst>
                                            <p:cond delay="0"/>
                                          </p:stCondLst>
                                        </p:cTn>
                                        <p:tgtEl>
                                          <p:spTgt spid="5"/>
                                        </p:tgtEl>
                                        <p:attrNameLst>
                                          <p:attrName>style.opacity</p:attrName>
                                        </p:attrNameLst>
                                      </p:cBhvr>
                                      <p:tavLst>
                                        <p:tav tm="0">
                                          <p:val>
                                            <p:strVal val="0"/>
                                          </p:val>
                                        </p:tav>
                                        <p:tav tm="100000">
                                          <p:val>
                                            <p:strVal val="1"/>
                                          </p:val>
                                        </p:tav>
                                      </p:tavLst>
                                    </p:anim>
                                  </p:childTnLst>
                                </p:cTn>
                              </p:par>
                              <p:par>
                                <p:cTn id="15" presetID="0"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anim to="" calcmode="lin" valueType="num">
                                      <p:cBhvr>
                                        <p:cTn id="17" dur="500" fill="hold">
                                          <p:stCondLst>
                                            <p:cond delay="0"/>
                                          </p:stCondLst>
                                        </p:cTn>
                                        <p:tgtEl>
                                          <p:spTgt spid="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8" dur="500" fill="hold">
                                          <p:stCondLst>
                                            <p:cond delay="0"/>
                                          </p:stCondLst>
                                        </p:cTn>
                                        <p:tgtEl>
                                          <p:spTgt spid="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9" dur="500" fill="hold">
                                          <p:stCondLst>
                                            <p:cond delay="0"/>
                                          </p:stCondLst>
                                        </p:cTn>
                                        <p:tgtEl>
                                          <p:spTgt spid="6"/>
                                        </p:tgtEl>
                                        <p:attrNameLst>
                                          <p:attrName>style.opacity</p:attrName>
                                        </p:attrNameLst>
                                      </p:cBhvr>
                                      <p:tavLst>
                                        <p:tav tm="0">
                                          <p:val>
                                            <p:strVal val="0"/>
                                          </p:val>
                                        </p:tav>
                                        <p:tav tm="100000">
                                          <p:val>
                                            <p:strVal val="1"/>
                                          </p:val>
                                        </p:tav>
                                      </p:tavLst>
                                    </p:anim>
                                  </p:childTnLst>
                                </p:cTn>
                              </p:par>
                              <p:par>
                                <p:cTn id="20" presetID="0"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 to="" calcmode="lin" valueType="num">
                                      <p:cBhvr>
                                        <p:cTn id="22" dur="500" fill="hold">
                                          <p:stCondLst>
                                            <p:cond delay="0"/>
                                          </p:stCondLst>
                                        </p:cTn>
                                        <p:tgtEl>
                                          <p:spTgt spid="7"/>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3" dur="500" fill="hold">
                                          <p:stCondLst>
                                            <p:cond delay="0"/>
                                          </p:stCondLst>
                                        </p:cTn>
                                        <p:tgtEl>
                                          <p:spTgt spid="7"/>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4" dur="500" fill="hold">
                                          <p:stCondLst>
                                            <p:cond delay="0"/>
                                          </p:stCondLst>
                                        </p:cTn>
                                        <p:tgtEl>
                                          <p:spTgt spid="7"/>
                                        </p:tgtEl>
                                        <p:attrNameLst>
                                          <p:attrName>style.opacity</p:attrName>
                                        </p:attrNameLst>
                                      </p:cBhvr>
                                      <p:tavLst>
                                        <p:tav tm="0">
                                          <p:val>
                                            <p:strVal val="0"/>
                                          </p:val>
                                        </p:tav>
                                        <p:tav tm="100000">
                                          <p:val>
                                            <p:strVal val="1"/>
                                          </p:val>
                                        </p:tav>
                                      </p:tavLst>
                                    </p:anim>
                                  </p:childTnLst>
                                </p:cTn>
                              </p:par>
                              <p:par>
                                <p:cTn id="25" presetID="0"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to="" calcmode="lin" valueType="num">
                                      <p:cBhvr>
                                        <p:cTn id="27" dur="500" fill="hold">
                                          <p:stCondLst>
                                            <p:cond delay="0"/>
                                          </p:stCondLst>
                                        </p:cTn>
                                        <p:tgtEl>
                                          <p:spTgt spid="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8" dur="500" fill="hold">
                                          <p:stCondLst>
                                            <p:cond delay="0"/>
                                          </p:stCondLst>
                                        </p:cTn>
                                        <p:tgtEl>
                                          <p:spTgt spid="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9" dur="500" fill="hold">
                                          <p:stCondLst>
                                            <p:cond delay="0"/>
                                          </p:stCondLst>
                                        </p:cTn>
                                        <p:tgtEl>
                                          <p:spTgt spid="8"/>
                                        </p:tgtEl>
                                        <p:attrNameLst>
                                          <p:attrName>style.opacity</p:attrName>
                                        </p:attrNameLst>
                                      </p:cBhvr>
                                      <p:tavLst>
                                        <p:tav tm="0">
                                          <p:val>
                                            <p:strVal val="0"/>
                                          </p:val>
                                        </p:tav>
                                        <p:tav tm="100000">
                                          <p:val>
                                            <p:strVal val="1"/>
                                          </p:val>
                                        </p:tav>
                                      </p:tavLst>
                                    </p:anim>
                                  </p:childTnLst>
                                </p:cTn>
                              </p:par>
                              <p:par>
                                <p:cTn id="30" presetID="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 to="" calcmode="lin" valueType="num">
                                      <p:cBhvr>
                                        <p:cTn id="32" dur="500" fill="hold">
                                          <p:stCondLst>
                                            <p:cond delay="0"/>
                                          </p:stCondLst>
                                        </p:cTn>
                                        <p:tgtEl>
                                          <p:spTgt spid="9"/>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33" dur="500" fill="hold">
                                          <p:stCondLst>
                                            <p:cond delay="0"/>
                                          </p:stCondLst>
                                        </p:cTn>
                                        <p:tgtEl>
                                          <p:spTgt spid="9"/>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34" dur="500" fill="hold">
                                          <p:stCondLst>
                                            <p:cond delay="0"/>
                                          </p:stCondLst>
                                        </p:cTn>
                                        <p:tgtEl>
                                          <p:spTgt spid="9"/>
                                        </p:tgtEl>
                                        <p:attrNameLst>
                                          <p:attrName>style.opacity</p:attrName>
                                        </p:attrNameLst>
                                      </p:cBhvr>
                                      <p:tavLst>
                                        <p:tav tm="0">
                                          <p:val>
                                            <p:strVal val="0"/>
                                          </p:val>
                                        </p:tav>
                                        <p:tav tm="100000">
                                          <p:val>
                                            <p:strVal val="1"/>
                                          </p:val>
                                        </p:tav>
                                      </p:tavLst>
                                    </p:anim>
                                  </p:childTnLst>
                                </p:cTn>
                              </p:par>
                              <p:par>
                                <p:cTn id="35" presetID="10" presetClass="entr" presetSubtype="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fade">
                                      <p:cBhvr>
                                        <p:cTn id="37" dur="500"/>
                                        <p:tgtEl>
                                          <p:spTgt spid="2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fade">
                                      <p:cBhvr>
                                        <p:cTn id="40" dur="500"/>
                                        <p:tgtEl>
                                          <p:spTgt spid="24"/>
                                        </p:tgtEl>
                                      </p:cBhvr>
                                    </p:animEffect>
                                  </p:childTnLst>
                                </p:cTn>
                              </p:par>
                              <p:par>
                                <p:cTn id="41" presetID="0" presetClass="entr" presetSubtype="0" fill="hold" grpId="0" nodeType="withEffect">
                                  <p:stCondLst>
                                    <p:cond delay="0"/>
                                  </p:stCondLst>
                                  <p:childTnLst>
                                    <p:set>
                                      <p:cBhvr>
                                        <p:cTn id="42" dur="1" fill="hold">
                                          <p:stCondLst>
                                            <p:cond delay="0"/>
                                          </p:stCondLst>
                                        </p:cTn>
                                        <p:tgtEl>
                                          <p:spTgt spid="30"/>
                                        </p:tgtEl>
                                        <p:attrNameLst>
                                          <p:attrName>style.visibility</p:attrName>
                                        </p:attrNameLst>
                                      </p:cBhvr>
                                      <p:to>
                                        <p:strVal val="visible"/>
                                      </p:to>
                                    </p:set>
                                    <p:anim to="" calcmode="lin" valueType="num">
                                      <p:cBhvr>
                                        <p:cTn id="43" dur="500" fill="hold">
                                          <p:stCondLst>
                                            <p:cond delay="0"/>
                                          </p:stCondLst>
                                        </p:cTn>
                                        <p:tgtEl>
                                          <p:spTgt spid="30"/>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4" dur="500" fill="hold">
                                          <p:stCondLst>
                                            <p:cond delay="0"/>
                                          </p:stCondLst>
                                        </p:cTn>
                                        <p:tgtEl>
                                          <p:spTgt spid="30"/>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45" dur="500" fill="hold">
                                          <p:stCondLst>
                                            <p:cond delay="0"/>
                                          </p:stCondLst>
                                        </p:cTn>
                                        <p:tgtEl>
                                          <p:spTgt spid="30"/>
                                        </p:tgtEl>
                                        <p:attrNameLst>
                                          <p:attrName>style.opacity</p:attrName>
                                        </p:attrNameLst>
                                      </p:cBhvr>
                                      <p:tavLst>
                                        <p:tav tm="0">
                                          <p:val>
                                            <p:strVal val="0"/>
                                          </p:val>
                                        </p:tav>
                                        <p:tav tm="100000">
                                          <p:val>
                                            <p:strVal val="1"/>
                                          </p:val>
                                        </p:tav>
                                      </p:tavLst>
                                    </p:anim>
                                  </p:childTnLst>
                                </p:cTn>
                              </p:par>
                              <p:par>
                                <p:cTn id="46" presetID="0"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 to="" calcmode="lin" valueType="num">
                                      <p:cBhvr>
                                        <p:cTn id="48" dur="500" fill="hold">
                                          <p:stCondLst>
                                            <p:cond delay="0"/>
                                          </p:stCondLst>
                                        </p:cTn>
                                        <p:tgtEl>
                                          <p:spTgt spid="20"/>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9" dur="500" fill="hold">
                                          <p:stCondLst>
                                            <p:cond delay="0"/>
                                          </p:stCondLst>
                                        </p:cTn>
                                        <p:tgtEl>
                                          <p:spTgt spid="20"/>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50" dur="500" fill="hold">
                                          <p:stCondLst>
                                            <p:cond delay="0"/>
                                          </p:stCondLst>
                                        </p:cTn>
                                        <p:tgtEl>
                                          <p:spTgt spid="20"/>
                                        </p:tgtEl>
                                        <p:attrNameLst>
                                          <p:attrName>style.opacity</p:attrName>
                                        </p:attrNameLst>
                                      </p:cBhvr>
                                      <p:tavLst>
                                        <p:tav tm="0">
                                          <p:val>
                                            <p:strVal val="0"/>
                                          </p:val>
                                        </p:tav>
                                        <p:tav tm="100000">
                                          <p:val>
                                            <p:strVal val="1"/>
                                          </p:val>
                                        </p:tav>
                                      </p:tavLst>
                                    </p:anim>
                                  </p:childTnLst>
                                </p:cTn>
                              </p:par>
                            </p:childTnLst>
                          </p:cTn>
                        </p:par>
                      </p:childTnLst>
                    </p:cTn>
                  </p:par>
                  <p:par>
                    <p:cTn id="51" fill="hold">
                      <p:stCondLst>
                        <p:cond delay="indefinite"/>
                      </p:stCondLst>
                      <p:childTnLst>
                        <p:par>
                          <p:cTn id="52" fill="hold">
                            <p:stCondLst>
                              <p:cond delay="0"/>
                            </p:stCondLst>
                            <p:childTnLst>
                              <p:par>
                                <p:cTn id="53" presetID="37"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anim calcmode="lin" valueType="num">
                                      <p:cBhvr>
                                        <p:cTn id="56" dur="500" fill="hold"/>
                                        <p:tgtEl>
                                          <p:spTgt spid="10"/>
                                        </p:tgtEl>
                                        <p:attrNameLst>
                                          <p:attrName>ppt_x</p:attrName>
                                        </p:attrNameLst>
                                      </p:cBhvr>
                                      <p:tavLst>
                                        <p:tav tm="0">
                                          <p:val>
                                            <p:strVal val="#ppt_x"/>
                                          </p:val>
                                        </p:tav>
                                        <p:tav tm="100000">
                                          <p:val>
                                            <p:strVal val="#ppt_x+0.042336654"/>
                                          </p:val>
                                        </p:tav>
                                      </p:tavLst>
                                    </p:anim>
                                    <p:anim calcmode="lin" valueType="num">
                                      <p:cBhvr>
                                        <p:cTn id="57" dur="450" decel="100000" fill="hold"/>
                                        <p:tgtEl>
                                          <p:spTgt spid="10"/>
                                        </p:tgtEl>
                                        <p:attrNameLst>
                                          <p:attrName>ppt_y</p:attrName>
                                        </p:attrNameLst>
                                      </p:cBhvr>
                                      <p:tavLst>
                                        <p:tav tm="0">
                                          <p:val>
                                            <p:strVal val="#ppt_y+1"/>
                                          </p:val>
                                        </p:tav>
                                        <p:tav tm="100000">
                                          <p:val>
                                            <p:strVal val="#ppt_y-.03"/>
                                          </p:val>
                                        </p:tav>
                                      </p:tavLst>
                                    </p:anim>
                                    <p:anim calcmode="lin" valueType="num">
                                      <p:cBhvr>
                                        <p:cTn id="58" dur="50" accel="100000" fill="hold">
                                          <p:stCondLst>
                                            <p:cond delay="450"/>
                                          </p:stCondLst>
                                        </p:cTn>
                                        <p:tgtEl>
                                          <p:spTgt spid="10"/>
                                        </p:tgtEl>
                                        <p:attrNameLst>
                                          <p:attrName>ppt_y</p:attrName>
                                        </p:attrNameLst>
                                      </p:cBhvr>
                                      <p:tavLst>
                                        <p:tav tm="0">
                                          <p:val>
                                            <p:strVal val="#ppt_y-.03"/>
                                          </p:val>
                                        </p:tav>
                                        <p:tav tm="100000">
                                          <p:val>
                                            <p:strVal val="#ppt_y+0.2542594"/>
                                          </p:val>
                                        </p:tav>
                                      </p:tavLst>
                                    </p:anim>
                                  </p:childTnLst>
                                </p:cTn>
                              </p:par>
                              <p:par>
                                <p:cTn id="59" presetID="37" presetClass="entr" presetSubtype="0" fill="hold" grpId="0" nodeType="with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500"/>
                                        <p:tgtEl>
                                          <p:spTgt spid="14"/>
                                        </p:tgtEl>
                                      </p:cBhvr>
                                    </p:animEffect>
                                    <p:anim calcmode="lin" valueType="num">
                                      <p:cBhvr>
                                        <p:cTn id="62" dur="500" fill="hold"/>
                                        <p:tgtEl>
                                          <p:spTgt spid="14"/>
                                        </p:tgtEl>
                                        <p:attrNameLst>
                                          <p:attrName>ppt_x</p:attrName>
                                        </p:attrNameLst>
                                      </p:cBhvr>
                                      <p:tavLst>
                                        <p:tav tm="0">
                                          <p:val>
                                            <p:strVal val="#ppt_x"/>
                                          </p:val>
                                        </p:tav>
                                        <p:tav tm="100000">
                                          <p:val>
                                            <p:strVal val="#ppt_x+0.042336654"/>
                                          </p:val>
                                        </p:tav>
                                      </p:tavLst>
                                    </p:anim>
                                    <p:anim calcmode="lin" valueType="num">
                                      <p:cBhvr>
                                        <p:cTn id="63" dur="450" decel="100000" fill="hold"/>
                                        <p:tgtEl>
                                          <p:spTgt spid="14"/>
                                        </p:tgtEl>
                                        <p:attrNameLst>
                                          <p:attrName>ppt_y</p:attrName>
                                        </p:attrNameLst>
                                      </p:cBhvr>
                                      <p:tavLst>
                                        <p:tav tm="0">
                                          <p:val>
                                            <p:strVal val="#ppt_y+1"/>
                                          </p:val>
                                        </p:tav>
                                        <p:tav tm="100000">
                                          <p:val>
                                            <p:strVal val="#ppt_y-.03"/>
                                          </p:val>
                                        </p:tav>
                                      </p:tavLst>
                                    </p:anim>
                                    <p:anim calcmode="lin" valueType="num">
                                      <p:cBhvr>
                                        <p:cTn id="64" dur="50" accel="100000" fill="hold">
                                          <p:stCondLst>
                                            <p:cond delay="450"/>
                                          </p:stCondLst>
                                        </p:cTn>
                                        <p:tgtEl>
                                          <p:spTgt spid="14"/>
                                        </p:tgtEl>
                                        <p:attrNameLst>
                                          <p:attrName>ppt_y</p:attrName>
                                        </p:attrNameLst>
                                      </p:cBhvr>
                                      <p:tavLst>
                                        <p:tav tm="0">
                                          <p:val>
                                            <p:strVal val="#ppt_y-.03"/>
                                          </p:val>
                                        </p:tav>
                                        <p:tav tm="100000">
                                          <p:val>
                                            <p:strVal val="#ppt_y+0.25425944"/>
                                          </p:val>
                                        </p:tav>
                                      </p:tavLst>
                                    </p:anim>
                                  </p:childTnLst>
                                </p:cTn>
                              </p:par>
                              <p:par>
                                <p:cTn id="65" presetID="37" presetClass="entr" presetSubtype="0" fill="hold" grpId="0" nodeType="withEffect">
                                  <p:stCondLst>
                                    <p:cond delay="0"/>
                                  </p:stCondLst>
                                  <p:childTnLst>
                                    <p:set>
                                      <p:cBhvr>
                                        <p:cTn id="66" dur="1" fill="hold">
                                          <p:stCondLst>
                                            <p:cond delay="0"/>
                                          </p:stCondLst>
                                        </p:cTn>
                                        <p:tgtEl>
                                          <p:spTgt spid="26"/>
                                        </p:tgtEl>
                                        <p:attrNameLst>
                                          <p:attrName>style.visibility</p:attrName>
                                        </p:attrNameLst>
                                      </p:cBhvr>
                                      <p:to>
                                        <p:strVal val="visible"/>
                                      </p:to>
                                    </p:set>
                                    <p:animEffect transition="in" filter="fade">
                                      <p:cBhvr>
                                        <p:cTn id="67" dur="500"/>
                                        <p:tgtEl>
                                          <p:spTgt spid="26"/>
                                        </p:tgtEl>
                                      </p:cBhvr>
                                    </p:animEffect>
                                    <p:anim calcmode="lin" valueType="num">
                                      <p:cBhvr>
                                        <p:cTn id="68" dur="500" fill="hold"/>
                                        <p:tgtEl>
                                          <p:spTgt spid="26"/>
                                        </p:tgtEl>
                                        <p:attrNameLst>
                                          <p:attrName>ppt_x</p:attrName>
                                        </p:attrNameLst>
                                      </p:cBhvr>
                                      <p:tavLst>
                                        <p:tav tm="0">
                                          <p:val>
                                            <p:strVal val="#ppt_x"/>
                                          </p:val>
                                        </p:tav>
                                        <p:tav tm="100000">
                                          <p:val>
                                            <p:strVal val="#ppt_x+0.042336654"/>
                                          </p:val>
                                        </p:tav>
                                      </p:tavLst>
                                    </p:anim>
                                    <p:anim calcmode="lin" valueType="num">
                                      <p:cBhvr>
                                        <p:cTn id="69" dur="450" decel="100000" fill="hold"/>
                                        <p:tgtEl>
                                          <p:spTgt spid="26"/>
                                        </p:tgtEl>
                                        <p:attrNameLst>
                                          <p:attrName>ppt_y</p:attrName>
                                        </p:attrNameLst>
                                      </p:cBhvr>
                                      <p:tavLst>
                                        <p:tav tm="0">
                                          <p:val>
                                            <p:strVal val="#ppt_y+1"/>
                                          </p:val>
                                        </p:tav>
                                        <p:tav tm="100000">
                                          <p:val>
                                            <p:strVal val="#ppt_y-.03"/>
                                          </p:val>
                                        </p:tav>
                                      </p:tavLst>
                                    </p:anim>
                                    <p:anim calcmode="lin" valueType="num">
                                      <p:cBhvr>
                                        <p:cTn id="70" dur="50" accel="100000" fill="hold">
                                          <p:stCondLst>
                                            <p:cond delay="450"/>
                                          </p:stCondLst>
                                        </p:cTn>
                                        <p:tgtEl>
                                          <p:spTgt spid="26"/>
                                        </p:tgtEl>
                                        <p:attrNameLst>
                                          <p:attrName>ppt_y</p:attrName>
                                        </p:attrNameLst>
                                      </p:cBhvr>
                                      <p:tavLst>
                                        <p:tav tm="0">
                                          <p:val>
                                            <p:strVal val="#ppt_y-.03"/>
                                          </p:val>
                                        </p:tav>
                                        <p:tav tm="100000">
                                          <p:val>
                                            <p:strVal val="#ppt_y+0.25425938"/>
                                          </p:val>
                                        </p:tav>
                                      </p:tavLst>
                                    </p:anim>
                                  </p:childTnLst>
                                </p:cTn>
                              </p:par>
                            </p:childTnLst>
                          </p:cTn>
                        </p:par>
                      </p:childTnLst>
                    </p:cTn>
                  </p:par>
                  <p:par>
                    <p:cTn id="71" fill="hold">
                      <p:stCondLst>
                        <p:cond delay="indefinite"/>
                      </p:stCondLst>
                      <p:childTnLst>
                        <p:par>
                          <p:cTn id="72" fill="hold">
                            <p:stCondLst>
                              <p:cond delay="0"/>
                            </p:stCondLst>
                            <p:childTnLst>
                              <p:par>
                                <p:cTn id="73" presetID="37" presetClass="entr" presetSubtype="0" fill="hold" grpId="0" nodeType="click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fade">
                                      <p:cBhvr>
                                        <p:cTn id="75" dur="500"/>
                                        <p:tgtEl>
                                          <p:spTgt spid="11"/>
                                        </p:tgtEl>
                                      </p:cBhvr>
                                    </p:animEffect>
                                    <p:anim calcmode="lin" valueType="num">
                                      <p:cBhvr>
                                        <p:cTn id="76" dur="500" fill="hold"/>
                                        <p:tgtEl>
                                          <p:spTgt spid="11"/>
                                        </p:tgtEl>
                                        <p:attrNameLst>
                                          <p:attrName>ppt_x</p:attrName>
                                        </p:attrNameLst>
                                      </p:cBhvr>
                                      <p:tavLst>
                                        <p:tav tm="0">
                                          <p:val>
                                            <p:strVal val="#ppt_x"/>
                                          </p:val>
                                        </p:tav>
                                        <p:tav tm="100000">
                                          <p:val>
                                            <p:strVal val="#ppt_x"/>
                                          </p:val>
                                        </p:tav>
                                      </p:tavLst>
                                    </p:anim>
                                    <p:anim calcmode="lin" valueType="num">
                                      <p:cBhvr>
                                        <p:cTn id="77" dur="450" decel="100000" fill="hold"/>
                                        <p:tgtEl>
                                          <p:spTgt spid="11"/>
                                        </p:tgtEl>
                                        <p:attrNameLst>
                                          <p:attrName>ppt_y</p:attrName>
                                        </p:attrNameLst>
                                      </p:cBhvr>
                                      <p:tavLst>
                                        <p:tav tm="0">
                                          <p:val>
                                            <p:strVal val="#ppt_y+1"/>
                                          </p:val>
                                        </p:tav>
                                        <p:tav tm="100000">
                                          <p:val>
                                            <p:strVal val="#ppt_y-.03"/>
                                          </p:val>
                                        </p:tav>
                                      </p:tavLst>
                                    </p:anim>
                                    <p:anim calcmode="lin" valueType="num">
                                      <p:cBhvr>
                                        <p:cTn id="78" dur="50" accel="100000" fill="hold">
                                          <p:stCondLst>
                                            <p:cond delay="450"/>
                                          </p:stCondLst>
                                        </p:cTn>
                                        <p:tgtEl>
                                          <p:spTgt spid="11"/>
                                        </p:tgtEl>
                                        <p:attrNameLst>
                                          <p:attrName>ppt_y</p:attrName>
                                        </p:attrNameLst>
                                      </p:cBhvr>
                                      <p:tavLst>
                                        <p:tav tm="0">
                                          <p:val>
                                            <p:strVal val="#ppt_y-.03"/>
                                          </p:val>
                                        </p:tav>
                                        <p:tav tm="100000">
                                          <p:val>
                                            <p:strVal val="#ppt_y+0.16950627"/>
                                          </p:val>
                                        </p:tav>
                                      </p:tavLst>
                                    </p:anim>
                                  </p:childTnLst>
                                </p:cTn>
                              </p:par>
                              <p:par>
                                <p:cTn id="79" presetID="37" presetClass="entr" presetSubtype="0" fill="hold" grpId="0" nodeType="withEffect">
                                  <p:stCondLst>
                                    <p:cond delay="0"/>
                                  </p:stCondLst>
                                  <p:childTnLst>
                                    <p:set>
                                      <p:cBhvr>
                                        <p:cTn id="80" dur="1" fill="hold">
                                          <p:stCondLst>
                                            <p:cond delay="0"/>
                                          </p:stCondLst>
                                        </p:cTn>
                                        <p:tgtEl>
                                          <p:spTgt spid="15"/>
                                        </p:tgtEl>
                                        <p:attrNameLst>
                                          <p:attrName>style.visibility</p:attrName>
                                        </p:attrNameLst>
                                      </p:cBhvr>
                                      <p:to>
                                        <p:strVal val="visible"/>
                                      </p:to>
                                    </p:set>
                                    <p:animEffect transition="in" filter="fade">
                                      <p:cBhvr>
                                        <p:cTn id="81" dur="500"/>
                                        <p:tgtEl>
                                          <p:spTgt spid="15"/>
                                        </p:tgtEl>
                                      </p:cBhvr>
                                    </p:animEffect>
                                    <p:anim calcmode="lin" valueType="num">
                                      <p:cBhvr>
                                        <p:cTn id="82" dur="500" fill="hold"/>
                                        <p:tgtEl>
                                          <p:spTgt spid="15"/>
                                        </p:tgtEl>
                                        <p:attrNameLst>
                                          <p:attrName>ppt_x</p:attrName>
                                        </p:attrNameLst>
                                      </p:cBhvr>
                                      <p:tavLst>
                                        <p:tav tm="0">
                                          <p:val>
                                            <p:strVal val="#ppt_x"/>
                                          </p:val>
                                        </p:tav>
                                        <p:tav tm="100000">
                                          <p:val>
                                            <p:strVal val="#ppt_x"/>
                                          </p:val>
                                        </p:tav>
                                      </p:tavLst>
                                    </p:anim>
                                    <p:anim calcmode="lin" valueType="num">
                                      <p:cBhvr>
                                        <p:cTn id="83" dur="450" decel="100000" fill="hold"/>
                                        <p:tgtEl>
                                          <p:spTgt spid="15"/>
                                        </p:tgtEl>
                                        <p:attrNameLst>
                                          <p:attrName>ppt_y</p:attrName>
                                        </p:attrNameLst>
                                      </p:cBhvr>
                                      <p:tavLst>
                                        <p:tav tm="0">
                                          <p:val>
                                            <p:strVal val="#ppt_y+1"/>
                                          </p:val>
                                        </p:tav>
                                        <p:tav tm="100000">
                                          <p:val>
                                            <p:strVal val="#ppt_y-.03"/>
                                          </p:val>
                                        </p:tav>
                                      </p:tavLst>
                                    </p:anim>
                                    <p:anim calcmode="lin" valueType="num">
                                      <p:cBhvr>
                                        <p:cTn id="84" dur="50" accel="100000" fill="hold">
                                          <p:stCondLst>
                                            <p:cond delay="450"/>
                                          </p:stCondLst>
                                        </p:cTn>
                                        <p:tgtEl>
                                          <p:spTgt spid="15"/>
                                        </p:tgtEl>
                                        <p:attrNameLst>
                                          <p:attrName>ppt_y</p:attrName>
                                        </p:attrNameLst>
                                      </p:cBhvr>
                                      <p:tavLst>
                                        <p:tav tm="0">
                                          <p:val>
                                            <p:strVal val="#ppt_y-.03"/>
                                          </p:val>
                                        </p:tav>
                                        <p:tav tm="100000">
                                          <p:val>
                                            <p:strVal val="#ppt_y+0.16950627"/>
                                          </p:val>
                                        </p:tav>
                                      </p:tavLst>
                                    </p:anim>
                                  </p:childTnLst>
                                </p:cTn>
                              </p:par>
                              <p:par>
                                <p:cTn id="85" presetID="37" presetClass="entr" presetSubtype="0" fill="hold" grpId="0" nodeType="withEffect">
                                  <p:stCondLst>
                                    <p:cond delay="0"/>
                                  </p:stCondLst>
                                  <p:childTnLst>
                                    <p:set>
                                      <p:cBhvr>
                                        <p:cTn id="86" dur="1" fill="hold">
                                          <p:stCondLst>
                                            <p:cond delay="0"/>
                                          </p:stCondLst>
                                        </p:cTn>
                                        <p:tgtEl>
                                          <p:spTgt spid="27"/>
                                        </p:tgtEl>
                                        <p:attrNameLst>
                                          <p:attrName>style.visibility</p:attrName>
                                        </p:attrNameLst>
                                      </p:cBhvr>
                                      <p:to>
                                        <p:strVal val="visible"/>
                                      </p:to>
                                    </p:set>
                                    <p:animEffect transition="in" filter="fade">
                                      <p:cBhvr>
                                        <p:cTn id="87" dur="500"/>
                                        <p:tgtEl>
                                          <p:spTgt spid="27"/>
                                        </p:tgtEl>
                                      </p:cBhvr>
                                    </p:animEffect>
                                    <p:anim calcmode="lin" valueType="num">
                                      <p:cBhvr>
                                        <p:cTn id="88" dur="500" fill="hold"/>
                                        <p:tgtEl>
                                          <p:spTgt spid="27"/>
                                        </p:tgtEl>
                                        <p:attrNameLst>
                                          <p:attrName>ppt_x</p:attrName>
                                        </p:attrNameLst>
                                      </p:cBhvr>
                                      <p:tavLst>
                                        <p:tav tm="0">
                                          <p:val>
                                            <p:strVal val="#ppt_x"/>
                                          </p:val>
                                        </p:tav>
                                        <p:tav tm="100000">
                                          <p:val>
                                            <p:strVal val="#ppt_x"/>
                                          </p:val>
                                        </p:tav>
                                      </p:tavLst>
                                    </p:anim>
                                    <p:anim calcmode="lin" valueType="num">
                                      <p:cBhvr>
                                        <p:cTn id="89" dur="450" decel="100000" fill="hold"/>
                                        <p:tgtEl>
                                          <p:spTgt spid="27"/>
                                        </p:tgtEl>
                                        <p:attrNameLst>
                                          <p:attrName>ppt_y</p:attrName>
                                        </p:attrNameLst>
                                      </p:cBhvr>
                                      <p:tavLst>
                                        <p:tav tm="0">
                                          <p:val>
                                            <p:strVal val="#ppt_y+1"/>
                                          </p:val>
                                        </p:tav>
                                        <p:tav tm="100000">
                                          <p:val>
                                            <p:strVal val="#ppt_y-.03"/>
                                          </p:val>
                                        </p:tav>
                                      </p:tavLst>
                                    </p:anim>
                                    <p:anim calcmode="lin" valueType="num">
                                      <p:cBhvr>
                                        <p:cTn id="90" dur="50" accel="100000" fill="hold">
                                          <p:stCondLst>
                                            <p:cond delay="450"/>
                                          </p:stCondLst>
                                        </p:cTn>
                                        <p:tgtEl>
                                          <p:spTgt spid="27"/>
                                        </p:tgtEl>
                                        <p:attrNameLst>
                                          <p:attrName>ppt_y</p:attrName>
                                        </p:attrNameLst>
                                      </p:cBhvr>
                                      <p:tavLst>
                                        <p:tav tm="0">
                                          <p:val>
                                            <p:strVal val="#ppt_y-.03"/>
                                          </p:val>
                                        </p:tav>
                                        <p:tav tm="100000">
                                          <p:val>
                                            <p:strVal val="#ppt_y+0.16950624"/>
                                          </p:val>
                                        </p:tav>
                                      </p:tavLst>
                                    </p:anim>
                                  </p:childTnLst>
                                </p:cTn>
                              </p:par>
                              <p:par>
                                <p:cTn id="91" presetID="35" presetClass="path" presetSubtype="0" accel="50000" decel="50000" fill="hold" grpId="1" nodeType="withEffect">
                                  <p:stCondLst>
                                    <p:cond delay="0"/>
                                  </p:stCondLst>
                                  <p:childTnLst>
                                    <p:anim to="" calcmode="lin" valueType="num">
                                      <p:cBhvr>
                                        <p:cTn id="92" dur="500" fill="hold">
                                          <p:stCondLst>
                                            <p:cond delay="0"/>
                                          </p:stCondLst>
                                        </p:cTn>
                                        <p:tgtEl>
                                          <p:spTgt spid="10"/>
                                        </p:tgtEl>
                                        <p:attrNameLst>
                                          <p:attrName>ppt_x</p:attrName>
                                        </p:attrNameLst>
                                      </p:cBhvr>
                                      <p:tavLst>
                                        <p:tav tm="0">
                                          <p:val>
                                            <p:strVal val="ppt_x"/>
                                          </p:val>
                                        </p:tav>
                                        <p:tav tm="100000">
                                          <p:val>
                                            <p:strVal val="#ppt_x+0.00013694764"/>
                                          </p:val>
                                        </p:tav>
                                      </p:tavLst>
                                    </p:anim>
                                    <p:anim to="" calcmode="lin" valueType="num">
                                      <p:cBhvr>
                                        <p:cTn id="93" dur="500" fill="hold">
                                          <p:stCondLst>
                                            <p:cond delay="0"/>
                                          </p:stCondLst>
                                        </p:cTn>
                                        <p:tgtEl>
                                          <p:spTgt spid="10"/>
                                        </p:tgtEl>
                                        <p:attrNameLst>
                                          <p:attrName>ppt_y</p:attrName>
                                        </p:attrNameLst>
                                      </p:cBhvr>
                                      <p:tavLst>
                                        <p:tav tm="0">
                                          <p:val>
                                            <p:strVal val="ppt_y"/>
                                          </p:val>
                                        </p:tav>
                                        <p:tav tm="100000">
                                          <p:val>
                                            <p:strVal val="#ppt_y+0.16950627"/>
                                          </p:val>
                                        </p:tav>
                                      </p:tavLst>
                                    </p:anim>
                                    <p:anim to="" calcmode="lin" valueType="num">
                                      <p:cBhvr>
                                        <p:cTn id="94"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95"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96" presetID="35" presetClass="path" presetSubtype="0" accel="50000" decel="50000" fill="hold" grpId="1" nodeType="withEffect">
                                  <p:stCondLst>
                                    <p:cond delay="0"/>
                                  </p:stCondLst>
                                  <p:childTnLst>
                                    <p:anim to="" calcmode="lin" valueType="num">
                                      <p:cBhvr>
                                        <p:cTn id="97" dur="500" fill="hold">
                                          <p:stCondLst>
                                            <p:cond delay="0"/>
                                          </p:stCondLst>
                                        </p:cTn>
                                        <p:tgtEl>
                                          <p:spTgt spid="14"/>
                                        </p:tgtEl>
                                        <p:attrNameLst>
                                          <p:attrName>ppt_x</p:attrName>
                                        </p:attrNameLst>
                                      </p:cBhvr>
                                      <p:tavLst>
                                        <p:tav tm="0">
                                          <p:val>
                                            <p:strVal val="ppt_x"/>
                                          </p:val>
                                        </p:tav>
                                        <p:tav tm="100000">
                                          <p:val>
                                            <p:strVal val="#ppt_x+0.00013694764"/>
                                          </p:val>
                                        </p:tav>
                                      </p:tavLst>
                                    </p:anim>
                                    <p:anim to="" calcmode="lin" valueType="num">
                                      <p:cBhvr>
                                        <p:cTn id="98" dur="500" fill="hold">
                                          <p:stCondLst>
                                            <p:cond delay="0"/>
                                          </p:stCondLst>
                                        </p:cTn>
                                        <p:tgtEl>
                                          <p:spTgt spid="14"/>
                                        </p:tgtEl>
                                        <p:attrNameLst>
                                          <p:attrName>ppt_y</p:attrName>
                                        </p:attrNameLst>
                                      </p:cBhvr>
                                      <p:tavLst>
                                        <p:tav tm="0">
                                          <p:val>
                                            <p:strVal val="ppt_y"/>
                                          </p:val>
                                        </p:tav>
                                        <p:tav tm="100000">
                                          <p:val>
                                            <p:strVal val="#ppt_y+0.16950624"/>
                                          </p:val>
                                        </p:tav>
                                      </p:tavLst>
                                    </p:anim>
                                    <p:anim to="" calcmode="lin" valueType="num">
                                      <p:cBhvr>
                                        <p:cTn id="99" dur="500" fill="hold">
                                          <p:stCondLst>
                                            <p:cond delay="0"/>
                                          </p:stCondLst>
                                        </p:cTn>
                                        <p:tgtEl>
                                          <p:spTgt spid="14"/>
                                        </p:tgtEl>
                                        <p:attrNameLst>
                                          <p:attrName>ppt_w</p:attrName>
                                        </p:attrNameLst>
                                      </p:cBhvr>
                                      <p:tavLst>
                                        <p:tav tm="0">
                                          <p:val>
                                            <p:strVal val="ppt_w"/>
                                          </p:val>
                                        </p:tav>
                                        <p:tav tm="100000">
                                          <p:val>
                                            <p:strVal val="#ppt_w"/>
                                          </p:val>
                                        </p:tav>
                                      </p:tavLst>
                                    </p:anim>
                                    <p:anim to="" calcmode="lin" valueType="num">
                                      <p:cBhvr>
                                        <p:cTn id="100" dur="500" fill="hold">
                                          <p:stCondLst>
                                            <p:cond delay="0"/>
                                          </p:stCondLst>
                                        </p:cTn>
                                        <p:tgtEl>
                                          <p:spTgt spid="14"/>
                                        </p:tgtEl>
                                        <p:attrNameLst>
                                          <p:attrName>ppt_h</p:attrName>
                                        </p:attrNameLst>
                                      </p:cBhvr>
                                      <p:tavLst>
                                        <p:tav tm="0">
                                          <p:val>
                                            <p:strVal val="ppt_h"/>
                                          </p:val>
                                        </p:tav>
                                        <p:tav tm="100000">
                                          <p:val>
                                            <p:strVal val="#ppt_h"/>
                                          </p:val>
                                        </p:tav>
                                      </p:tavLst>
                                    </p:anim>
                                  </p:childTnLst>
                                </p:cTn>
                              </p:par>
                              <p:par>
                                <p:cTn id="101" presetID="35" presetClass="path" presetSubtype="0" accel="50000" decel="50000" fill="hold" grpId="1" nodeType="withEffect">
                                  <p:stCondLst>
                                    <p:cond delay="0"/>
                                  </p:stCondLst>
                                  <p:childTnLst>
                                    <p:anim to="" calcmode="lin" valueType="num">
                                      <p:cBhvr>
                                        <p:cTn id="102" dur="500" fill="hold">
                                          <p:stCondLst>
                                            <p:cond delay="0"/>
                                          </p:stCondLst>
                                        </p:cTn>
                                        <p:tgtEl>
                                          <p:spTgt spid="26"/>
                                        </p:tgtEl>
                                        <p:attrNameLst>
                                          <p:attrName>ppt_x</p:attrName>
                                        </p:attrNameLst>
                                      </p:cBhvr>
                                      <p:tavLst>
                                        <p:tav tm="0">
                                          <p:val>
                                            <p:strVal val="ppt_x"/>
                                          </p:val>
                                        </p:tav>
                                        <p:tav tm="100000">
                                          <p:val>
                                            <p:strVal val="#ppt_x+0.00013694764"/>
                                          </p:val>
                                        </p:tav>
                                      </p:tavLst>
                                    </p:anim>
                                    <p:anim to="" calcmode="lin" valueType="num">
                                      <p:cBhvr>
                                        <p:cTn id="103" dur="500" fill="hold">
                                          <p:stCondLst>
                                            <p:cond delay="0"/>
                                          </p:stCondLst>
                                        </p:cTn>
                                        <p:tgtEl>
                                          <p:spTgt spid="26"/>
                                        </p:tgtEl>
                                        <p:attrNameLst>
                                          <p:attrName>ppt_y</p:attrName>
                                        </p:attrNameLst>
                                      </p:cBhvr>
                                      <p:tavLst>
                                        <p:tav tm="0">
                                          <p:val>
                                            <p:strVal val="ppt_y"/>
                                          </p:val>
                                        </p:tav>
                                        <p:tav tm="100000">
                                          <p:val>
                                            <p:strVal val="#ppt_y+0.16950627"/>
                                          </p:val>
                                        </p:tav>
                                      </p:tavLst>
                                    </p:anim>
                                    <p:anim to="" calcmode="lin" valueType="num">
                                      <p:cBhvr>
                                        <p:cTn id="104" dur="500" fill="hold">
                                          <p:stCondLst>
                                            <p:cond delay="0"/>
                                          </p:stCondLst>
                                        </p:cTn>
                                        <p:tgtEl>
                                          <p:spTgt spid="26"/>
                                        </p:tgtEl>
                                        <p:attrNameLst>
                                          <p:attrName>ppt_w</p:attrName>
                                        </p:attrNameLst>
                                      </p:cBhvr>
                                      <p:tavLst>
                                        <p:tav tm="0">
                                          <p:val>
                                            <p:strVal val="ppt_w"/>
                                          </p:val>
                                        </p:tav>
                                        <p:tav tm="100000">
                                          <p:val>
                                            <p:strVal val="#ppt_w"/>
                                          </p:val>
                                        </p:tav>
                                      </p:tavLst>
                                    </p:anim>
                                    <p:anim to="" calcmode="lin" valueType="num">
                                      <p:cBhvr>
                                        <p:cTn id="105" dur="500" fill="hold">
                                          <p:stCondLst>
                                            <p:cond delay="0"/>
                                          </p:stCondLst>
                                        </p:cTn>
                                        <p:tgtEl>
                                          <p:spTgt spid="26"/>
                                        </p:tgtEl>
                                        <p:attrNameLst>
                                          <p:attrName>ppt_h</p:attrName>
                                        </p:attrNameLst>
                                      </p:cBhvr>
                                      <p:tavLst>
                                        <p:tav tm="0">
                                          <p:val>
                                            <p:strVal val="ppt_h"/>
                                          </p:val>
                                        </p:tav>
                                        <p:tav tm="100000">
                                          <p:val>
                                            <p:strVal val="#ppt_h"/>
                                          </p:val>
                                        </p:tav>
                                      </p:tavLst>
                                    </p:anim>
                                  </p:childTnLst>
                                </p:cTn>
                              </p:par>
                            </p:childTnLst>
                          </p:cTn>
                        </p:par>
                      </p:childTnLst>
                    </p:cTn>
                  </p:par>
                  <p:par>
                    <p:cTn id="106" fill="hold">
                      <p:stCondLst>
                        <p:cond delay="indefinite"/>
                      </p:stCondLst>
                      <p:childTnLst>
                        <p:par>
                          <p:cTn id="107" fill="hold">
                            <p:stCondLst>
                              <p:cond delay="0"/>
                            </p:stCondLst>
                            <p:childTnLst>
                              <p:par>
                                <p:cTn id="108" presetID="37" presetClass="entr" presetSubtype="0" fill="hold" grpId="0" nodeType="clickEffect">
                                  <p:stCondLst>
                                    <p:cond delay="0"/>
                                  </p:stCondLst>
                                  <p:childTnLst>
                                    <p:set>
                                      <p:cBhvr>
                                        <p:cTn id="109" dur="1" fill="hold">
                                          <p:stCondLst>
                                            <p:cond delay="0"/>
                                          </p:stCondLst>
                                        </p:cTn>
                                        <p:tgtEl>
                                          <p:spTgt spid="12"/>
                                        </p:tgtEl>
                                        <p:attrNameLst>
                                          <p:attrName>style.visibility</p:attrName>
                                        </p:attrNameLst>
                                      </p:cBhvr>
                                      <p:to>
                                        <p:strVal val="visible"/>
                                      </p:to>
                                    </p:set>
                                    <p:animEffect transition="in" filter="fade">
                                      <p:cBhvr>
                                        <p:cTn id="110" dur="500"/>
                                        <p:tgtEl>
                                          <p:spTgt spid="12"/>
                                        </p:tgtEl>
                                      </p:cBhvr>
                                    </p:animEffect>
                                    <p:anim calcmode="lin" valueType="num">
                                      <p:cBhvr>
                                        <p:cTn id="111" dur="500" fill="hold"/>
                                        <p:tgtEl>
                                          <p:spTgt spid="12"/>
                                        </p:tgtEl>
                                        <p:attrNameLst>
                                          <p:attrName>ppt_x</p:attrName>
                                        </p:attrNameLst>
                                      </p:cBhvr>
                                      <p:tavLst>
                                        <p:tav tm="0">
                                          <p:val>
                                            <p:strVal val="#ppt_x"/>
                                          </p:val>
                                        </p:tav>
                                        <p:tav tm="100000">
                                          <p:val>
                                            <p:strVal val="#ppt_x"/>
                                          </p:val>
                                        </p:tav>
                                      </p:tavLst>
                                    </p:anim>
                                    <p:anim calcmode="lin" valueType="num">
                                      <p:cBhvr>
                                        <p:cTn id="112" dur="450" decel="100000" fill="hold"/>
                                        <p:tgtEl>
                                          <p:spTgt spid="12"/>
                                        </p:tgtEl>
                                        <p:attrNameLst>
                                          <p:attrName>ppt_y</p:attrName>
                                        </p:attrNameLst>
                                      </p:cBhvr>
                                      <p:tavLst>
                                        <p:tav tm="0">
                                          <p:val>
                                            <p:strVal val="#ppt_y+1"/>
                                          </p:val>
                                        </p:tav>
                                        <p:tav tm="100000">
                                          <p:val>
                                            <p:strVal val="#ppt_y-.03"/>
                                          </p:val>
                                        </p:tav>
                                      </p:tavLst>
                                    </p:anim>
                                    <p:anim calcmode="lin" valueType="num">
                                      <p:cBhvr>
                                        <p:cTn id="113" dur="50" accel="100000" fill="hold">
                                          <p:stCondLst>
                                            <p:cond delay="450"/>
                                          </p:stCondLst>
                                        </p:cTn>
                                        <p:tgtEl>
                                          <p:spTgt spid="12"/>
                                        </p:tgtEl>
                                        <p:attrNameLst>
                                          <p:attrName>ppt_y</p:attrName>
                                        </p:attrNameLst>
                                      </p:cBhvr>
                                      <p:tavLst>
                                        <p:tav tm="0">
                                          <p:val>
                                            <p:strVal val="#ppt_y-.03"/>
                                          </p:val>
                                        </p:tav>
                                        <p:tav tm="100000">
                                          <p:val>
                                            <p:strVal val="#ppt_y+0.08475302"/>
                                          </p:val>
                                        </p:tav>
                                      </p:tavLst>
                                    </p:anim>
                                  </p:childTnLst>
                                </p:cTn>
                              </p:par>
                              <p:par>
                                <p:cTn id="114" presetID="37" presetClass="entr" presetSubtype="0" fill="hold" grpId="0" nodeType="withEffect">
                                  <p:stCondLst>
                                    <p:cond delay="0"/>
                                  </p:stCondLst>
                                  <p:childTnLst>
                                    <p:set>
                                      <p:cBhvr>
                                        <p:cTn id="115" dur="1" fill="hold">
                                          <p:stCondLst>
                                            <p:cond delay="0"/>
                                          </p:stCondLst>
                                        </p:cTn>
                                        <p:tgtEl>
                                          <p:spTgt spid="16"/>
                                        </p:tgtEl>
                                        <p:attrNameLst>
                                          <p:attrName>style.visibility</p:attrName>
                                        </p:attrNameLst>
                                      </p:cBhvr>
                                      <p:to>
                                        <p:strVal val="visible"/>
                                      </p:to>
                                    </p:set>
                                    <p:animEffect transition="in" filter="fade">
                                      <p:cBhvr>
                                        <p:cTn id="116" dur="500"/>
                                        <p:tgtEl>
                                          <p:spTgt spid="16"/>
                                        </p:tgtEl>
                                      </p:cBhvr>
                                    </p:animEffect>
                                    <p:anim calcmode="lin" valueType="num">
                                      <p:cBhvr>
                                        <p:cTn id="117" dur="500" fill="hold"/>
                                        <p:tgtEl>
                                          <p:spTgt spid="16"/>
                                        </p:tgtEl>
                                        <p:attrNameLst>
                                          <p:attrName>ppt_x</p:attrName>
                                        </p:attrNameLst>
                                      </p:cBhvr>
                                      <p:tavLst>
                                        <p:tav tm="0">
                                          <p:val>
                                            <p:strVal val="#ppt_x"/>
                                          </p:val>
                                        </p:tav>
                                        <p:tav tm="100000">
                                          <p:val>
                                            <p:strVal val="#ppt_x"/>
                                          </p:val>
                                        </p:tav>
                                      </p:tavLst>
                                    </p:anim>
                                    <p:anim calcmode="lin" valueType="num">
                                      <p:cBhvr>
                                        <p:cTn id="118" dur="450" decel="100000" fill="hold"/>
                                        <p:tgtEl>
                                          <p:spTgt spid="16"/>
                                        </p:tgtEl>
                                        <p:attrNameLst>
                                          <p:attrName>ppt_y</p:attrName>
                                        </p:attrNameLst>
                                      </p:cBhvr>
                                      <p:tavLst>
                                        <p:tav tm="0">
                                          <p:val>
                                            <p:strVal val="#ppt_y+1"/>
                                          </p:val>
                                        </p:tav>
                                        <p:tav tm="100000">
                                          <p:val>
                                            <p:strVal val="#ppt_y-.03"/>
                                          </p:val>
                                        </p:tav>
                                      </p:tavLst>
                                    </p:anim>
                                    <p:anim calcmode="lin" valueType="num">
                                      <p:cBhvr>
                                        <p:cTn id="119" dur="50" accel="100000" fill="hold">
                                          <p:stCondLst>
                                            <p:cond delay="450"/>
                                          </p:stCondLst>
                                        </p:cTn>
                                        <p:tgtEl>
                                          <p:spTgt spid="16"/>
                                        </p:tgtEl>
                                        <p:attrNameLst>
                                          <p:attrName>ppt_y</p:attrName>
                                        </p:attrNameLst>
                                      </p:cBhvr>
                                      <p:tavLst>
                                        <p:tav tm="0">
                                          <p:val>
                                            <p:strVal val="#ppt_y-.03"/>
                                          </p:val>
                                        </p:tav>
                                        <p:tav tm="100000">
                                          <p:val>
                                            <p:strVal val="#ppt_y+0.08475302"/>
                                          </p:val>
                                        </p:tav>
                                      </p:tavLst>
                                    </p:anim>
                                  </p:childTnLst>
                                </p:cTn>
                              </p:par>
                              <p:par>
                                <p:cTn id="120" presetID="37" presetClass="entr" presetSubtype="0" fill="hold" grpId="0" nodeType="withEffect">
                                  <p:stCondLst>
                                    <p:cond delay="0"/>
                                  </p:stCondLst>
                                  <p:childTnLst>
                                    <p:set>
                                      <p:cBhvr>
                                        <p:cTn id="121" dur="1" fill="hold">
                                          <p:stCondLst>
                                            <p:cond delay="0"/>
                                          </p:stCondLst>
                                        </p:cTn>
                                        <p:tgtEl>
                                          <p:spTgt spid="28"/>
                                        </p:tgtEl>
                                        <p:attrNameLst>
                                          <p:attrName>style.visibility</p:attrName>
                                        </p:attrNameLst>
                                      </p:cBhvr>
                                      <p:to>
                                        <p:strVal val="visible"/>
                                      </p:to>
                                    </p:set>
                                    <p:animEffect transition="in" filter="fade">
                                      <p:cBhvr>
                                        <p:cTn id="122" dur="500"/>
                                        <p:tgtEl>
                                          <p:spTgt spid="28"/>
                                        </p:tgtEl>
                                      </p:cBhvr>
                                    </p:animEffect>
                                    <p:anim calcmode="lin" valueType="num">
                                      <p:cBhvr>
                                        <p:cTn id="123" dur="500" fill="hold"/>
                                        <p:tgtEl>
                                          <p:spTgt spid="28"/>
                                        </p:tgtEl>
                                        <p:attrNameLst>
                                          <p:attrName>ppt_x</p:attrName>
                                        </p:attrNameLst>
                                      </p:cBhvr>
                                      <p:tavLst>
                                        <p:tav tm="0">
                                          <p:val>
                                            <p:strVal val="#ppt_x"/>
                                          </p:val>
                                        </p:tav>
                                        <p:tav tm="100000">
                                          <p:val>
                                            <p:strVal val="#ppt_x"/>
                                          </p:val>
                                        </p:tav>
                                      </p:tavLst>
                                    </p:anim>
                                    <p:anim calcmode="lin" valueType="num">
                                      <p:cBhvr>
                                        <p:cTn id="124" dur="450" decel="100000" fill="hold"/>
                                        <p:tgtEl>
                                          <p:spTgt spid="28"/>
                                        </p:tgtEl>
                                        <p:attrNameLst>
                                          <p:attrName>ppt_y</p:attrName>
                                        </p:attrNameLst>
                                      </p:cBhvr>
                                      <p:tavLst>
                                        <p:tav tm="0">
                                          <p:val>
                                            <p:strVal val="#ppt_y+1"/>
                                          </p:val>
                                        </p:tav>
                                        <p:tav tm="100000">
                                          <p:val>
                                            <p:strVal val="#ppt_y-.03"/>
                                          </p:val>
                                        </p:tav>
                                      </p:tavLst>
                                    </p:anim>
                                    <p:anim calcmode="lin" valueType="num">
                                      <p:cBhvr>
                                        <p:cTn id="125" dur="50" accel="100000" fill="hold">
                                          <p:stCondLst>
                                            <p:cond delay="450"/>
                                          </p:stCondLst>
                                        </p:cTn>
                                        <p:tgtEl>
                                          <p:spTgt spid="28"/>
                                        </p:tgtEl>
                                        <p:attrNameLst>
                                          <p:attrName>ppt_y</p:attrName>
                                        </p:attrNameLst>
                                      </p:cBhvr>
                                      <p:tavLst>
                                        <p:tav tm="0">
                                          <p:val>
                                            <p:strVal val="#ppt_y-.03"/>
                                          </p:val>
                                        </p:tav>
                                        <p:tav tm="100000">
                                          <p:val>
                                            <p:strVal val="#ppt_y+0.08475302"/>
                                          </p:val>
                                        </p:tav>
                                      </p:tavLst>
                                    </p:anim>
                                  </p:childTnLst>
                                </p:cTn>
                              </p:par>
                              <p:par>
                                <p:cTn id="126" presetID="35" presetClass="path" presetSubtype="0" accel="50000" decel="50000" fill="hold" grpId="2" nodeType="withEffect">
                                  <p:stCondLst>
                                    <p:cond delay="0"/>
                                  </p:stCondLst>
                                  <p:childTnLst>
                                    <p:anim to="" calcmode="lin" valueType="num">
                                      <p:cBhvr>
                                        <p:cTn id="127" dur="500" fill="hold">
                                          <p:stCondLst>
                                            <p:cond delay="0"/>
                                          </p:stCondLst>
                                        </p:cTn>
                                        <p:tgtEl>
                                          <p:spTgt spid="10"/>
                                        </p:tgtEl>
                                        <p:attrNameLst>
                                          <p:attrName>ppt_x</p:attrName>
                                        </p:attrNameLst>
                                      </p:cBhvr>
                                      <p:tavLst>
                                        <p:tav tm="0">
                                          <p:val>
                                            <p:strVal val="ppt_x"/>
                                          </p:val>
                                        </p:tav>
                                        <p:tav tm="100000">
                                          <p:val>
                                            <p:strVal val="#ppt_x+0.00013694764"/>
                                          </p:val>
                                        </p:tav>
                                      </p:tavLst>
                                    </p:anim>
                                    <p:anim to="" calcmode="lin" valueType="num">
                                      <p:cBhvr>
                                        <p:cTn id="128" dur="500" fill="hold">
                                          <p:stCondLst>
                                            <p:cond delay="0"/>
                                          </p:stCondLst>
                                        </p:cTn>
                                        <p:tgtEl>
                                          <p:spTgt spid="10"/>
                                        </p:tgtEl>
                                        <p:attrNameLst>
                                          <p:attrName>ppt_y</p:attrName>
                                        </p:attrNameLst>
                                      </p:cBhvr>
                                      <p:tavLst>
                                        <p:tav tm="0">
                                          <p:val>
                                            <p:strVal val="ppt_y"/>
                                          </p:val>
                                        </p:tav>
                                        <p:tav tm="100000">
                                          <p:val>
                                            <p:strVal val="#ppt_y+0.08475302"/>
                                          </p:val>
                                        </p:tav>
                                      </p:tavLst>
                                    </p:anim>
                                    <p:anim to="" calcmode="lin" valueType="num">
                                      <p:cBhvr>
                                        <p:cTn id="129"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30"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31" presetID="35" presetClass="path" presetSubtype="0" accel="50000" decel="50000" fill="hold" grpId="2" nodeType="withEffect">
                                  <p:stCondLst>
                                    <p:cond delay="0"/>
                                  </p:stCondLst>
                                  <p:childTnLst>
                                    <p:anim to="" calcmode="lin" valueType="num">
                                      <p:cBhvr>
                                        <p:cTn id="132" dur="500" fill="hold">
                                          <p:stCondLst>
                                            <p:cond delay="0"/>
                                          </p:stCondLst>
                                        </p:cTn>
                                        <p:tgtEl>
                                          <p:spTgt spid="14"/>
                                        </p:tgtEl>
                                        <p:attrNameLst>
                                          <p:attrName>ppt_x</p:attrName>
                                        </p:attrNameLst>
                                      </p:cBhvr>
                                      <p:tavLst>
                                        <p:tav tm="0">
                                          <p:val>
                                            <p:strVal val="ppt_x"/>
                                          </p:val>
                                        </p:tav>
                                        <p:tav tm="100000">
                                          <p:val>
                                            <p:strVal val="#ppt_x+0.00013694764"/>
                                          </p:val>
                                        </p:tav>
                                      </p:tavLst>
                                    </p:anim>
                                    <p:anim to="" calcmode="lin" valueType="num">
                                      <p:cBhvr>
                                        <p:cTn id="133" dur="500" fill="hold">
                                          <p:stCondLst>
                                            <p:cond delay="0"/>
                                          </p:stCondLst>
                                        </p:cTn>
                                        <p:tgtEl>
                                          <p:spTgt spid="14"/>
                                        </p:tgtEl>
                                        <p:attrNameLst>
                                          <p:attrName>ppt_y</p:attrName>
                                        </p:attrNameLst>
                                      </p:cBhvr>
                                      <p:tavLst>
                                        <p:tav tm="0">
                                          <p:val>
                                            <p:strVal val="ppt_y"/>
                                          </p:val>
                                        </p:tav>
                                        <p:tav tm="100000">
                                          <p:val>
                                            <p:strVal val="#ppt_y+0.08475302"/>
                                          </p:val>
                                        </p:tav>
                                      </p:tavLst>
                                    </p:anim>
                                    <p:anim to="" calcmode="lin" valueType="num">
                                      <p:cBhvr>
                                        <p:cTn id="134" dur="500" fill="hold">
                                          <p:stCondLst>
                                            <p:cond delay="0"/>
                                          </p:stCondLst>
                                        </p:cTn>
                                        <p:tgtEl>
                                          <p:spTgt spid="14"/>
                                        </p:tgtEl>
                                        <p:attrNameLst>
                                          <p:attrName>ppt_w</p:attrName>
                                        </p:attrNameLst>
                                      </p:cBhvr>
                                      <p:tavLst>
                                        <p:tav tm="0">
                                          <p:val>
                                            <p:strVal val="ppt_w"/>
                                          </p:val>
                                        </p:tav>
                                        <p:tav tm="100000">
                                          <p:val>
                                            <p:strVal val="#ppt_w"/>
                                          </p:val>
                                        </p:tav>
                                      </p:tavLst>
                                    </p:anim>
                                    <p:anim to="" calcmode="lin" valueType="num">
                                      <p:cBhvr>
                                        <p:cTn id="135" dur="500" fill="hold">
                                          <p:stCondLst>
                                            <p:cond delay="0"/>
                                          </p:stCondLst>
                                        </p:cTn>
                                        <p:tgtEl>
                                          <p:spTgt spid="14"/>
                                        </p:tgtEl>
                                        <p:attrNameLst>
                                          <p:attrName>ppt_h</p:attrName>
                                        </p:attrNameLst>
                                      </p:cBhvr>
                                      <p:tavLst>
                                        <p:tav tm="0">
                                          <p:val>
                                            <p:strVal val="ppt_h"/>
                                          </p:val>
                                        </p:tav>
                                        <p:tav tm="100000">
                                          <p:val>
                                            <p:strVal val="#ppt_h"/>
                                          </p:val>
                                        </p:tav>
                                      </p:tavLst>
                                    </p:anim>
                                  </p:childTnLst>
                                </p:cTn>
                              </p:par>
                              <p:par>
                                <p:cTn id="136" presetID="35" presetClass="path" presetSubtype="0" accel="50000" decel="50000" fill="hold" grpId="2" nodeType="withEffect">
                                  <p:stCondLst>
                                    <p:cond delay="0"/>
                                  </p:stCondLst>
                                  <p:childTnLst>
                                    <p:anim to="" calcmode="lin" valueType="num">
                                      <p:cBhvr>
                                        <p:cTn id="137" dur="500" fill="hold">
                                          <p:stCondLst>
                                            <p:cond delay="0"/>
                                          </p:stCondLst>
                                        </p:cTn>
                                        <p:tgtEl>
                                          <p:spTgt spid="26"/>
                                        </p:tgtEl>
                                        <p:attrNameLst>
                                          <p:attrName>ppt_x</p:attrName>
                                        </p:attrNameLst>
                                      </p:cBhvr>
                                      <p:tavLst>
                                        <p:tav tm="0">
                                          <p:val>
                                            <p:strVal val="ppt_x"/>
                                          </p:val>
                                        </p:tav>
                                        <p:tav tm="100000">
                                          <p:val>
                                            <p:strVal val="#ppt_x+0.00013694764"/>
                                          </p:val>
                                        </p:tav>
                                      </p:tavLst>
                                    </p:anim>
                                    <p:anim to="" calcmode="lin" valueType="num">
                                      <p:cBhvr>
                                        <p:cTn id="138" dur="500" fill="hold">
                                          <p:stCondLst>
                                            <p:cond delay="0"/>
                                          </p:stCondLst>
                                        </p:cTn>
                                        <p:tgtEl>
                                          <p:spTgt spid="26"/>
                                        </p:tgtEl>
                                        <p:attrNameLst>
                                          <p:attrName>ppt_y</p:attrName>
                                        </p:attrNameLst>
                                      </p:cBhvr>
                                      <p:tavLst>
                                        <p:tav tm="0">
                                          <p:val>
                                            <p:strVal val="ppt_y"/>
                                          </p:val>
                                        </p:tav>
                                        <p:tav tm="100000">
                                          <p:val>
                                            <p:strVal val="#ppt_y+0.08475302"/>
                                          </p:val>
                                        </p:tav>
                                      </p:tavLst>
                                    </p:anim>
                                    <p:anim to="" calcmode="lin" valueType="num">
                                      <p:cBhvr>
                                        <p:cTn id="139" dur="500" fill="hold">
                                          <p:stCondLst>
                                            <p:cond delay="0"/>
                                          </p:stCondLst>
                                        </p:cTn>
                                        <p:tgtEl>
                                          <p:spTgt spid="26"/>
                                        </p:tgtEl>
                                        <p:attrNameLst>
                                          <p:attrName>ppt_w</p:attrName>
                                        </p:attrNameLst>
                                      </p:cBhvr>
                                      <p:tavLst>
                                        <p:tav tm="0">
                                          <p:val>
                                            <p:strVal val="ppt_w"/>
                                          </p:val>
                                        </p:tav>
                                        <p:tav tm="100000">
                                          <p:val>
                                            <p:strVal val="#ppt_w"/>
                                          </p:val>
                                        </p:tav>
                                      </p:tavLst>
                                    </p:anim>
                                    <p:anim to="" calcmode="lin" valueType="num">
                                      <p:cBhvr>
                                        <p:cTn id="140" dur="500" fill="hold">
                                          <p:stCondLst>
                                            <p:cond delay="0"/>
                                          </p:stCondLst>
                                        </p:cTn>
                                        <p:tgtEl>
                                          <p:spTgt spid="26"/>
                                        </p:tgtEl>
                                        <p:attrNameLst>
                                          <p:attrName>ppt_h</p:attrName>
                                        </p:attrNameLst>
                                      </p:cBhvr>
                                      <p:tavLst>
                                        <p:tav tm="0">
                                          <p:val>
                                            <p:strVal val="ppt_h"/>
                                          </p:val>
                                        </p:tav>
                                        <p:tav tm="100000">
                                          <p:val>
                                            <p:strVal val="#ppt_h"/>
                                          </p:val>
                                        </p:tav>
                                      </p:tavLst>
                                    </p:anim>
                                  </p:childTnLst>
                                </p:cTn>
                              </p:par>
                              <p:par>
                                <p:cTn id="141" presetID="35" presetClass="path" presetSubtype="0" accel="50000" decel="50000" fill="hold" grpId="1" nodeType="withEffect">
                                  <p:stCondLst>
                                    <p:cond delay="0"/>
                                  </p:stCondLst>
                                  <p:childTnLst>
                                    <p:anim to="" calcmode="lin" valueType="num">
                                      <p:cBhvr>
                                        <p:cTn id="142" dur="500" fill="hold">
                                          <p:stCondLst>
                                            <p:cond delay="0"/>
                                          </p:stCondLst>
                                        </p:cTn>
                                        <p:tgtEl>
                                          <p:spTgt spid="11"/>
                                        </p:tgtEl>
                                        <p:attrNameLst>
                                          <p:attrName>ppt_x</p:attrName>
                                        </p:attrNameLst>
                                      </p:cBhvr>
                                      <p:tavLst>
                                        <p:tav tm="0">
                                          <p:val>
                                            <p:strVal val="ppt_x"/>
                                          </p:val>
                                        </p:tav>
                                        <p:tav tm="100000">
                                          <p:val>
                                            <p:strVal val="#ppt_x+0.00013694764"/>
                                          </p:val>
                                        </p:tav>
                                      </p:tavLst>
                                    </p:anim>
                                    <p:anim to="" calcmode="lin" valueType="num">
                                      <p:cBhvr>
                                        <p:cTn id="143" dur="500" fill="hold">
                                          <p:stCondLst>
                                            <p:cond delay="0"/>
                                          </p:stCondLst>
                                        </p:cTn>
                                        <p:tgtEl>
                                          <p:spTgt spid="11"/>
                                        </p:tgtEl>
                                        <p:attrNameLst>
                                          <p:attrName>ppt_y</p:attrName>
                                        </p:attrNameLst>
                                      </p:cBhvr>
                                      <p:tavLst>
                                        <p:tav tm="0">
                                          <p:val>
                                            <p:strVal val="ppt_y"/>
                                          </p:val>
                                        </p:tav>
                                        <p:tav tm="100000">
                                          <p:val>
                                            <p:strVal val="#ppt_y+0.08475302"/>
                                          </p:val>
                                        </p:tav>
                                      </p:tavLst>
                                    </p:anim>
                                    <p:anim to="" calcmode="lin" valueType="num">
                                      <p:cBhvr>
                                        <p:cTn id="144"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145"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146" presetID="35" presetClass="path" presetSubtype="0" accel="50000" decel="50000" fill="hold" grpId="1" nodeType="withEffect">
                                  <p:stCondLst>
                                    <p:cond delay="0"/>
                                  </p:stCondLst>
                                  <p:childTnLst>
                                    <p:anim to="" calcmode="lin" valueType="num">
                                      <p:cBhvr>
                                        <p:cTn id="147" dur="500" fill="hold">
                                          <p:stCondLst>
                                            <p:cond delay="0"/>
                                          </p:stCondLst>
                                        </p:cTn>
                                        <p:tgtEl>
                                          <p:spTgt spid="15"/>
                                        </p:tgtEl>
                                        <p:attrNameLst>
                                          <p:attrName>ppt_x</p:attrName>
                                        </p:attrNameLst>
                                      </p:cBhvr>
                                      <p:tavLst>
                                        <p:tav tm="0">
                                          <p:val>
                                            <p:strVal val="ppt_x"/>
                                          </p:val>
                                        </p:tav>
                                        <p:tav tm="100000">
                                          <p:val>
                                            <p:strVal val="#ppt_x+0.00013694764"/>
                                          </p:val>
                                        </p:tav>
                                      </p:tavLst>
                                    </p:anim>
                                    <p:anim to="" calcmode="lin" valueType="num">
                                      <p:cBhvr>
                                        <p:cTn id="148" dur="500" fill="hold">
                                          <p:stCondLst>
                                            <p:cond delay="0"/>
                                          </p:stCondLst>
                                        </p:cTn>
                                        <p:tgtEl>
                                          <p:spTgt spid="15"/>
                                        </p:tgtEl>
                                        <p:attrNameLst>
                                          <p:attrName>ppt_y</p:attrName>
                                        </p:attrNameLst>
                                      </p:cBhvr>
                                      <p:tavLst>
                                        <p:tav tm="0">
                                          <p:val>
                                            <p:strVal val="ppt_y"/>
                                          </p:val>
                                        </p:tav>
                                        <p:tav tm="100000">
                                          <p:val>
                                            <p:strVal val="#ppt_y+0.08475302"/>
                                          </p:val>
                                        </p:tav>
                                      </p:tavLst>
                                    </p:anim>
                                    <p:anim to="" calcmode="lin" valueType="num">
                                      <p:cBhvr>
                                        <p:cTn id="149"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150"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151" presetID="35" presetClass="path" presetSubtype="0" accel="50000" decel="50000" fill="hold" grpId="1" nodeType="withEffect">
                                  <p:stCondLst>
                                    <p:cond delay="0"/>
                                  </p:stCondLst>
                                  <p:childTnLst>
                                    <p:anim to="" calcmode="lin" valueType="num">
                                      <p:cBhvr>
                                        <p:cTn id="152" dur="500" fill="hold">
                                          <p:stCondLst>
                                            <p:cond delay="0"/>
                                          </p:stCondLst>
                                        </p:cTn>
                                        <p:tgtEl>
                                          <p:spTgt spid="27"/>
                                        </p:tgtEl>
                                        <p:attrNameLst>
                                          <p:attrName>ppt_x</p:attrName>
                                        </p:attrNameLst>
                                      </p:cBhvr>
                                      <p:tavLst>
                                        <p:tav tm="0">
                                          <p:val>
                                            <p:strVal val="ppt_x"/>
                                          </p:val>
                                        </p:tav>
                                        <p:tav tm="100000">
                                          <p:val>
                                            <p:strVal val="#ppt_x+0.00013694764"/>
                                          </p:val>
                                        </p:tav>
                                      </p:tavLst>
                                    </p:anim>
                                    <p:anim to="" calcmode="lin" valueType="num">
                                      <p:cBhvr>
                                        <p:cTn id="153" dur="500" fill="hold">
                                          <p:stCondLst>
                                            <p:cond delay="0"/>
                                          </p:stCondLst>
                                        </p:cTn>
                                        <p:tgtEl>
                                          <p:spTgt spid="27"/>
                                        </p:tgtEl>
                                        <p:attrNameLst>
                                          <p:attrName>ppt_y</p:attrName>
                                        </p:attrNameLst>
                                      </p:cBhvr>
                                      <p:tavLst>
                                        <p:tav tm="0">
                                          <p:val>
                                            <p:strVal val="ppt_y"/>
                                          </p:val>
                                        </p:tav>
                                        <p:tav tm="100000">
                                          <p:val>
                                            <p:strVal val="#ppt_y+0.08475305"/>
                                          </p:val>
                                        </p:tav>
                                      </p:tavLst>
                                    </p:anim>
                                    <p:anim to="" calcmode="lin" valueType="num">
                                      <p:cBhvr>
                                        <p:cTn id="154" dur="500" fill="hold">
                                          <p:stCondLst>
                                            <p:cond delay="0"/>
                                          </p:stCondLst>
                                        </p:cTn>
                                        <p:tgtEl>
                                          <p:spTgt spid="27"/>
                                        </p:tgtEl>
                                        <p:attrNameLst>
                                          <p:attrName>ppt_w</p:attrName>
                                        </p:attrNameLst>
                                      </p:cBhvr>
                                      <p:tavLst>
                                        <p:tav tm="0">
                                          <p:val>
                                            <p:strVal val="ppt_w"/>
                                          </p:val>
                                        </p:tav>
                                        <p:tav tm="100000">
                                          <p:val>
                                            <p:strVal val="#ppt_w"/>
                                          </p:val>
                                        </p:tav>
                                      </p:tavLst>
                                    </p:anim>
                                    <p:anim to="" calcmode="lin" valueType="num">
                                      <p:cBhvr>
                                        <p:cTn id="155" dur="500" fill="hold">
                                          <p:stCondLst>
                                            <p:cond delay="0"/>
                                          </p:stCondLst>
                                        </p:cTn>
                                        <p:tgtEl>
                                          <p:spTgt spid="27"/>
                                        </p:tgtEl>
                                        <p:attrNameLst>
                                          <p:attrName>ppt_h</p:attrName>
                                        </p:attrNameLst>
                                      </p:cBhvr>
                                      <p:tavLst>
                                        <p:tav tm="0">
                                          <p:val>
                                            <p:strVal val="ppt_h"/>
                                          </p:val>
                                        </p:tav>
                                        <p:tav tm="100000">
                                          <p:val>
                                            <p:strVal val="#ppt_h"/>
                                          </p:val>
                                        </p:tav>
                                      </p:tavLst>
                                    </p:anim>
                                  </p:childTnLst>
                                </p:cTn>
                              </p:par>
                            </p:childTnLst>
                          </p:cTn>
                        </p:par>
                      </p:childTnLst>
                    </p:cTn>
                  </p:par>
                  <p:par>
                    <p:cTn id="156" fill="hold">
                      <p:stCondLst>
                        <p:cond delay="indefinite"/>
                      </p:stCondLst>
                      <p:childTnLst>
                        <p:par>
                          <p:cTn id="157" fill="hold">
                            <p:stCondLst>
                              <p:cond delay="0"/>
                            </p:stCondLst>
                            <p:childTnLst>
                              <p:par>
                                <p:cTn id="158" presetID="37" presetClass="entr" presetSubtype="0" fill="hold" grpId="0" nodeType="clickEffect">
                                  <p:stCondLst>
                                    <p:cond delay="0"/>
                                  </p:stCondLst>
                                  <p:childTnLst>
                                    <p:set>
                                      <p:cBhvr>
                                        <p:cTn id="159" dur="1" fill="hold">
                                          <p:stCondLst>
                                            <p:cond delay="0"/>
                                          </p:stCondLst>
                                        </p:cTn>
                                        <p:tgtEl>
                                          <p:spTgt spid="13"/>
                                        </p:tgtEl>
                                        <p:attrNameLst>
                                          <p:attrName>style.visibility</p:attrName>
                                        </p:attrNameLst>
                                      </p:cBhvr>
                                      <p:to>
                                        <p:strVal val="visible"/>
                                      </p:to>
                                    </p:set>
                                    <p:animEffect transition="in" filter="fade">
                                      <p:cBhvr>
                                        <p:cTn id="160" dur="500"/>
                                        <p:tgtEl>
                                          <p:spTgt spid="13"/>
                                        </p:tgtEl>
                                      </p:cBhvr>
                                    </p:animEffect>
                                    <p:anim calcmode="lin" valueType="num">
                                      <p:cBhvr>
                                        <p:cTn id="161" dur="500" fill="hold"/>
                                        <p:tgtEl>
                                          <p:spTgt spid="13"/>
                                        </p:tgtEl>
                                        <p:attrNameLst>
                                          <p:attrName>ppt_x</p:attrName>
                                        </p:attrNameLst>
                                      </p:cBhvr>
                                      <p:tavLst>
                                        <p:tav tm="0">
                                          <p:val>
                                            <p:strVal val="#ppt_x"/>
                                          </p:val>
                                        </p:tav>
                                        <p:tav tm="100000">
                                          <p:val>
                                            <p:strVal val="#ppt_x"/>
                                          </p:val>
                                        </p:tav>
                                      </p:tavLst>
                                    </p:anim>
                                    <p:anim calcmode="lin" valueType="num">
                                      <p:cBhvr>
                                        <p:cTn id="162" dur="450" decel="100000" fill="hold"/>
                                        <p:tgtEl>
                                          <p:spTgt spid="13"/>
                                        </p:tgtEl>
                                        <p:attrNameLst>
                                          <p:attrName>ppt_y</p:attrName>
                                        </p:attrNameLst>
                                      </p:cBhvr>
                                      <p:tavLst>
                                        <p:tav tm="0">
                                          <p:val>
                                            <p:strVal val="#ppt_y+1"/>
                                          </p:val>
                                        </p:tav>
                                        <p:tav tm="100000">
                                          <p:val>
                                            <p:strVal val="#ppt_y-.03"/>
                                          </p:val>
                                        </p:tav>
                                      </p:tavLst>
                                    </p:anim>
                                    <p:anim calcmode="lin" valueType="num">
                                      <p:cBhvr>
                                        <p:cTn id="163" dur="50" accel="100000" fill="hold">
                                          <p:stCondLst>
                                            <p:cond delay="450"/>
                                          </p:stCondLst>
                                        </p:cTn>
                                        <p:tgtEl>
                                          <p:spTgt spid="13"/>
                                        </p:tgtEl>
                                        <p:attrNameLst>
                                          <p:attrName>ppt_y</p:attrName>
                                        </p:attrNameLst>
                                      </p:cBhvr>
                                      <p:tavLst>
                                        <p:tav tm="0">
                                          <p:val>
                                            <p:strVal val="#ppt_y-.03"/>
                                          </p:val>
                                        </p:tav>
                                        <p:tav tm="100000">
                                          <p:val>
                                            <p:strVal val="#ppt_y"/>
                                          </p:val>
                                        </p:tav>
                                      </p:tavLst>
                                    </p:anim>
                                  </p:childTnLst>
                                </p:cTn>
                              </p:par>
                              <p:par>
                                <p:cTn id="164" presetID="37" presetClass="entr" presetSubtype="0" fill="hold" grpId="0" nodeType="withEffect">
                                  <p:stCondLst>
                                    <p:cond delay="0"/>
                                  </p:stCondLst>
                                  <p:childTnLst>
                                    <p:set>
                                      <p:cBhvr>
                                        <p:cTn id="165" dur="1" fill="hold">
                                          <p:stCondLst>
                                            <p:cond delay="0"/>
                                          </p:stCondLst>
                                        </p:cTn>
                                        <p:tgtEl>
                                          <p:spTgt spid="17"/>
                                        </p:tgtEl>
                                        <p:attrNameLst>
                                          <p:attrName>style.visibility</p:attrName>
                                        </p:attrNameLst>
                                      </p:cBhvr>
                                      <p:to>
                                        <p:strVal val="visible"/>
                                      </p:to>
                                    </p:set>
                                    <p:animEffect transition="in" filter="fade">
                                      <p:cBhvr>
                                        <p:cTn id="166" dur="500"/>
                                        <p:tgtEl>
                                          <p:spTgt spid="17"/>
                                        </p:tgtEl>
                                      </p:cBhvr>
                                    </p:animEffect>
                                    <p:anim calcmode="lin" valueType="num">
                                      <p:cBhvr>
                                        <p:cTn id="167" dur="500" fill="hold"/>
                                        <p:tgtEl>
                                          <p:spTgt spid="17"/>
                                        </p:tgtEl>
                                        <p:attrNameLst>
                                          <p:attrName>ppt_x</p:attrName>
                                        </p:attrNameLst>
                                      </p:cBhvr>
                                      <p:tavLst>
                                        <p:tav tm="0">
                                          <p:val>
                                            <p:strVal val="#ppt_x"/>
                                          </p:val>
                                        </p:tav>
                                        <p:tav tm="100000">
                                          <p:val>
                                            <p:strVal val="#ppt_x"/>
                                          </p:val>
                                        </p:tav>
                                      </p:tavLst>
                                    </p:anim>
                                    <p:anim calcmode="lin" valueType="num">
                                      <p:cBhvr>
                                        <p:cTn id="168" dur="450" decel="100000" fill="hold"/>
                                        <p:tgtEl>
                                          <p:spTgt spid="17"/>
                                        </p:tgtEl>
                                        <p:attrNameLst>
                                          <p:attrName>ppt_y</p:attrName>
                                        </p:attrNameLst>
                                      </p:cBhvr>
                                      <p:tavLst>
                                        <p:tav tm="0">
                                          <p:val>
                                            <p:strVal val="#ppt_y+1"/>
                                          </p:val>
                                        </p:tav>
                                        <p:tav tm="100000">
                                          <p:val>
                                            <p:strVal val="#ppt_y-.03"/>
                                          </p:val>
                                        </p:tav>
                                      </p:tavLst>
                                    </p:anim>
                                    <p:anim calcmode="lin" valueType="num">
                                      <p:cBhvr>
                                        <p:cTn id="169" dur="50" accel="100000" fill="hold">
                                          <p:stCondLst>
                                            <p:cond delay="450"/>
                                          </p:stCondLst>
                                        </p:cTn>
                                        <p:tgtEl>
                                          <p:spTgt spid="17"/>
                                        </p:tgtEl>
                                        <p:attrNameLst>
                                          <p:attrName>ppt_y</p:attrName>
                                        </p:attrNameLst>
                                      </p:cBhvr>
                                      <p:tavLst>
                                        <p:tav tm="0">
                                          <p:val>
                                            <p:strVal val="#ppt_y-.03"/>
                                          </p:val>
                                        </p:tav>
                                        <p:tav tm="100000">
                                          <p:val>
                                            <p:strVal val="#ppt_y"/>
                                          </p:val>
                                        </p:tav>
                                      </p:tavLst>
                                    </p:anim>
                                  </p:childTnLst>
                                </p:cTn>
                              </p:par>
                              <p:par>
                                <p:cTn id="170" presetID="37" presetClass="entr" presetSubtype="0" fill="hold" grpId="0" nodeType="withEffect">
                                  <p:stCondLst>
                                    <p:cond delay="0"/>
                                  </p:stCondLst>
                                  <p:childTnLst>
                                    <p:set>
                                      <p:cBhvr>
                                        <p:cTn id="171" dur="1" fill="hold">
                                          <p:stCondLst>
                                            <p:cond delay="0"/>
                                          </p:stCondLst>
                                        </p:cTn>
                                        <p:tgtEl>
                                          <p:spTgt spid="29"/>
                                        </p:tgtEl>
                                        <p:attrNameLst>
                                          <p:attrName>style.visibility</p:attrName>
                                        </p:attrNameLst>
                                      </p:cBhvr>
                                      <p:to>
                                        <p:strVal val="visible"/>
                                      </p:to>
                                    </p:set>
                                    <p:animEffect transition="in" filter="fade">
                                      <p:cBhvr>
                                        <p:cTn id="172" dur="500"/>
                                        <p:tgtEl>
                                          <p:spTgt spid="29"/>
                                        </p:tgtEl>
                                      </p:cBhvr>
                                    </p:animEffect>
                                    <p:anim calcmode="lin" valueType="num">
                                      <p:cBhvr>
                                        <p:cTn id="173" dur="500" fill="hold"/>
                                        <p:tgtEl>
                                          <p:spTgt spid="29"/>
                                        </p:tgtEl>
                                        <p:attrNameLst>
                                          <p:attrName>ppt_x</p:attrName>
                                        </p:attrNameLst>
                                      </p:cBhvr>
                                      <p:tavLst>
                                        <p:tav tm="0">
                                          <p:val>
                                            <p:strVal val="#ppt_x"/>
                                          </p:val>
                                        </p:tav>
                                        <p:tav tm="100000">
                                          <p:val>
                                            <p:strVal val="#ppt_x"/>
                                          </p:val>
                                        </p:tav>
                                      </p:tavLst>
                                    </p:anim>
                                    <p:anim calcmode="lin" valueType="num">
                                      <p:cBhvr>
                                        <p:cTn id="174" dur="450" decel="100000" fill="hold"/>
                                        <p:tgtEl>
                                          <p:spTgt spid="29"/>
                                        </p:tgtEl>
                                        <p:attrNameLst>
                                          <p:attrName>ppt_y</p:attrName>
                                        </p:attrNameLst>
                                      </p:cBhvr>
                                      <p:tavLst>
                                        <p:tav tm="0">
                                          <p:val>
                                            <p:strVal val="#ppt_y+1"/>
                                          </p:val>
                                        </p:tav>
                                        <p:tav tm="100000">
                                          <p:val>
                                            <p:strVal val="#ppt_y-.03"/>
                                          </p:val>
                                        </p:tav>
                                      </p:tavLst>
                                    </p:anim>
                                    <p:anim calcmode="lin" valueType="num">
                                      <p:cBhvr>
                                        <p:cTn id="175" dur="50" accel="100000" fill="hold">
                                          <p:stCondLst>
                                            <p:cond delay="450"/>
                                          </p:stCondLst>
                                        </p:cTn>
                                        <p:tgtEl>
                                          <p:spTgt spid="29"/>
                                        </p:tgtEl>
                                        <p:attrNameLst>
                                          <p:attrName>ppt_y</p:attrName>
                                        </p:attrNameLst>
                                      </p:cBhvr>
                                      <p:tavLst>
                                        <p:tav tm="0">
                                          <p:val>
                                            <p:strVal val="#ppt_y-.03"/>
                                          </p:val>
                                        </p:tav>
                                        <p:tav tm="100000">
                                          <p:val>
                                            <p:strVal val="#ppt_y"/>
                                          </p:val>
                                        </p:tav>
                                      </p:tavLst>
                                    </p:anim>
                                  </p:childTnLst>
                                </p:cTn>
                              </p:par>
                              <p:par>
                                <p:cTn id="176" presetID="35" presetClass="path" presetSubtype="0" accel="50000" decel="50000" fill="hold" grpId="3" nodeType="withEffect">
                                  <p:stCondLst>
                                    <p:cond delay="0"/>
                                  </p:stCondLst>
                                  <p:childTnLst>
                                    <p:anim to="" calcmode="lin" valueType="num">
                                      <p:cBhvr>
                                        <p:cTn id="177" dur="500" fill="hold">
                                          <p:stCondLst>
                                            <p:cond delay="0"/>
                                          </p:stCondLst>
                                        </p:cTn>
                                        <p:tgtEl>
                                          <p:spTgt spid="10"/>
                                        </p:tgtEl>
                                        <p:attrNameLst>
                                          <p:attrName>ppt_x</p:attrName>
                                        </p:attrNameLst>
                                      </p:cBhvr>
                                      <p:tavLst>
                                        <p:tav tm="0">
                                          <p:val>
                                            <p:strVal val="ppt_x"/>
                                          </p:val>
                                        </p:tav>
                                        <p:tav tm="100000">
                                          <p:val>
                                            <p:strVal val="#ppt_x+0"/>
                                          </p:val>
                                        </p:tav>
                                      </p:tavLst>
                                    </p:anim>
                                    <p:anim to="" calcmode="lin" valueType="num">
                                      <p:cBhvr>
                                        <p:cTn id="178" dur="500" fill="hold">
                                          <p:stCondLst>
                                            <p:cond delay="0"/>
                                          </p:stCondLst>
                                        </p:cTn>
                                        <p:tgtEl>
                                          <p:spTgt spid="10"/>
                                        </p:tgtEl>
                                        <p:attrNameLst>
                                          <p:attrName>ppt_y</p:attrName>
                                        </p:attrNameLst>
                                      </p:cBhvr>
                                      <p:tavLst>
                                        <p:tav tm="0">
                                          <p:val>
                                            <p:strVal val="ppt_y"/>
                                          </p:val>
                                        </p:tav>
                                        <p:tav tm="100000">
                                          <p:val>
                                            <p:strVal val="#ppt_y+0"/>
                                          </p:val>
                                        </p:tav>
                                      </p:tavLst>
                                    </p:anim>
                                    <p:anim to="" calcmode="lin" valueType="num">
                                      <p:cBhvr>
                                        <p:cTn id="179" dur="500" fill="hold">
                                          <p:stCondLst>
                                            <p:cond delay="0"/>
                                          </p:stCondLst>
                                        </p:cTn>
                                        <p:tgtEl>
                                          <p:spTgt spid="10"/>
                                        </p:tgtEl>
                                        <p:attrNameLst>
                                          <p:attrName>ppt_w</p:attrName>
                                        </p:attrNameLst>
                                      </p:cBhvr>
                                      <p:tavLst>
                                        <p:tav tm="0">
                                          <p:val>
                                            <p:strVal val="ppt_w"/>
                                          </p:val>
                                        </p:tav>
                                        <p:tav tm="100000">
                                          <p:val>
                                            <p:strVal val="#ppt_w"/>
                                          </p:val>
                                        </p:tav>
                                      </p:tavLst>
                                    </p:anim>
                                    <p:anim to="" calcmode="lin" valueType="num">
                                      <p:cBhvr>
                                        <p:cTn id="180" dur="500" fill="hold">
                                          <p:stCondLst>
                                            <p:cond delay="0"/>
                                          </p:stCondLst>
                                        </p:cTn>
                                        <p:tgtEl>
                                          <p:spTgt spid="10"/>
                                        </p:tgtEl>
                                        <p:attrNameLst>
                                          <p:attrName>ppt_h</p:attrName>
                                        </p:attrNameLst>
                                      </p:cBhvr>
                                      <p:tavLst>
                                        <p:tav tm="0">
                                          <p:val>
                                            <p:strVal val="ppt_h"/>
                                          </p:val>
                                        </p:tav>
                                        <p:tav tm="100000">
                                          <p:val>
                                            <p:strVal val="#ppt_h"/>
                                          </p:val>
                                        </p:tav>
                                      </p:tavLst>
                                    </p:anim>
                                  </p:childTnLst>
                                </p:cTn>
                              </p:par>
                              <p:par>
                                <p:cTn id="181" presetID="35" presetClass="path" presetSubtype="0" accel="50000" decel="50000" fill="hold" grpId="3" nodeType="withEffect">
                                  <p:stCondLst>
                                    <p:cond delay="0"/>
                                  </p:stCondLst>
                                  <p:childTnLst>
                                    <p:anim to="" calcmode="lin" valueType="num">
                                      <p:cBhvr>
                                        <p:cTn id="182" dur="500" fill="hold">
                                          <p:stCondLst>
                                            <p:cond delay="0"/>
                                          </p:stCondLst>
                                        </p:cTn>
                                        <p:tgtEl>
                                          <p:spTgt spid="14"/>
                                        </p:tgtEl>
                                        <p:attrNameLst>
                                          <p:attrName>ppt_x</p:attrName>
                                        </p:attrNameLst>
                                      </p:cBhvr>
                                      <p:tavLst>
                                        <p:tav tm="0">
                                          <p:val>
                                            <p:strVal val="ppt_x"/>
                                          </p:val>
                                        </p:tav>
                                        <p:tav tm="100000">
                                          <p:val>
                                            <p:strVal val="#ppt_x+0"/>
                                          </p:val>
                                        </p:tav>
                                      </p:tavLst>
                                    </p:anim>
                                    <p:anim to="" calcmode="lin" valueType="num">
                                      <p:cBhvr>
                                        <p:cTn id="183" dur="500" fill="hold">
                                          <p:stCondLst>
                                            <p:cond delay="0"/>
                                          </p:stCondLst>
                                        </p:cTn>
                                        <p:tgtEl>
                                          <p:spTgt spid="14"/>
                                        </p:tgtEl>
                                        <p:attrNameLst>
                                          <p:attrName>ppt_y</p:attrName>
                                        </p:attrNameLst>
                                      </p:cBhvr>
                                      <p:tavLst>
                                        <p:tav tm="0">
                                          <p:val>
                                            <p:strVal val="ppt_y"/>
                                          </p:val>
                                        </p:tav>
                                        <p:tav tm="100000">
                                          <p:val>
                                            <p:strVal val="#ppt_y+0"/>
                                          </p:val>
                                        </p:tav>
                                      </p:tavLst>
                                    </p:anim>
                                    <p:anim to="" calcmode="lin" valueType="num">
                                      <p:cBhvr>
                                        <p:cTn id="184" dur="500" fill="hold">
                                          <p:stCondLst>
                                            <p:cond delay="0"/>
                                          </p:stCondLst>
                                        </p:cTn>
                                        <p:tgtEl>
                                          <p:spTgt spid="14"/>
                                        </p:tgtEl>
                                        <p:attrNameLst>
                                          <p:attrName>ppt_w</p:attrName>
                                        </p:attrNameLst>
                                      </p:cBhvr>
                                      <p:tavLst>
                                        <p:tav tm="0">
                                          <p:val>
                                            <p:strVal val="ppt_w"/>
                                          </p:val>
                                        </p:tav>
                                        <p:tav tm="100000">
                                          <p:val>
                                            <p:strVal val="#ppt_w"/>
                                          </p:val>
                                        </p:tav>
                                      </p:tavLst>
                                    </p:anim>
                                    <p:anim to="" calcmode="lin" valueType="num">
                                      <p:cBhvr>
                                        <p:cTn id="185" dur="500" fill="hold">
                                          <p:stCondLst>
                                            <p:cond delay="0"/>
                                          </p:stCondLst>
                                        </p:cTn>
                                        <p:tgtEl>
                                          <p:spTgt spid="14"/>
                                        </p:tgtEl>
                                        <p:attrNameLst>
                                          <p:attrName>ppt_h</p:attrName>
                                        </p:attrNameLst>
                                      </p:cBhvr>
                                      <p:tavLst>
                                        <p:tav tm="0">
                                          <p:val>
                                            <p:strVal val="ppt_h"/>
                                          </p:val>
                                        </p:tav>
                                        <p:tav tm="100000">
                                          <p:val>
                                            <p:strVal val="#ppt_h"/>
                                          </p:val>
                                        </p:tav>
                                      </p:tavLst>
                                    </p:anim>
                                  </p:childTnLst>
                                </p:cTn>
                              </p:par>
                              <p:par>
                                <p:cTn id="186" presetID="35" presetClass="path" presetSubtype="0" accel="50000" decel="50000" fill="hold" grpId="3" nodeType="withEffect">
                                  <p:stCondLst>
                                    <p:cond delay="0"/>
                                  </p:stCondLst>
                                  <p:childTnLst>
                                    <p:anim to="" calcmode="lin" valueType="num">
                                      <p:cBhvr>
                                        <p:cTn id="187" dur="500" fill="hold">
                                          <p:stCondLst>
                                            <p:cond delay="0"/>
                                          </p:stCondLst>
                                        </p:cTn>
                                        <p:tgtEl>
                                          <p:spTgt spid="26"/>
                                        </p:tgtEl>
                                        <p:attrNameLst>
                                          <p:attrName>ppt_x</p:attrName>
                                        </p:attrNameLst>
                                      </p:cBhvr>
                                      <p:tavLst>
                                        <p:tav tm="0">
                                          <p:val>
                                            <p:strVal val="ppt_x"/>
                                          </p:val>
                                        </p:tav>
                                        <p:tav tm="100000">
                                          <p:val>
                                            <p:strVal val="#ppt_x+0"/>
                                          </p:val>
                                        </p:tav>
                                      </p:tavLst>
                                    </p:anim>
                                    <p:anim to="" calcmode="lin" valueType="num">
                                      <p:cBhvr>
                                        <p:cTn id="188" dur="500" fill="hold">
                                          <p:stCondLst>
                                            <p:cond delay="0"/>
                                          </p:stCondLst>
                                        </p:cTn>
                                        <p:tgtEl>
                                          <p:spTgt spid="26"/>
                                        </p:tgtEl>
                                        <p:attrNameLst>
                                          <p:attrName>ppt_y</p:attrName>
                                        </p:attrNameLst>
                                      </p:cBhvr>
                                      <p:tavLst>
                                        <p:tav tm="0">
                                          <p:val>
                                            <p:strVal val="ppt_y"/>
                                          </p:val>
                                        </p:tav>
                                        <p:tav tm="100000">
                                          <p:val>
                                            <p:strVal val="#ppt_y+0"/>
                                          </p:val>
                                        </p:tav>
                                      </p:tavLst>
                                    </p:anim>
                                    <p:anim to="" calcmode="lin" valueType="num">
                                      <p:cBhvr>
                                        <p:cTn id="189" dur="500" fill="hold">
                                          <p:stCondLst>
                                            <p:cond delay="0"/>
                                          </p:stCondLst>
                                        </p:cTn>
                                        <p:tgtEl>
                                          <p:spTgt spid="26"/>
                                        </p:tgtEl>
                                        <p:attrNameLst>
                                          <p:attrName>ppt_w</p:attrName>
                                        </p:attrNameLst>
                                      </p:cBhvr>
                                      <p:tavLst>
                                        <p:tav tm="0">
                                          <p:val>
                                            <p:strVal val="ppt_w"/>
                                          </p:val>
                                        </p:tav>
                                        <p:tav tm="100000">
                                          <p:val>
                                            <p:strVal val="#ppt_w"/>
                                          </p:val>
                                        </p:tav>
                                      </p:tavLst>
                                    </p:anim>
                                    <p:anim to="" calcmode="lin" valueType="num">
                                      <p:cBhvr>
                                        <p:cTn id="190" dur="500" fill="hold">
                                          <p:stCondLst>
                                            <p:cond delay="0"/>
                                          </p:stCondLst>
                                        </p:cTn>
                                        <p:tgtEl>
                                          <p:spTgt spid="26"/>
                                        </p:tgtEl>
                                        <p:attrNameLst>
                                          <p:attrName>ppt_h</p:attrName>
                                        </p:attrNameLst>
                                      </p:cBhvr>
                                      <p:tavLst>
                                        <p:tav tm="0">
                                          <p:val>
                                            <p:strVal val="ppt_h"/>
                                          </p:val>
                                        </p:tav>
                                        <p:tav tm="100000">
                                          <p:val>
                                            <p:strVal val="#ppt_h"/>
                                          </p:val>
                                        </p:tav>
                                      </p:tavLst>
                                    </p:anim>
                                  </p:childTnLst>
                                </p:cTn>
                              </p:par>
                              <p:par>
                                <p:cTn id="191" presetID="35" presetClass="path" presetSubtype="0" accel="50000" decel="50000" fill="hold" grpId="2" nodeType="withEffect">
                                  <p:stCondLst>
                                    <p:cond delay="0"/>
                                  </p:stCondLst>
                                  <p:childTnLst>
                                    <p:anim to="" calcmode="lin" valueType="num">
                                      <p:cBhvr>
                                        <p:cTn id="192" dur="500" fill="hold">
                                          <p:stCondLst>
                                            <p:cond delay="0"/>
                                          </p:stCondLst>
                                        </p:cTn>
                                        <p:tgtEl>
                                          <p:spTgt spid="11"/>
                                        </p:tgtEl>
                                        <p:attrNameLst>
                                          <p:attrName>ppt_x</p:attrName>
                                        </p:attrNameLst>
                                      </p:cBhvr>
                                      <p:tavLst>
                                        <p:tav tm="0">
                                          <p:val>
                                            <p:strVal val="ppt_x"/>
                                          </p:val>
                                        </p:tav>
                                        <p:tav tm="100000">
                                          <p:val>
                                            <p:strVal val="#ppt_x+0"/>
                                          </p:val>
                                        </p:tav>
                                      </p:tavLst>
                                    </p:anim>
                                    <p:anim to="" calcmode="lin" valueType="num">
                                      <p:cBhvr>
                                        <p:cTn id="193" dur="500" fill="hold">
                                          <p:stCondLst>
                                            <p:cond delay="0"/>
                                          </p:stCondLst>
                                        </p:cTn>
                                        <p:tgtEl>
                                          <p:spTgt spid="11"/>
                                        </p:tgtEl>
                                        <p:attrNameLst>
                                          <p:attrName>ppt_y</p:attrName>
                                        </p:attrNameLst>
                                      </p:cBhvr>
                                      <p:tavLst>
                                        <p:tav tm="0">
                                          <p:val>
                                            <p:strVal val="ppt_y"/>
                                          </p:val>
                                        </p:tav>
                                        <p:tav tm="100000">
                                          <p:val>
                                            <p:strVal val="#ppt_y+0"/>
                                          </p:val>
                                        </p:tav>
                                      </p:tavLst>
                                    </p:anim>
                                    <p:anim to="" calcmode="lin" valueType="num">
                                      <p:cBhvr>
                                        <p:cTn id="194" dur="500" fill="hold">
                                          <p:stCondLst>
                                            <p:cond delay="0"/>
                                          </p:stCondLst>
                                        </p:cTn>
                                        <p:tgtEl>
                                          <p:spTgt spid="11"/>
                                        </p:tgtEl>
                                        <p:attrNameLst>
                                          <p:attrName>ppt_w</p:attrName>
                                        </p:attrNameLst>
                                      </p:cBhvr>
                                      <p:tavLst>
                                        <p:tav tm="0">
                                          <p:val>
                                            <p:strVal val="ppt_w"/>
                                          </p:val>
                                        </p:tav>
                                        <p:tav tm="100000">
                                          <p:val>
                                            <p:strVal val="#ppt_w"/>
                                          </p:val>
                                        </p:tav>
                                      </p:tavLst>
                                    </p:anim>
                                    <p:anim to="" calcmode="lin" valueType="num">
                                      <p:cBhvr>
                                        <p:cTn id="195" dur="500" fill="hold">
                                          <p:stCondLst>
                                            <p:cond delay="0"/>
                                          </p:stCondLst>
                                        </p:cTn>
                                        <p:tgtEl>
                                          <p:spTgt spid="11"/>
                                        </p:tgtEl>
                                        <p:attrNameLst>
                                          <p:attrName>ppt_h</p:attrName>
                                        </p:attrNameLst>
                                      </p:cBhvr>
                                      <p:tavLst>
                                        <p:tav tm="0">
                                          <p:val>
                                            <p:strVal val="ppt_h"/>
                                          </p:val>
                                        </p:tav>
                                        <p:tav tm="100000">
                                          <p:val>
                                            <p:strVal val="#ppt_h"/>
                                          </p:val>
                                        </p:tav>
                                      </p:tavLst>
                                    </p:anim>
                                  </p:childTnLst>
                                </p:cTn>
                              </p:par>
                              <p:par>
                                <p:cTn id="196" presetID="35" presetClass="path" presetSubtype="0" accel="50000" decel="50000" fill="hold" grpId="2" nodeType="withEffect">
                                  <p:stCondLst>
                                    <p:cond delay="0"/>
                                  </p:stCondLst>
                                  <p:childTnLst>
                                    <p:anim to="" calcmode="lin" valueType="num">
                                      <p:cBhvr>
                                        <p:cTn id="197" dur="500" fill="hold">
                                          <p:stCondLst>
                                            <p:cond delay="0"/>
                                          </p:stCondLst>
                                        </p:cTn>
                                        <p:tgtEl>
                                          <p:spTgt spid="15"/>
                                        </p:tgtEl>
                                        <p:attrNameLst>
                                          <p:attrName>ppt_x</p:attrName>
                                        </p:attrNameLst>
                                      </p:cBhvr>
                                      <p:tavLst>
                                        <p:tav tm="0">
                                          <p:val>
                                            <p:strVal val="ppt_x"/>
                                          </p:val>
                                        </p:tav>
                                        <p:tav tm="100000">
                                          <p:val>
                                            <p:strVal val="#ppt_x+0"/>
                                          </p:val>
                                        </p:tav>
                                      </p:tavLst>
                                    </p:anim>
                                    <p:anim to="" calcmode="lin" valueType="num">
                                      <p:cBhvr>
                                        <p:cTn id="198" dur="500" fill="hold">
                                          <p:stCondLst>
                                            <p:cond delay="0"/>
                                          </p:stCondLst>
                                        </p:cTn>
                                        <p:tgtEl>
                                          <p:spTgt spid="15"/>
                                        </p:tgtEl>
                                        <p:attrNameLst>
                                          <p:attrName>ppt_y</p:attrName>
                                        </p:attrNameLst>
                                      </p:cBhvr>
                                      <p:tavLst>
                                        <p:tav tm="0">
                                          <p:val>
                                            <p:strVal val="ppt_y"/>
                                          </p:val>
                                        </p:tav>
                                        <p:tav tm="100000">
                                          <p:val>
                                            <p:strVal val="#ppt_y+0"/>
                                          </p:val>
                                        </p:tav>
                                      </p:tavLst>
                                    </p:anim>
                                    <p:anim to="" calcmode="lin" valueType="num">
                                      <p:cBhvr>
                                        <p:cTn id="199" dur="500" fill="hold">
                                          <p:stCondLst>
                                            <p:cond delay="0"/>
                                          </p:stCondLst>
                                        </p:cTn>
                                        <p:tgtEl>
                                          <p:spTgt spid="15"/>
                                        </p:tgtEl>
                                        <p:attrNameLst>
                                          <p:attrName>ppt_w</p:attrName>
                                        </p:attrNameLst>
                                      </p:cBhvr>
                                      <p:tavLst>
                                        <p:tav tm="0">
                                          <p:val>
                                            <p:strVal val="ppt_w"/>
                                          </p:val>
                                        </p:tav>
                                        <p:tav tm="100000">
                                          <p:val>
                                            <p:strVal val="#ppt_w"/>
                                          </p:val>
                                        </p:tav>
                                      </p:tavLst>
                                    </p:anim>
                                    <p:anim to="" calcmode="lin" valueType="num">
                                      <p:cBhvr>
                                        <p:cTn id="200" dur="500" fill="hold">
                                          <p:stCondLst>
                                            <p:cond delay="0"/>
                                          </p:stCondLst>
                                        </p:cTn>
                                        <p:tgtEl>
                                          <p:spTgt spid="15"/>
                                        </p:tgtEl>
                                        <p:attrNameLst>
                                          <p:attrName>ppt_h</p:attrName>
                                        </p:attrNameLst>
                                      </p:cBhvr>
                                      <p:tavLst>
                                        <p:tav tm="0">
                                          <p:val>
                                            <p:strVal val="ppt_h"/>
                                          </p:val>
                                        </p:tav>
                                        <p:tav tm="100000">
                                          <p:val>
                                            <p:strVal val="#ppt_h"/>
                                          </p:val>
                                        </p:tav>
                                      </p:tavLst>
                                    </p:anim>
                                  </p:childTnLst>
                                </p:cTn>
                              </p:par>
                              <p:par>
                                <p:cTn id="201" presetID="35" presetClass="path" presetSubtype="0" accel="50000" decel="50000" fill="hold" grpId="2" nodeType="withEffect">
                                  <p:stCondLst>
                                    <p:cond delay="0"/>
                                  </p:stCondLst>
                                  <p:childTnLst>
                                    <p:anim to="" calcmode="lin" valueType="num">
                                      <p:cBhvr>
                                        <p:cTn id="202" dur="500" fill="hold">
                                          <p:stCondLst>
                                            <p:cond delay="0"/>
                                          </p:stCondLst>
                                        </p:cTn>
                                        <p:tgtEl>
                                          <p:spTgt spid="27"/>
                                        </p:tgtEl>
                                        <p:attrNameLst>
                                          <p:attrName>ppt_x</p:attrName>
                                        </p:attrNameLst>
                                      </p:cBhvr>
                                      <p:tavLst>
                                        <p:tav tm="0">
                                          <p:val>
                                            <p:strVal val="ppt_x"/>
                                          </p:val>
                                        </p:tav>
                                        <p:tav tm="100000">
                                          <p:val>
                                            <p:strVal val="#ppt_x+0"/>
                                          </p:val>
                                        </p:tav>
                                      </p:tavLst>
                                    </p:anim>
                                    <p:anim to="" calcmode="lin" valueType="num">
                                      <p:cBhvr>
                                        <p:cTn id="203" dur="500" fill="hold">
                                          <p:stCondLst>
                                            <p:cond delay="0"/>
                                          </p:stCondLst>
                                        </p:cTn>
                                        <p:tgtEl>
                                          <p:spTgt spid="27"/>
                                        </p:tgtEl>
                                        <p:attrNameLst>
                                          <p:attrName>ppt_y</p:attrName>
                                        </p:attrNameLst>
                                      </p:cBhvr>
                                      <p:tavLst>
                                        <p:tav tm="0">
                                          <p:val>
                                            <p:strVal val="ppt_y"/>
                                          </p:val>
                                        </p:tav>
                                        <p:tav tm="100000">
                                          <p:val>
                                            <p:strVal val="#ppt_y+0"/>
                                          </p:val>
                                        </p:tav>
                                      </p:tavLst>
                                    </p:anim>
                                    <p:anim to="" calcmode="lin" valueType="num">
                                      <p:cBhvr>
                                        <p:cTn id="204" dur="500" fill="hold">
                                          <p:stCondLst>
                                            <p:cond delay="0"/>
                                          </p:stCondLst>
                                        </p:cTn>
                                        <p:tgtEl>
                                          <p:spTgt spid="27"/>
                                        </p:tgtEl>
                                        <p:attrNameLst>
                                          <p:attrName>ppt_w</p:attrName>
                                        </p:attrNameLst>
                                      </p:cBhvr>
                                      <p:tavLst>
                                        <p:tav tm="0">
                                          <p:val>
                                            <p:strVal val="ppt_w"/>
                                          </p:val>
                                        </p:tav>
                                        <p:tav tm="100000">
                                          <p:val>
                                            <p:strVal val="#ppt_w"/>
                                          </p:val>
                                        </p:tav>
                                      </p:tavLst>
                                    </p:anim>
                                    <p:anim to="" calcmode="lin" valueType="num">
                                      <p:cBhvr>
                                        <p:cTn id="205" dur="500" fill="hold">
                                          <p:stCondLst>
                                            <p:cond delay="0"/>
                                          </p:stCondLst>
                                        </p:cTn>
                                        <p:tgtEl>
                                          <p:spTgt spid="27"/>
                                        </p:tgtEl>
                                        <p:attrNameLst>
                                          <p:attrName>ppt_h</p:attrName>
                                        </p:attrNameLst>
                                      </p:cBhvr>
                                      <p:tavLst>
                                        <p:tav tm="0">
                                          <p:val>
                                            <p:strVal val="ppt_h"/>
                                          </p:val>
                                        </p:tav>
                                        <p:tav tm="100000">
                                          <p:val>
                                            <p:strVal val="#ppt_h"/>
                                          </p:val>
                                        </p:tav>
                                      </p:tavLst>
                                    </p:anim>
                                  </p:childTnLst>
                                </p:cTn>
                              </p:par>
                              <p:par>
                                <p:cTn id="206" presetID="35" presetClass="path" presetSubtype="0" accel="50000" decel="50000" fill="hold" grpId="1" nodeType="withEffect">
                                  <p:stCondLst>
                                    <p:cond delay="0"/>
                                  </p:stCondLst>
                                  <p:childTnLst>
                                    <p:anim to="" calcmode="lin" valueType="num">
                                      <p:cBhvr>
                                        <p:cTn id="207" dur="500" fill="hold">
                                          <p:stCondLst>
                                            <p:cond delay="0"/>
                                          </p:stCondLst>
                                        </p:cTn>
                                        <p:tgtEl>
                                          <p:spTgt spid="12"/>
                                        </p:tgtEl>
                                        <p:attrNameLst>
                                          <p:attrName>ppt_x</p:attrName>
                                        </p:attrNameLst>
                                      </p:cBhvr>
                                      <p:tavLst>
                                        <p:tav tm="0">
                                          <p:val>
                                            <p:strVal val="ppt_x"/>
                                          </p:val>
                                        </p:tav>
                                        <p:tav tm="100000">
                                          <p:val>
                                            <p:strVal val="#ppt_x+0"/>
                                          </p:val>
                                        </p:tav>
                                      </p:tavLst>
                                    </p:anim>
                                    <p:anim to="" calcmode="lin" valueType="num">
                                      <p:cBhvr>
                                        <p:cTn id="208" dur="500" fill="hold">
                                          <p:stCondLst>
                                            <p:cond delay="0"/>
                                          </p:stCondLst>
                                        </p:cTn>
                                        <p:tgtEl>
                                          <p:spTgt spid="12"/>
                                        </p:tgtEl>
                                        <p:attrNameLst>
                                          <p:attrName>ppt_y</p:attrName>
                                        </p:attrNameLst>
                                      </p:cBhvr>
                                      <p:tavLst>
                                        <p:tav tm="0">
                                          <p:val>
                                            <p:strVal val="ppt_y"/>
                                          </p:val>
                                        </p:tav>
                                        <p:tav tm="100000">
                                          <p:val>
                                            <p:strVal val="#ppt_y+0"/>
                                          </p:val>
                                        </p:tav>
                                      </p:tavLst>
                                    </p:anim>
                                    <p:anim to="" calcmode="lin" valueType="num">
                                      <p:cBhvr>
                                        <p:cTn id="209" dur="500" fill="hold">
                                          <p:stCondLst>
                                            <p:cond delay="0"/>
                                          </p:stCondLst>
                                        </p:cTn>
                                        <p:tgtEl>
                                          <p:spTgt spid="12"/>
                                        </p:tgtEl>
                                        <p:attrNameLst>
                                          <p:attrName>ppt_w</p:attrName>
                                        </p:attrNameLst>
                                      </p:cBhvr>
                                      <p:tavLst>
                                        <p:tav tm="0">
                                          <p:val>
                                            <p:strVal val="ppt_w"/>
                                          </p:val>
                                        </p:tav>
                                        <p:tav tm="100000">
                                          <p:val>
                                            <p:strVal val="#ppt_w"/>
                                          </p:val>
                                        </p:tav>
                                      </p:tavLst>
                                    </p:anim>
                                    <p:anim to="" calcmode="lin" valueType="num">
                                      <p:cBhvr>
                                        <p:cTn id="210" dur="500" fill="hold">
                                          <p:stCondLst>
                                            <p:cond delay="0"/>
                                          </p:stCondLst>
                                        </p:cTn>
                                        <p:tgtEl>
                                          <p:spTgt spid="12"/>
                                        </p:tgtEl>
                                        <p:attrNameLst>
                                          <p:attrName>ppt_h</p:attrName>
                                        </p:attrNameLst>
                                      </p:cBhvr>
                                      <p:tavLst>
                                        <p:tav tm="0">
                                          <p:val>
                                            <p:strVal val="ppt_h"/>
                                          </p:val>
                                        </p:tav>
                                        <p:tav tm="100000">
                                          <p:val>
                                            <p:strVal val="#ppt_h"/>
                                          </p:val>
                                        </p:tav>
                                      </p:tavLst>
                                    </p:anim>
                                  </p:childTnLst>
                                </p:cTn>
                              </p:par>
                              <p:par>
                                <p:cTn id="211" presetID="35" presetClass="path" presetSubtype="0" accel="50000" decel="50000" fill="hold" grpId="1" nodeType="withEffect">
                                  <p:stCondLst>
                                    <p:cond delay="0"/>
                                  </p:stCondLst>
                                  <p:childTnLst>
                                    <p:anim to="" calcmode="lin" valueType="num">
                                      <p:cBhvr>
                                        <p:cTn id="212" dur="500" fill="hold">
                                          <p:stCondLst>
                                            <p:cond delay="0"/>
                                          </p:stCondLst>
                                        </p:cTn>
                                        <p:tgtEl>
                                          <p:spTgt spid="16"/>
                                        </p:tgtEl>
                                        <p:attrNameLst>
                                          <p:attrName>ppt_x</p:attrName>
                                        </p:attrNameLst>
                                      </p:cBhvr>
                                      <p:tavLst>
                                        <p:tav tm="0">
                                          <p:val>
                                            <p:strVal val="ppt_x"/>
                                          </p:val>
                                        </p:tav>
                                        <p:tav tm="100000">
                                          <p:val>
                                            <p:strVal val="#ppt_x+0"/>
                                          </p:val>
                                        </p:tav>
                                      </p:tavLst>
                                    </p:anim>
                                    <p:anim to="" calcmode="lin" valueType="num">
                                      <p:cBhvr>
                                        <p:cTn id="213" dur="500" fill="hold">
                                          <p:stCondLst>
                                            <p:cond delay="0"/>
                                          </p:stCondLst>
                                        </p:cTn>
                                        <p:tgtEl>
                                          <p:spTgt spid="16"/>
                                        </p:tgtEl>
                                        <p:attrNameLst>
                                          <p:attrName>ppt_y</p:attrName>
                                        </p:attrNameLst>
                                      </p:cBhvr>
                                      <p:tavLst>
                                        <p:tav tm="0">
                                          <p:val>
                                            <p:strVal val="ppt_y"/>
                                          </p:val>
                                        </p:tav>
                                        <p:tav tm="100000">
                                          <p:val>
                                            <p:strVal val="#ppt_y+0"/>
                                          </p:val>
                                        </p:tav>
                                      </p:tavLst>
                                    </p:anim>
                                    <p:anim to="" calcmode="lin" valueType="num">
                                      <p:cBhvr>
                                        <p:cTn id="214" dur="500" fill="hold">
                                          <p:stCondLst>
                                            <p:cond delay="0"/>
                                          </p:stCondLst>
                                        </p:cTn>
                                        <p:tgtEl>
                                          <p:spTgt spid="16"/>
                                        </p:tgtEl>
                                        <p:attrNameLst>
                                          <p:attrName>ppt_w</p:attrName>
                                        </p:attrNameLst>
                                      </p:cBhvr>
                                      <p:tavLst>
                                        <p:tav tm="0">
                                          <p:val>
                                            <p:strVal val="ppt_w"/>
                                          </p:val>
                                        </p:tav>
                                        <p:tav tm="100000">
                                          <p:val>
                                            <p:strVal val="#ppt_w"/>
                                          </p:val>
                                        </p:tav>
                                      </p:tavLst>
                                    </p:anim>
                                    <p:anim to="" calcmode="lin" valueType="num">
                                      <p:cBhvr>
                                        <p:cTn id="215" dur="500" fill="hold">
                                          <p:stCondLst>
                                            <p:cond delay="0"/>
                                          </p:stCondLst>
                                        </p:cTn>
                                        <p:tgtEl>
                                          <p:spTgt spid="16"/>
                                        </p:tgtEl>
                                        <p:attrNameLst>
                                          <p:attrName>ppt_h</p:attrName>
                                        </p:attrNameLst>
                                      </p:cBhvr>
                                      <p:tavLst>
                                        <p:tav tm="0">
                                          <p:val>
                                            <p:strVal val="ppt_h"/>
                                          </p:val>
                                        </p:tav>
                                        <p:tav tm="100000">
                                          <p:val>
                                            <p:strVal val="#ppt_h"/>
                                          </p:val>
                                        </p:tav>
                                      </p:tavLst>
                                    </p:anim>
                                  </p:childTnLst>
                                </p:cTn>
                              </p:par>
                              <p:par>
                                <p:cTn id="216" presetID="35" presetClass="path" presetSubtype="0" accel="50000" decel="50000" fill="hold" grpId="1" nodeType="withEffect">
                                  <p:stCondLst>
                                    <p:cond delay="0"/>
                                  </p:stCondLst>
                                  <p:childTnLst>
                                    <p:anim to="" calcmode="lin" valueType="num">
                                      <p:cBhvr>
                                        <p:cTn id="217" dur="500" fill="hold">
                                          <p:stCondLst>
                                            <p:cond delay="0"/>
                                          </p:stCondLst>
                                        </p:cTn>
                                        <p:tgtEl>
                                          <p:spTgt spid="28"/>
                                        </p:tgtEl>
                                        <p:attrNameLst>
                                          <p:attrName>ppt_x</p:attrName>
                                        </p:attrNameLst>
                                      </p:cBhvr>
                                      <p:tavLst>
                                        <p:tav tm="0">
                                          <p:val>
                                            <p:strVal val="ppt_x"/>
                                          </p:val>
                                        </p:tav>
                                        <p:tav tm="100000">
                                          <p:val>
                                            <p:strVal val="#ppt_x+0"/>
                                          </p:val>
                                        </p:tav>
                                      </p:tavLst>
                                    </p:anim>
                                    <p:anim to="" calcmode="lin" valueType="num">
                                      <p:cBhvr>
                                        <p:cTn id="218" dur="500" fill="hold">
                                          <p:stCondLst>
                                            <p:cond delay="0"/>
                                          </p:stCondLst>
                                        </p:cTn>
                                        <p:tgtEl>
                                          <p:spTgt spid="28"/>
                                        </p:tgtEl>
                                        <p:attrNameLst>
                                          <p:attrName>ppt_y</p:attrName>
                                        </p:attrNameLst>
                                      </p:cBhvr>
                                      <p:tavLst>
                                        <p:tav tm="0">
                                          <p:val>
                                            <p:strVal val="ppt_y"/>
                                          </p:val>
                                        </p:tav>
                                        <p:tav tm="100000">
                                          <p:val>
                                            <p:strVal val="#ppt_y+0"/>
                                          </p:val>
                                        </p:tav>
                                      </p:tavLst>
                                    </p:anim>
                                    <p:anim to="" calcmode="lin" valueType="num">
                                      <p:cBhvr>
                                        <p:cTn id="219" dur="500" fill="hold">
                                          <p:stCondLst>
                                            <p:cond delay="0"/>
                                          </p:stCondLst>
                                        </p:cTn>
                                        <p:tgtEl>
                                          <p:spTgt spid="28"/>
                                        </p:tgtEl>
                                        <p:attrNameLst>
                                          <p:attrName>ppt_w</p:attrName>
                                        </p:attrNameLst>
                                      </p:cBhvr>
                                      <p:tavLst>
                                        <p:tav tm="0">
                                          <p:val>
                                            <p:strVal val="ppt_w"/>
                                          </p:val>
                                        </p:tav>
                                        <p:tav tm="100000">
                                          <p:val>
                                            <p:strVal val="#ppt_w"/>
                                          </p:val>
                                        </p:tav>
                                      </p:tavLst>
                                    </p:anim>
                                    <p:anim to="" calcmode="lin" valueType="num">
                                      <p:cBhvr>
                                        <p:cTn id="220" dur="500" fill="hold">
                                          <p:stCondLst>
                                            <p:cond delay="0"/>
                                          </p:stCondLst>
                                        </p:cTn>
                                        <p:tgtEl>
                                          <p:spTgt spid="2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0" grpId="1" animBg="1"/>
      <p:bldP spid="10" grpId="2" animBg="1"/>
      <p:bldP spid="10" grpId="3" animBg="1"/>
      <p:bldP spid="11" grpId="0" animBg="1"/>
      <p:bldP spid="11" grpId="1" animBg="1"/>
      <p:bldP spid="11" grpId="2" animBg="1"/>
      <p:bldP spid="12" grpId="0" animBg="1"/>
      <p:bldP spid="12" grpId="1" animBg="1"/>
      <p:bldP spid="13" grpId="0" animBg="1"/>
      <p:bldP spid="14" grpId="0"/>
      <p:bldP spid="14" grpId="1"/>
      <p:bldP spid="14" grpId="2"/>
      <p:bldP spid="14" grpId="3"/>
      <p:bldP spid="15" grpId="0"/>
      <p:bldP spid="15" grpId="1"/>
      <p:bldP spid="15" grpId="2"/>
      <p:bldP spid="16" grpId="0"/>
      <p:bldP spid="16" grpId="1"/>
      <p:bldP spid="17" grpId="0"/>
      <p:bldP spid="23" grpId="0" animBg="1"/>
      <p:bldP spid="24" grpId="0" animBg="1"/>
      <p:bldP spid="26" grpId="0"/>
      <p:bldP spid="26" grpId="1"/>
      <p:bldP spid="26" grpId="2"/>
      <p:bldP spid="26" grpId="3"/>
      <p:bldP spid="27" grpId="0"/>
      <p:bldP spid="27" grpId="1"/>
      <p:bldP spid="27" grpId="2"/>
      <p:bldP spid="28" grpId="0"/>
      <p:bldP spid="28" grpId="1"/>
      <p:bldP spid="29" grpId="0"/>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1】">
            <a:extLst>
              <a:ext uri="{FF2B5EF4-FFF2-40B4-BE49-F238E27FC236}">
                <a16:creationId xmlns:a16="http://schemas.microsoft.com/office/drawing/2014/main" id="{150D4A4A-C52C-F52B-4DD0-E1B3EF973D44}"/>
              </a:ext>
            </a:extLst>
          </p:cNvPr>
          <p:cNvGrpSpPr/>
          <p:nvPr>
            <p:custDataLst>
              <p:tags r:id="rId3"/>
            </p:custDataLst>
          </p:nvPr>
        </p:nvGrpSpPr>
        <p:grpSpPr>
          <a:xfrm>
            <a:off x="4304727" y="2343239"/>
            <a:ext cx="3205176" cy="3187523"/>
            <a:chOff x="4186225" y="1876425"/>
            <a:chExt cx="3819549" cy="3798513"/>
          </a:xfrm>
        </p:grpSpPr>
        <p:grpSp>
          <p:nvGrpSpPr>
            <p:cNvPr id="5" name="组合 4">
              <a:extLst>
                <a:ext uri="{FF2B5EF4-FFF2-40B4-BE49-F238E27FC236}">
                  <a16:creationId xmlns:a16="http://schemas.microsoft.com/office/drawing/2014/main" id="{D177BEF9-4BB6-147B-196E-C485CB129B76}"/>
                </a:ext>
              </a:extLst>
            </p:cNvPr>
            <p:cNvGrpSpPr/>
            <p:nvPr/>
          </p:nvGrpSpPr>
          <p:grpSpPr>
            <a:xfrm>
              <a:off x="4546600" y="2235200"/>
              <a:ext cx="3098800" cy="3098800"/>
              <a:chOff x="4419600" y="1752600"/>
              <a:chExt cx="3352800" cy="3352800"/>
            </a:xfrm>
          </p:grpSpPr>
          <p:sp>
            <p:nvSpPr>
              <p:cNvPr id="10" name="空心弧 9">
                <a:extLst>
                  <a:ext uri="{FF2B5EF4-FFF2-40B4-BE49-F238E27FC236}">
                    <a16:creationId xmlns:a16="http://schemas.microsoft.com/office/drawing/2014/main" id="{0A041A42-DA0B-5926-921F-7BC57581AC56}"/>
                  </a:ext>
                </a:extLst>
              </p:cNvPr>
              <p:cNvSpPr/>
              <p:nvPr>
                <p:custDataLst>
                  <p:tags r:id="rId22"/>
                </p:custDataLst>
              </p:nvPr>
            </p:nvSpPr>
            <p:spPr>
              <a:xfrm>
                <a:off x="4775200" y="2108200"/>
                <a:ext cx="2641600" cy="2641600"/>
              </a:xfrm>
              <a:prstGeom prst="blockArc">
                <a:avLst>
                  <a:gd name="adj1" fmla="val 10800000"/>
                  <a:gd name="adj2" fmla="val 5243846"/>
                  <a:gd name="adj3" fmla="val 0"/>
                </a:avLst>
              </a:prstGeom>
              <a:ln w="1905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D10"/>
                  </a:solidFill>
                  <a:effectLst/>
                  <a:uLnTx/>
                  <a:uFillTx/>
                  <a:latin typeface="等线" panose="020F0502020204030204"/>
                  <a:ea typeface="等线" panose="02010600030101010101" pitchFamily="2" charset="-122"/>
                  <a:cs typeface="+mn-cs"/>
                </a:endParaRPr>
              </a:p>
            </p:txBody>
          </p:sp>
          <p:sp>
            <p:nvSpPr>
              <p:cNvPr id="11" name="空心弧 10">
                <a:extLst>
                  <a:ext uri="{FF2B5EF4-FFF2-40B4-BE49-F238E27FC236}">
                    <a16:creationId xmlns:a16="http://schemas.microsoft.com/office/drawing/2014/main" id="{FD5C0F1C-0B4B-C3A3-7222-0759C07846EB}"/>
                  </a:ext>
                </a:extLst>
              </p:cNvPr>
              <p:cNvSpPr/>
              <p:nvPr>
                <p:custDataLst>
                  <p:tags r:id="rId23"/>
                </p:custDataLst>
              </p:nvPr>
            </p:nvSpPr>
            <p:spPr>
              <a:xfrm rot="10800000">
                <a:off x="4419600" y="1752600"/>
                <a:ext cx="3352800" cy="3352800"/>
              </a:xfrm>
              <a:prstGeom prst="blockArc">
                <a:avLst>
                  <a:gd name="adj1" fmla="val 10800000"/>
                  <a:gd name="adj2" fmla="val 5243846"/>
                  <a:gd name="adj3" fmla="val 0"/>
                </a:avLst>
              </a:prstGeom>
              <a:ln w="19050">
                <a:gradFill>
                  <a:gsLst>
                    <a:gs pos="0">
                      <a:schemeClr val="accent1"/>
                    </a:gs>
                    <a:gs pos="100000">
                      <a:schemeClr val="accent2"/>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000D10"/>
                  </a:solidFill>
                  <a:effectLst/>
                  <a:uLnTx/>
                  <a:uFillTx/>
                  <a:latin typeface="等线" panose="020F0502020204030204"/>
                  <a:ea typeface="等线" panose="02010600030101010101" pitchFamily="2" charset="-122"/>
                  <a:cs typeface="+mn-cs"/>
                </a:endParaRPr>
              </a:p>
            </p:txBody>
          </p:sp>
        </p:grpSp>
        <p:cxnSp>
          <p:nvCxnSpPr>
            <p:cNvPr id="6" name="直接连接符 5">
              <a:extLst>
                <a:ext uri="{FF2B5EF4-FFF2-40B4-BE49-F238E27FC236}">
                  <a16:creationId xmlns:a16="http://schemas.microsoft.com/office/drawing/2014/main" id="{2CCD3CFB-F32A-E84A-0F23-57E55C22BF3D}"/>
                </a:ext>
              </a:extLst>
            </p:cNvPr>
            <p:cNvCxnSpPr>
              <a:stCxn id="11" idx="1"/>
            </p:cNvCxnSpPr>
            <p:nvPr>
              <p:custDataLst>
                <p:tags r:id="rId18"/>
              </p:custDataLst>
            </p:nvPr>
          </p:nvCxnSpPr>
          <p:spPr>
            <a:xfrm flipV="1">
              <a:off x="6025645" y="1876425"/>
              <a:ext cx="3680" cy="360373"/>
            </a:xfrm>
            <a:prstGeom prst="line">
              <a:avLst/>
            </a:prstGeom>
            <a:ln w="22225">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CD10137C-8A8E-580C-7E7E-EFDFCA5CD06F}"/>
                </a:ext>
              </a:extLst>
            </p:cNvPr>
            <p:cNvCxnSpPr/>
            <p:nvPr>
              <p:custDataLst>
                <p:tags r:id="rId19"/>
              </p:custDataLst>
            </p:nvPr>
          </p:nvCxnSpPr>
          <p:spPr>
            <a:xfrm rot="5400000" flipV="1">
              <a:off x="7823748" y="3602574"/>
              <a:ext cx="3680" cy="360373"/>
            </a:xfrm>
            <a:prstGeom prst="line">
              <a:avLst/>
            </a:prstGeom>
            <a:ln w="22225">
              <a:solidFill>
                <a:schemeClr val="accent1"/>
              </a:solidFill>
              <a:tailEnd type="ova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CB41D994-1B5E-6A02-CC44-9C7845293521}"/>
                </a:ext>
              </a:extLst>
            </p:cNvPr>
            <p:cNvCxnSpPr/>
            <p:nvPr>
              <p:custDataLst>
                <p:tags r:id="rId20"/>
              </p:custDataLst>
            </p:nvPr>
          </p:nvCxnSpPr>
          <p:spPr>
            <a:xfrm flipH="1">
              <a:off x="4186225" y="3784600"/>
              <a:ext cx="685071" cy="0"/>
            </a:xfrm>
            <a:prstGeom prst="line">
              <a:avLst/>
            </a:prstGeom>
            <a:ln w="22225">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5270A2E8-4F2D-905C-9DC5-E7C9C41B42F1}"/>
                </a:ext>
              </a:extLst>
            </p:cNvPr>
            <p:cNvCxnSpPr/>
            <p:nvPr>
              <p:custDataLst>
                <p:tags r:id="rId21"/>
              </p:custDataLst>
            </p:nvPr>
          </p:nvCxnSpPr>
          <p:spPr>
            <a:xfrm rot="16200000" flipH="1">
              <a:off x="5805477" y="5332403"/>
              <a:ext cx="685071" cy="0"/>
            </a:xfrm>
            <a:prstGeom prst="line">
              <a:avLst/>
            </a:prstGeom>
            <a:ln w="22225">
              <a:solidFill>
                <a:schemeClr val="accent2"/>
              </a:solidFill>
              <a:tailEnd type="oval"/>
            </a:ln>
          </p:spPr>
          <p:style>
            <a:lnRef idx="1">
              <a:schemeClr val="accent1"/>
            </a:lnRef>
            <a:fillRef idx="0">
              <a:schemeClr val="accent1"/>
            </a:fillRef>
            <a:effectRef idx="0">
              <a:schemeClr val="accent1"/>
            </a:effectRef>
            <a:fontRef idx="minor">
              <a:schemeClr val="tx1"/>
            </a:fontRef>
          </p:style>
        </p:cxnSp>
      </p:grpSp>
      <p:sp>
        <p:nvSpPr>
          <p:cNvPr id="12" name="Text1">
            <a:extLst>
              <a:ext uri="{FF2B5EF4-FFF2-40B4-BE49-F238E27FC236}">
                <a16:creationId xmlns:a16="http://schemas.microsoft.com/office/drawing/2014/main" id="{AC92CBF8-9AE3-68E2-33E5-DE62E0989B6B}"/>
              </a:ext>
            </a:extLst>
          </p:cNvPr>
          <p:cNvSpPr txBox="1"/>
          <p:nvPr>
            <p:custDataLst>
              <p:tags r:id="rId4"/>
            </p:custDataLst>
          </p:nvPr>
        </p:nvSpPr>
        <p:spPr>
          <a:xfrm>
            <a:off x="5950961" y="1387994"/>
            <a:ext cx="3371850" cy="440154"/>
          </a:xfrm>
          <a:prstGeom prst="rect">
            <a:avLst/>
          </a:prstGeom>
          <a:noFill/>
        </p:spPr>
        <p:txBody>
          <a:bodyPr wrap="square" lIns="0" tIns="0" rIns="0" bIns="0" rtlCol="0" anchor="ctr">
            <a:normAutofit/>
          </a:bodyPr>
          <a:lstStyle/>
          <a:p>
            <a:pPr fontAlgn="ctr"/>
            <a:r>
              <a:rPr lang="zh-CN" altLang="en-US" sz="1600" b="1">
                <a:latin typeface="微软雅黑" panose="020B0503020204020204" pitchFamily="34" charset="-122"/>
                <a:ea typeface="微软雅黑" panose="020B0503020204020204" pitchFamily="34" charset="-122"/>
              </a:rPr>
              <a:t>图像识别应用</a:t>
            </a:r>
            <a:endParaRPr lang="zh-CN" altLang="en-US" sz="1600" b="1" dirty="0">
              <a:latin typeface="微软雅黑" panose="020B0503020204020204" pitchFamily="34" charset="-122"/>
              <a:ea typeface="微软雅黑" panose="020B0503020204020204" pitchFamily="34" charset="-122"/>
            </a:endParaRPr>
          </a:p>
        </p:txBody>
      </p:sp>
      <p:sp>
        <p:nvSpPr>
          <p:cNvPr id="13" name="Text2">
            <a:extLst>
              <a:ext uri="{FF2B5EF4-FFF2-40B4-BE49-F238E27FC236}">
                <a16:creationId xmlns:a16="http://schemas.microsoft.com/office/drawing/2014/main" id="{B47A56A2-4349-3F8D-CEFF-9F6C0AF26B93}"/>
              </a:ext>
            </a:extLst>
          </p:cNvPr>
          <p:cNvSpPr/>
          <p:nvPr>
            <p:custDataLst>
              <p:tags r:id="rId5"/>
            </p:custDataLst>
          </p:nvPr>
        </p:nvSpPr>
        <p:spPr>
          <a:xfrm>
            <a:off x="5950961" y="1834497"/>
            <a:ext cx="3938106" cy="1017417"/>
          </a:xfrm>
          <a:prstGeom prst="rect">
            <a:avLst/>
          </a:prstGeom>
          <a:noFill/>
        </p:spPr>
        <p:txBody>
          <a:bodyPr wrap="square" lIns="0" tIns="0" rIns="0" bIns="0" rtlCol="0">
            <a:normAutofit/>
          </a:bodyPr>
          <a:lstStyle/>
          <a:p>
            <a:pPr>
              <a:lnSpc>
                <a:spcPct val="130000"/>
              </a:lnSpc>
              <a:spcBef>
                <a:spcPts val="150"/>
              </a:spcBef>
              <a:spcAft>
                <a:spcPts val="150"/>
              </a:spcAft>
            </a:pPr>
            <a:r>
              <a:rPr lang="zh-CN" altLang="en-US" sz="1200">
                <a:solidFill>
                  <a:schemeClr val="bg2"/>
                </a:solidFill>
                <a:latin typeface="微软雅黑" panose="020B0503020204020204" pitchFamily="34" charset="-122"/>
                <a:ea typeface="微软雅黑" panose="020B0503020204020204" pitchFamily="34" charset="-122"/>
              </a:rPr>
              <a:t>以人脸识别为例，说明特征提取和分类的过程。</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4" name="Text3">
            <a:extLst>
              <a:ext uri="{FF2B5EF4-FFF2-40B4-BE49-F238E27FC236}">
                <a16:creationId xmlns:a16="http://schemas.microsoft.com/office/drawing/2014/main" id="{61EFEEFA-81E4-69E4-8ADB-6BB2A4657C46}"/>
              </a:ext>
            </a:extLst>
          </p:cNvPr>
          <p:cNvSpPr txBox="1"/>
          <p:nvPr>
            <p:custDataLst>
              <p:tags r:id="rId6"/>
            </p:custDataLst>
          </p:nvPr>
        </p:nvSpPr>
        <p:spPr>
          <a:xfrm>
            <a:off x="7794275" y="3387065"/>
            <a:ext cx="3371850" cy="440154"/>
          </a:xfrm>
          <a:prstGeom prst="rect">
            <a:avLst/>
          </a:prstGeom>
          <a:noFill/>
        </p:spPr>
        <p:txBody>
          <a:bodyPr wrap="square" lIns="0" tIns="0" rIns="0" bIns="0" rtlCol="0" anchor="ctr">
            <a:normAutofit/>
          </a:bodyPr>
          <a:lstStyle/>
          <a:p>
            <a:pPr fontAlgn="ctr"/>
            <a:r>
              <a:rPr lang="zh-CN" altLang="en-US" sz="1600" b="1">
                <a:latin typeface="微软雅黑" panose="020B0503020204020204" pitchFamily="34" charset="-122"/>
                <a:ea typeface="微软雅黑" panose="020B0503020204020204" pitchFamily="34" charset="-122"/>
              </a:rPr>
              <a:t>医疗诊断预测</a:t>
            </a:r>
            <a:endParaRPr lang="zh-CN" altLang="en-US" sz="1600" b="1" dirty="0">
              <a:latin typeface="微软雅黑" panose="020B0503020204020204" pitchFamily="34" charset="-122"/>
              <a:ea typeface="微软雅黑" panose="020B0503020204020204" pitchFamily="34" charset="-122"/>
            </a:endParaRPr>
          </a:p>
        </p:txBody>
      </p:sp>
      <p:sp>
        <p:nvSpPr>
          <p:cNvPr id="15" name="Text4">
            <a:extLst>
              <a:ext uri="{FF2B5EF4-FFF2-40B4-BE49-F238E27FC236}">
                <a16:creationId xmlns:a16="http://schemas.microsoft.com/office/drawing/2014/main" id="{C6AC8DAB-1BF5-C8F2-1059-61B151CF44E6}"/>
              </a:ext>
            </a:extLst>
          </p:cNvPr>
          <p:cNvSpPr/>
          <p:nvPr>
            <p:custDataLst>
              <p:tags r:id="rId7"/>
            </p:custDataLst>
          </p:nvPr>
        </p:nvSpPr>
        <p:spPr>
          <a:xfrm>
            <a:off x="7794274" y="3833569"/>
            <a:ext cx="3839147" cy="1300406"/>
          </a:xfrm>
          <a:prstGeom prst="rect">
            <a:avLst/>
          </a:prstGeom>
          <a:noFill/>
        </p:spPr>
        <p:txBody>
          <a:bodyPr wrap="square" lIns="0" tIns="0" rIns="0" bIns="0" rtlCol="0">
            <a:normAutofit/>
          </a:bodyPr>
          <a:lstStyle/>
          <a:p>
            <a:pPr>
              <a:lnSpc>
                <a:spcPct val="130000"/>
              </a:lnSpc>
              <a:spcBef>
                <a:spcPts val="150"/>
              </a:spcBef>
              <a:spcAft>
                <a:spcPts val="150"/>
              </a:spcAft>
            </a:pPr>
            <a:r>
              <a:rPr lang="zh-CN" altLang="en-US" sz="1200">
                <a:solidFill>
                  <a:schemeClr val="bg2"/>
                </a:solidFill>
                <a:latin typeface="微软雅黑" panose="020B0503020204020204" pitchFamily="34" charset="-122"/>
                <a:ea typeface="微软雅黑" panose="020B0503020204020204" pitchFamily="34" charset="-122"/>
              </a:rPr>
              <a:t>结合患者数据，预测疾病诊断的准确性与潜在应用价值。</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6" name="Text5">
            <a:extLst>
              <a:ext uri="{FF2B5EF4-FFF2-40B4-BE49-F238E27FC236}">
                <a16:creationId xmlns:a16="http://schemas.microsoft.com/office/drawing/2014/main" id="{08C4D147-1809-268A-1667-5BF9560538D9}"/>
              </a:ext>
            </a:extLst>
          </p:cNvPr>
          <p:cNvSpPr txBox="1"/>
          <p:nvPr>
            <p:custDataLst>
              <p:tags r:id="rId8"/>
            </p:custDataLst>
          </p:nvPr>
        </p:nvSpPr>
        <p:spPr>
          <a:xfrm>
            <a:off x="795930" y="3388136"/>
            <a:ext cx="3371850" cy="440154"/>
          </a:xfrm>
          <a:prstGeom prst="rect">
            <a:avLst/>
          </a:prstGeom>
          <a:noFill/>
        </p:spPr>
        <p:txBody>
          <a:bodyPr wrap="square" lIns="0" tIns="0" rIns="0" bIns="0" rtlCol="0" anchor="ctr">
            <a:normAutofit/>
          </a:bodyPr>
          <a:lstStyle/>
          <a:p>
            <a:pPr algn="r" fontAlgn="ctr"/>
            <a:r>
              <a:rPr lang="zh-CN" altLang="en-US" sz="1600" b="1">
                <a:latin typeface="微软雅黑" panose="020B0503020204020204" pitchFamily="34" charset="-122"/>
                <a:ea typeface="微软雅黑" panose="020B0503020204020204" pitchFamily="34" charset="-122"/>
              </a:rPr>
              <a:t>自然语言处理</a:t>
            </a:r>
            <a:endParaRPr lang="zh-CN" altLang="en-US" sz="1600" b="1" dirty="0">
              <a:latin typeface="微软雅黑" panose="020B0503020204020204" pitchFamily="34" charset="-122"/>
              <a:ea typeface="微软雅黑" panose="020B0503020204020204" pitchFamily="34" charset="-122"/>
            </a:endParaRPr>
          </a:p>
        </p:txBody>
      </p:sp>
      <p:sp>
        <p:nvSpPr>
          <p:cNvPr id="17" name="Text6">
            <a:extLst>
              <a:ext uri="{FF2B5EF4-FFF2-40B4-BE49-F238E27FC236}">
                <a16:creationId xmlns:a16="http://schemas.microsoft.com/office/drawing/2014/main" id="{C504DF1D-AF20-4209-9616-E7BEF915BC96}"/>
              </a:ext>
            </a:extLst>
          </p:cNvPr>
          <p:cNvSpPr/>
          <p:nvPr>
            <p:custDataLst>
              <p:tags r:id="rId9"/>
            </p:custDataLst>
          </p:nvPr>
        </p:nvSpPr>
        <p:spPr>
          <a:xfrm>
            <a:off x="792603" y="3834639"/>
            <a:ext cx="3346664" cy="1134229"/>
          </a:xfrm>
          <a:prstGeom prst="rect">
            <a:avLst/>
          </a:prstGeom>
          <a:noFill/>
        </p:spPr>
        <p:txBody>
          <a:bodyPr wrap="square" lIns="0" tIns="0" rIns="0" bIns="0" rtlCol="0">
            <a:normAutofit/>
          </a:bodyPr>
          <a:lstStyle/>
          <a:p>
            <a:pPr algn="r">
              <a:lnSpc>
                <a:spcPct val="130000"/>
              </a:lnSpc>
              <a:spcBef>
                <a:spcPts val="150"/>
              </a:spcBef>
              <a:spcAft>
                <a:spcPts val="150"/>
              </a:spcAft>
            </a:pPr>
            <a:r>
              <a:rPr lang="zh-CN" altLang="en-US" sz="1200">
                <a:solidFill>
                  <a:schemeClr val="bg2"/>
                </a:solidFill>
                <a:latin typeface="微软雅黑" panose="020B0503020204020204" pitchFamily="34" charset="-122"/>
                <a:ea typeface="微软雅黑" panose="020B0503020204020204" pitchFamily="34" charset="-122"/>
              </a:rPr>
              <a:t>文本分类、情感分析等</a:t>
            </a:r>
            <a:r>
              <a:rPr lang="en-US" altLang="zh-CN" sz="1200">
                <a:solidFill>
                  <a:schemeClr val="bg2"/>
                </a:solidFill>
                <a:latin typeface="微软雅黑" panose="020B0503020204020204" pitchFamily="34" charset="-122"/>
                <a:ea typeface="微软雅黑" panose="020B0503020204020204" pitchFamily="34" charset="-122"/>
              </a:rPr>
              <a:t>NLP</a:t>
            </a:r>
            <a:r>
              <a:rPr lang="zh-CN" altLang="en-US" sz="1200">
                <a:solidFill>
                  <a:schemeClr val="bg2"/>
                </a:solidFill>
                <a:latin typeface="微软雅黑" panose="020B0503020204020204" pitchFamily="34" charset="-122"/>
                <a:ea typeface="微软雅黑" panose="020B0503020204020204" pitchFamily="34" charset="-122"/>
              </a:rPr>
              <a:t>任务如何应用机器学习技术。</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sp>
        <p:nvSpPr>
          <p:cNvPr id="18" name="Text7">
            <a:extLst>
              <a:ext uri="{FF2B5EF4-FFF2-40B4-BE49-F238E27FC236}">
                <a16:creationId xmlns:a16="http://schemas.microsoft.com/office/drawing/2014/main" id="{FFDF20C2-113E-F6CA-C2F9-8BA1B29A5A9F}"/>
              </a:ext>
            </a:extLst>
          </p:cNvPr>
          <p:cNvSpPr txBox="1"/>
          <p:nvPr>
            <p:custDataLst>
              <p:tags r:id="rId10"/>
            </p:custDataLst>
          </p:nvPr>
        </p:nvSpPr>
        <p:spPr>
          <a:xfrm>
            <a:off x="2476428" y="5309760"/>
            <a:ext cx="3371850" cy="440154"/>
          </a:xfrm>
          <a:prstGeom prst="rect">
            <a:avLst/>
          </a:prstGeom>
          <a:noFill/>
        </p:spPr>
        <p:txBody>
          <a:bodyPr wrap="square" lIns="0" tIns="0" rIns="0" bIns="0" rtlCol="0" anchor="ctr">
            <a:normAutofit/>
          </a:bodyPr>
          <a:lstStyle/>
          <a:p>
            <a:pPr algn="r" fontAlgn="ctr"/>
            <a:r>
              <a:rPr lang="zh-CN" altLang="en-US" sz="1600" b="1">
                <a:latin typeface="微软雅黑" panose="020B0503020204020204" pitchFamily="34" charset="-122"/>
                <a:ea typeface="微软雅黑" panose="020B0503020204020204" pitchFamily="34" charset="-122"/>
              </a:rPr>
              <a:t>推荐系统构建</a:t>
            </a:r>
            <a:endParaRPr lang="zh-CN" altLang="en-US" sz="1600" b="1" dirty="0">
              <a:latin typeface="微软雅黑" panose="020B0503020204020204" pitchFamily="34" charset="-122"/>
              <a:ea typeface="微软雅黑" panose="020B0503020204020204" pitchFamily="34" charset="-122"/>
            </a:endParaRPr>
          </a:p>
        </p:txBody>
      </p:sp>
      <p:sp>
        <p:nvSpPr>
          <p:cNvPr id="19" name="Text8">
            <a:extLst>
              <a:ext uri="{FF2B5EF4-FFF2-40B4-BE49-F238E27FC236}">
                <a16:creationId xmlns:a16="http://schemas.microsoft.com/office/drawing/2014/main" id="{960A5F02-BD8A-5DE9-04DF-1F7871C19C48}"/>
              </a:ext>
            </a:extLst>
          </p:cNvPr>
          <p:cNvSpPr/>
          <p:nvPr>
            <p:custDataLst>
              <p:tags r:id="rId11"/>
            </p:custDataLst>
          </p:nvPr>
        </p:nvSpPr>
        <p:spPr>
          <a:xfrm>
            <a:off x="2047875" y="5756264"/>
            <a:ext cx="3903081" cy="873060"/>
          </a:xfrm>
          <a:prstGeom prst="rect">
            <a:avLst/>
          </a:prstGeom>
          <a:noFill/>
        </p:spPr>
        <p:txBody>
          <a:bodyPr wrap="square" lIns="0" tIns="0" rIns="0" bIns="0" rtlCol="0">
            <a:normAutofit/>
          </a:bodyPr>
          <a:lstStyle/>
          <a:p>
            <a:pPr algn="r">
              <a:lnSpc>
                <a:spcPct val="130000"/>
              </a:lnSpc>
              <a:spcBef>
                <a:spcPts val="150"/>
              </a:spcBef>
              <a:spcAft>
                <a:spcPts val="150"/>
              </a:spcAft>
            </a:pPr>
            <a:r>
              <a:rPr lang="zh-CN" altLang="en-US" sz="1200">
                <a:solidFill>
                  <a:schemeClr val="bg2"/>
                </a:solidFill>
                <a:latin typeface="微软雅黑" panose="020B0503020204020204" pitchFamily="34" charset="-122"/>
                <a:ea typeface="微软雅黑" panose="020B0503020204020204" pitchFamily="34" charset="-122"/>
              </a:rPr>
              <a:t>基于用户行为分析，构建个性化推荐系统的原理和方法。</a:t>
            </a:r>
            <a:endParaRPr kumimoji="1" lang="zh-CN" altLang="en-US" sz="1200" dirty="0">
              <a:solidFill>
                <a:schemeClr val="bg2"/>
              </a:solidFill>
              <a:latin typeface="微软雅黑" panose="020B0503020204020204" pitchFamily="34" charset="-122"/>
              <a:ea typeface="微软雅黑" panose="020B0503020204020204" pitchFamily="34" charset="-122"/>
            </a:endParaRPr>
          </a:p>
        </p:txBody>
      </p:sp>
      <p:pic>
        <p:nvPicPr>
          <p:cNvPr id="20" name="Graphic 19-【1】" descr="维恩图">
            <a:extLst>
              <a:ext uri="{FF2B5EF4-FFF2-40B4-BE49-F238E27FC236}">
                <a16:creationId xmlns:a16="http://schemas.microsoft.com/office/drawing/2014/main" id="{EFC0D8F7-D46D-417E-955E-749E958F8F56}"/>
              </a:ext>
            </a:extLst>
          </p:cNvPr>
          <p:cNvPicPr>
            <a:picLocks noChangeAspect="1"/>
          </p:cNvPicPr>
          <p:nvPr>
            <p:custDataLst>
              <p:tags r:id="rId12"/>
            </p:custDataLst>
          </p:nvPr>
        </p:nvPicPr>
        <p:blipFill>
          <a:blip r:embed="rId26">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5280071" y="3314152"/>
            <a:ext cx="1254488" cy="1254488"/>
          </a:xfrm>
          <a:prstGeom prst="rect">
            <a:avLst/>
          </a:prstGeom>
          <a:effectLst/>
        </p:spPr>
      </p:pic>
      <p:sp>
        <p:nvSpPr>
          <p:cNvPr id="24" name="Text9">
            <a:extLst>
              <a:ext uri="{FF2B5EF4-FFF2-40B4-BE49-F238E27FC236}">
                <a16:creationId xmlns:a16="http://schemas.microsoft.com/office/drawing/2014/main" id="{2AA32B26-C959-65FE-5293-4008FD0E11CC}"/>
              </a:ext>
            </a:extLst>
          </p:cNvPr>
          <p:cNvSpPr txBox="1"/>
          <p:nvPr>
            <p:custDataLst>
              <p:tags r:id="rId13"/>
            </p:custDataLst>
          </p:nvPr>
        </p:nvSpPr>
        <p:spPr>
          <a:xfrm>
            <a:off x="971610" y="223083"/>
            <a:ext cx="9350402" cy="720348"/>
          </a:xfrm>
          <a:prstGeom prst="rect">
            <a:avLst/>
          </a:prstGeom>
          <a:noFill/>
        </p:spPr>
        <p:txBody>
          <a:bodyPr wrap="square" rtlCol="0" anchor="ctr" anchorCtr="0">
            <a:normAutofit/>
          </a:bodyPr>
          <a:lstStyle/>
          <a:p>
            <a:pPr marL="0" marR="0" lvl="0"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rPr>
              <a:t>机器学习实战案例分析</a:t>
            </a:r>
            <a:endParaRPr lang="zh-CN" altLang="en-US" sz="3200" b="1" dirty="0">
              <a:latin typeface="微软雅黑" panose="020B0503020204020204" pitchFamily="34" charset="-122"/>
              <a:ea typeface="微软雅黑" panose="020B0503020204020204" pitchFamily="34" charset="-122"/>
              <a:cs typeface="微软雅黑" panose="020B0503020204020204" pitchFamily="34" charset="-122"/>
              <a:sym typeface="思源黑体 CN" panose="020B0500000000000000" pitchFamily="34" charset="-122"/>
            </a:endParaRPr>
          </a:p>
        </p:txBody>
      </p:sp>
      <p:sp>
        <p:nvSpPr>
          <p:cNvPr id="25" name="椭圆 24-【1】">
            <a:extLst>
              <a:ext uri="{FF2B5EF4-FFF2-40B4-BE49-F238E27FC236}">
                <a16:creationId xmlns:a16="http://schemas.microsoft.com/office/drawing/2014/main" id="{67E5793A-8DE2-4A94-14BE-B9881E2D58B9}"/>
              </a:ext>
            </a:extLst>
          </p:cNvPr>
          <p:cNvSpPr/>
          <p:nvPr>
            <p:custDataLst>
              <p:tags r:id="rId14"/>
            </p:custDataLst>
          </p:nvPr>
        </p:nvSpPr>
        <p:spPr>
          <a:xfrm>
            <a:off x="11457773" y="383353"/>
            <a:ext cx="175648" cy="175648"/>
          </a:xfrm>
          <a:prstGeom prst="ellipse">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sp>
        <p:nvSpPr>
          <p:cNvPr id="26" name="椭圆 25-【1】">
            <a:extLst>
              <a:ext uri="{FF2B5EF4-FFF2-40B4-BE49-F238E27FC236}">
                <a16:creationId xmlns:a16="http://schemas.microsoft.com/office/drawing/2014/main" id="{752FA263-29F4-0264-3D42-78938F4157C6}"/>
              </a:ext>
            </a:extLst>
          </p:cNvPr>
          <p:cNvSpPr/>
          <p:nvPr>
            <p:custDataLst>
              <p:tags r:id="rId15"/>
            </p:custDataLst>
          </p:nvPr>
        </p:nvSpPr>
        <p:spPr>
          <a:xfrm>
            <a:off x="11711552" y="383353"/>
            <a:ext cx="175648" cy="175648"/>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FFFF"/>
              </a:solidFill>
              <a:effectLst/>
              <a:uLnTx/>
              <a:uFillTx/>
              <a:latin typeface="等线" panose="020F0502020204030204"/>
              <a:ea typeface="等线" panose="02010600030101010101" pitchFamily="2" charset="-122"/>
              <a:cs typeface="+mn-cs"/>
            </a:endParaRPr>
          </a:p>
        </p:txBody>
      </p:sp>
      <p:pic>
        <p:nvPicPr>
          <p:cNvPr id="3" name="Shape1">
            <a:extLst>
              <a:ext uri="{FF2B5EF4-FFF2-40B4-BE49-F238E27FC236}">
                <a16:creationId xmlns:a16="http://schemas.microsoft.com/office/drawing/2014/main" id="{1EF0F1DE-B7B9-12EA-55F4-7D22CB4D357D}"/>
              </a:ext>
            </a:extLst>
          </p:cNvPr>
          <p:cNvPicPr>
            <a:picLocks/>
          </p:cNvPicPr>
          <p:nvPr>
            <p:custDataLst>
              <p:tags r:id="rId16"/>
            </p:custDataLst>
          </p:nvPr>
        </p:nvPicPr>
        <p:blipFill>
          <a:blip r:embed="rId28">
            <a:extLst>
              <a:ext uri="{96DAC541-7B7A-43D3-8B79-37D633B846F1}">
                <asvg:svgBlip xmlns:asvg="http://schemas.microsoft.com/office/drawing/2016/SVG/main" r:embed="rId29"/>
              </a:ext>
            </a:extLst>
          </a:blip>
          <a:stretch>
            <a:fillRect/>
          </a:stretch>
        </p:blipFill>
        <p:spPr>
          <a:xfrm>
            <a:off x="301973" y="271071"/>
            <a:ext cx="505353" cy="624371"/>
          </a:xfrm>
          <a:prstGeom prst="rect">
            <a:avLst/>
          </a:prstGeom>
        </p:spPr>
      </p:pic>
      <p:sp>
        <p:nvSpPr>
          <p:cNvPr id="27" name="Text1" hidden="1">
            <a:extLst>
              <a:ext uri="{FF2B5EF4-FFF2-40B4-BE49-F238E27FC236}">
                <a16:creationId xmlns:a16="http://schemas.microsoft.com/office/drawing/2014/main" id="{2F8ECFB8-7F4A-4B99-59DB-5FA67E280D6F}"/>
              </a:ext>
            </a:extLst>
          </p:cNvPr>
          <p:cNvSpPr txBox="1"/>
          <p:nvPr>
            <p:custDataLst>
              <p:tags r:id="rId17"/>
            </p:custDataLst>
          </p:nvPr>
        </p:nvSpPr>
        <p:spPr>
          <a:xfrm>
            <a:off x="1254697" y="8071968"/>
            <a:ext cx="5878181" cy="959968"/>
          </a:xfrm>
          <a:prstGeom prst="rect">
            <a:avLst/>
          </a:prstGeom>
          <a:noFill/>
        </p:spPr>
        <p:txBody>
          <a:bodyPr wrap="square" rtlCol="0" anchor="b" anchorCtr="0">
            <a:norm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9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未来趋势与挑战</a:t>
            </a:r>
            <a:endParaRPr lang="zh-CN" altLang="en-US" sz="39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Tree>
    <p:custDataLst>
      <p:custData r:id="rId1"/>
      <p:tags r:id="rId2"/>
    </p:custDataLst>
    <p:extLst>
      <p:ext uri="{BB962C8B-B14F-4D97-AF65-F5344CB8AC3E}">
        <p14:creationId xmlns:p14="http://schemas.microsoft.com/office/powerpoint/2010/main" val="2355214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mc:AlternateContent xmlns:mc="http://schemas.openxmlformats.org/markup-compatibility/2006">
    <mc:Choice xmlns:p14="http://schemas.microsoft.com/office/powerpoint/2010/main"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500" fill="hold">
                                              <p:stCondLst>
                                                <p:cond delay="0"/>
                                              </p:stCondLst>
                                            </p:cTn>
                                            <p:tgtEl>
                                              <p:spTgt spid="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4"/>
                                            </p:tgtEl>
                                            <p:attrNameLst>
                                              <p:attrName>style.opacity</p:attrName>
                                            </p:attrNameLst>
                                          </p:cBhvr>
                                          <p:tavLst>
                                            <p:tav tm="0">
                                              <p:val>
                                                <p:strVal val="0"/>
                                              </p:val>
                                            </p:tav>
                                            <p:tav tm="100000">
                                              <p:val>
                                                <p:strVal val="1"/>
                                              </p:val>
                                            </p:tav>
                                          </p:tavLst>
                                        </p:anim>
                                      </p:childTnLst>
                                    </p:cTn>
                                  </p:par>
                                  <p:par>
                                    <p:cTn id="10" presetID="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 to="" calcmode="lin" valueType="num">
                                          <p:cBhvr>
                                            <p:cTn id="12" dur="500" fill="hold">
                                              <p:stCondLst>
                                                <p:cond delay="0"/>
                                              </p:stCondLst>
                                            </p:cTn>
                                            <p:tgtEl>
                                              <p:spTgt spid="20"/>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3" dur="500" fill="hold">
                                              <p:stCondLst>
                                                <p:cond delay="0"/>
                                              </p:stCondLst>
                                            </p:cTn>
                                            <p:tgtEl>
                                              <p:spTgt spid="20"/>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4" dur="500" fill="hold">
                                              <p:stCondLst>
                                                <p:cond delay="0"/>
                                              </p:stCondLst>
                                            </p:cTn>
                                            <p:tgtEl>
                                              <p:spTgt spid="20"/>
                                            </p:tgtEl>
                                            <p:attrNameLst>
                                              <p:attrName>style.opacity</p:attrName>
                                            </p:attrNameLst>
                                          </p:cBhvr>
                                          <p:tavLst>
                                            <p:tav tm="0">
                                              <p:val>
                                                <p:strVal val="0"/>
                                              </p:val>
                                            </p:tav>
                                            <p:tav tm="100000">
                                              <p:val>
                                                <p:strVal val="1"/>
                                              </p:val>
                                            </p:tav>
                                          </p:tavLst>
                                        </p:anim>
                                      </p:childTnLst>
                                    </p:cTn>
                                  </p:par>
                                  <p:par>
                                    <p:cTn id="15" presetID="53" presetClass="entr" presetSubtype="16" fill="hold" grpId="0" nodeType="withEffect" p14:presetBounceEnd="100000">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par>
                                    <p:cTn id="20" presetID="53" presetClass="entr" presetSubtype="16" fill="hold" grpId="0" nodeType="withEffect" p14:presetBounceEnd="100000">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p:cTn id="22" dur="500" fill="hold"/>
                                            <p:tgtEl>
                                              <p:spTgt spid="26"/>
                                            </p:tgtEl>
                                            <p:attrNameLst>
                                              <p:attrName>ppt_w</p:attrName>
                                            </p:attrNameLst>
                                          </p:cBhvr>
                                          <p:tavLst>
                                            <p:tav tm="0">
                                              <p:val>
                                                <p:fltVal val="0"/>
                                              </p:val>
                                            </p:tav>
                                            <p:tav tm="100000">
                                              <p:val>
                                                <p:strVal val="#ppt_w"/>
                                              </p:val>
                                            </p:tav>
                                          </p:tavLst>
                                        </p:anim>
                                        <p:anim calcmode="lin" valueType="num">
                                          <p:cBhvr>
                                            <p:cTn id="23" dur="500" fill="hold"/>
                                            <p:tgtEl>
                                              <p:spTgt spid="26"/>
                                            </p:tgtEl>
                                            <p:attrNameLst>
                                              <p:attrName>ppt_h</p:attrName>
                                            </p:attrNameLst>
                                          </p:cBhvr>
                                          <p:tavLst>
                                            <p:tav tm="0">
                                              <p:val>
                                                <p:fltVal val="0"/>
                                              </p:val>
                                            </p:tav>
                                            <p:tav tm="100000">
                                              <p:val>
                                                <p:strVal val="#ppt_h"/>
                                              </p:val>
                                            </p:tav>
                                          </p:tavLst>
                                        </p:anim>
                                        <p:animEffect transition="in" filter="fade">
                                          <p:cBhvr>
                                            <p:cTn id="24" dur="500"/>
                                            <p:tgtEl>
                                              <p:spTgt spid="26"/>
                                            </p:tgtEl>
                                          </p:cBhvr>
                                        </p:animEffect>
                                      </p:childTnLst>
                                    </p:cTn>
                                  </p:par>
                                  <p:par>
                                    <p:cTn id="25" presetID="0"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500" fill="hold">
                                              <p:stCondLst>
                                                <p:cond delay="0"/>
                                              </p:stCondLst>
                                            </p:cTn>
                                            <p:tgtEl>
                                              <p:spTgt spid="3"/>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8" dur="500" fill="hold">
                                              <p:stCondLst>
                                                <p:cond delay="0"/>
                                              </p:stCondLst>
                                            </p:cTn>
                                            <p:tgtEl>
                                              <p:spTgt spid="3"/>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9" dur="500" fill="hold">
                                              <p:stCondLst>
                                                <p:cond delay="0"/>
                                              </p:stCondLst>
                                            </p:cTn>
                                            <p:tgtEl>
                                              <p:spTgt spid="3"/>
                                            </p:tgtEl>
                                            <p:attrNameLst>
                                              <p:attrName>style.opacity</p:attrName>
                                            </p:attrNameLst>
                                          </p:cBhvr>
                                          <p:tavLst>
                                            <p:tav tm="0">
                                              <p:val>
                                                <p:strVal val="0"/>
                                              </p:val>
                                            </p:tav>
                                            <p:tav tm="100000">
                                              <p:val>
                                                <p:strVal val="1"/>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28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strVal val="4/3*#ppt_w"/>
                                              </p:val>
                                            </p:tav>
                                            <p:tav tm="100000">
                                              <p:val>
                                                <p:strVal val="#ppt_w"/>
                                              </p:val>
                                            </p:tav>
                                          </p:tavLst>
                                        </p:anim>
                                        <p:anim calcmode="lin" valueType="num">
                                          <p:cBhvr>
                                            <p:cTn id="35" dur="500" fill="hold"/>
                                            <p:tgtEl>
                                              <p:spTgt spid="12"/>
                                            </p:tgtEl>
                                            <p:attrNameLst>
                                              <p:attrName>ppt_h</p:attrName>
                                            </p:attrNameLst>
                                          </p:cBhvr>
                                          <p:tavLst>
                                            <p:tav tm="0">
                                              <p:val>
                                                <p:strVal val="4/3*#ppt_h"/>
                                              </p:val>
                                            </p:tav>
                                            <p:tav tm="100000">
                                              <p:val>
                                                <p:strVal val="#ppt_h"/>
                                              </p:val>
                                            </p:tav>
                                          </p:tavLst>
                                        </p:anim>
                                        <p:anim to="" calcmode="lin" valueType="num">
                                          <p:cBhvr>
                                            <p:cTn id="36" dur="500" fill="hold">
                                              <p:stCondLst>
                                                <p:cond delay="0"/>
                                              </p:stCondLst>
                                            </p:cTn>
                                            <p:tgtEl>
                                              <p:spTgt spid="12"/>
                                            </p:tgtEl>
                                            <p:attrNameLst>
                                              <p:attrName>ppt_x</p:attrName>
                                            </p:attrNameLst>
                                          </p:cBhvr>
                                          <p:tavLst>
                                            <p:tav tm="0">
                                              <p:val>
                                                <p:strVal val="#ppt_x+0"/>
                                              </p:val>
                                            </p:tav>
                                            <p:tav tm="100000">
                                              <p:val>
                                                <p:strVal val="#ppt_x+0"/>
                                              </p:val>
                                            </p:tav>
                                          </p:tavLst>
                                        </p:anim>
                                        <p:anim to="" calcmode="lin" valueType="num">
                                          <p:cBhvr>
                                            <p:cTn id="37" dur="500" fill="hold">
                                              <p:stCondLst>
                                                <p:cond delay="0"/>
                                              </p:stCondLst>
                                            </p:cTn>
                                            <p:tgtEl>
                                              <p:spTgt spid="12"/>
                                            </p:tgtEl>
                                            <p:attrNameLst>
                                              <p:attrName>ppt_y</p:attrName>
                                            </p:attrNameLst>
                                          </p:cBhvr>
                                          <p:tavLst>
                                            <p:tav tm="0">
                                              <p:val>
                                                <p:strVal val="#ppt_y+-1.4128508E-08"/>
                                              </p:val>
                                            </p:tav>
                                            <p:tav tm="100000">
                                              <p:val>
                                                <p:strVal val="#ppt_y+-1.4128508E-08"/>
                                              </p:val>
                                            </p:tav>
                                          </p:tavLst>
                                        </p:anim>
                                      </p:childTnLst>
                                    </p:cTn>
                                  </p:par>
                                  <p:par>
                                    <p:cTn id="38" presetID="23" presetClass="entr" presetSubtype="288"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500" fill="hold"/>
                                            <p:tgtEl>
                                              <p:spTgt spid="13"/>
                                            </p:tgtEl>
                                            <p:attrNameLst>
                                              <p:attrName>ppt_w</p:attrName>
                                            </p:attrNameLst>
                                          </p:cBhvr>
                                          <p:tavLst>
                                            <p:tav tm="0">
                                              <p:val>
                                                <p:strVal val="4/3*#ppt_w"/>
                                              </p:val>
                                            </p:tav>
                                            <p:tav tm="100000">
                                              <p:val>
                                                <p:strVal val="#ppt_w"/>
                                              </p:val>
                                            </p:tav>
                                          </p:tavLst>
                                        </p:anim>
                                        <p:anim calcmode="lin" valueType="num">
                                          <p:cBhvr>
                                            <p:cTn id="41" dur="500" fill="hold"/>
                                            <p:tgtEl>
                                              <p:spTgt spid="13"/>
                                            </p:tgtEl>
                                            <p:attrNameLst>
                                              <p:attrName>ppt_h</p:attrName>
                                            </p:attrNameLst>
                                          </p:cBhvr>
                                          <p:tavLst>
                                            <p:tav tm="0">
                                              <p:val>
                                                <p:strVal val="4/3*#ppt_h"/>
                                              </p:val>
                                            </p:tav>
                                            <p:tav tm="100000">
                                              <p:val>
                                                <p:strVal val="#ppt_h"/>
                                              </p:val>
                                            </p:tav>
                                          </p:tavLst>
                                        </p:anim>
                                        <p:anim to="" calcmode="lin" valueType="num">
                                          <p:cBhvr>
                                            <p:cTn id="42" dur="500" fill="hold">
                                              <p:stCondLst>
                                                <p:cond delay="0"/>
                                              </p:stCondLst>
                                            </p:cTn>
                                            <p:tgtEl>
                                              <p:spTgt spid="13"/>
                                            </p:tgtEl>
                                            <p:attrNameLst>
                                              <p:attrName>ppt_x</p:attrName>
                                            </p:attrNameLst>
                                          </p:cBhvr>
                                          <p:tavLst>
                                            <p:tav tm="0">
                                              <p:val>
                                                <p:strVal val="#ppt_x+0"/>
                                              </p:val>
                                            </p:tav>
                                            <p:tav tm="100000">
                                              <p:val>
                                                <p:strVal val="#ppt_x+0"/>
                                              </p:val>
                                            </p:tav>
                                          </p:tavLst>
                                        </p:anim>
                                        <p:anim to="" calcmode="lin" valueType="num">
                                          <p:cBhvr>
                                            <p:cTn id="43" dur="500" fill="hold">
                                              <p:stCondLst>
                                                <p:cond delay="0"/>
                                              </p:stCondLst>
                                            </p:cTn>
                                            <p:tgtEl>
                                              <p:spTgt spid="13"/>
                                            </p:tgtEl>
                                            <p:attrNameLst>
                                              <p:attrName>ppt_y</p:attrName>
                                            </p:attrNameLst>
                                          </p:cBhvr>
                                          <p:tavLst>
                                            <p:tav tm="0">
                                              <p:val>
                                                <p:strVal val="#ppt_y+0"/>
                                              </p:val>
                                            </p:tav>
                                            <p:tav tm="100000">
                                              <p:val>
                                                <p:strVal val="#ppt_y+0"/>
                                              </p:val>
                                            </p:tav>
                                          </p:tavLst>
                                        </p:anim>
                                      </p:childTnLst>
                                    </p:cTn>
                                  </p:par>
                                  <p:par>
                                    <p:cTn id="44" presetID="23" presetClass="entr" presetSubtype="288"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strVal val="4/3*#ppt_w"/>
                                              </p:val>
                                            </p:tav>
                                            <p:tav tm="100000">
                                              <p:val>
                                                <p:strVal val="#ppt_w"/>
                                              </p:val>
                                            </p:tav>
                                          </p:tavLst>
                                        </p:anim>
                                        <p:anim calcmode="lin" valueType="num">
                                          <p:cBhvr>
                                            <p:cTn id="47" dur="500" fill="hold"/>
                                            <p:tgtEl>
                                              <p:spTgt spid="14"/>
                                            </p:tgtEl>
                                            <p:attrNameLst>
                                              <p:attrName>ppt_h</p:attrName>
                                            </p:attrNameLst>
                                          </p:cBhvr>
                                          <p:tavLst>
                                            <p:tav tm="0">
                                              <p:val>
                                                <p:strVal val="4/3*#ppt_h"/>
                                              </p:val>
                                            </p:tav>
                                            <p:tav tm="100000">
                                              <p:val>
                                                <p:strVal val="#ppt_h"/>
                                              </p:val>
                                            </p:tav>
                                          </p:tavLst>
                                        </p:anim>
                                        <p:anim to="" calcmode="lin" valueType="num">
                                          <p:cBhvr>
                                            <p:cTn id="48" dur="500" fill="hold">
                                              <p:stCondLst>
                                                <p:cond delay="0"/>
                                              </p:stCondLst>
                                            </p:cTn>
                                            <p:tgtEl>
                                              <p:spTgt spid="14"/>
                                            </p:tgtEl>
                                            <p:attrNameLst>
                                              <p:attrName>ppt_x</p:attrName>
                                            </p:attrNameLst>
                                          </p:cBhvr>
                                          <p:tavLst>
                                            <p:tav tm="0">
                                              <p:val>
                                                <p:strVal val="#ppt_x+0"/>
                                              </p:val>
                                            </p:tav>
                                            <p:tav tm="100000">
                                              <p:val>
                                                <p:strVal val="#ppt_x+0"/>
                                              </p:val>
                                            </p:tav>
                                          </p:tavLst>
                                        </p:anim>
                                        <p:anim to="" calcmode="lin" valueType="num">
                                          <p:cBhvr>
                                            <p:cTn id="49" dur="500" fill="hold">
                                              <p:stCondLst>
                                                <p:cond delay="0"/>
                                              </p:stCondLst>
                                            </p:cTn>
                                            <p:tgtEl>
                                              <p:spTgt spid="14"/>
                                            </p:tgtEl>
                                            <p:attrNameLst>
                                              <p:attrName>ppt_y</p:attrName>
                                            </p:attrNameLst>
                                          </p:cBhvr>
                                          <p:tavLst>
                                            <p:tav tm="0">
                                              <p:val>
                                                <p:strVal val="#ppt_y+0"/>
                                              </p:val>
                                            </p:tav>
                                            <p:tav tm="100000">
                                              <p:val>
                                                <p:strVal val="#ppt_y+0"/>
                                              </p:val>
                                            </p:tav>
                                          </p:tavLst>
                                        </p:anim>
                                      </p:childTnLst>
                                    </p:cTn>
                                  </p:par>
                                  <p:par>
                                    <p:cTn id="50" presetID="23" presetClass="entr" presetSubtype="288"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strVal val="4/3*#ppt_w"/>
                                              </p:val>
                                            </p:tav>
                                            <p:tav tm="100000">
                                              <p:val>
                                                <p:strVal val="#ppt_w"/>
                                              </p:val>
                                            </p:tav>
                                          </p:tavLst>
                                        </p:anim>
                                        <p:anim calcmode="lin" valueType="num">
                                          <p:cBhvr>
                                            <p:cTn id="53" dur="500" fill="hold"/>
                                            <p:tgtEl>
                                              <p:spTgt spid="16"/>
                                            </p:tgtEl>
                                            <p:attrNameLst>
                                              <p:attrName>ppt_h</p:attrName>
                                            </p:attrNameLst>
                                          </p:cBhvr>
                                          <p:tavLst>
                                            <p:tav tm="0">
                                              <p:val>
                                                <p:strVal val="4/3*#ppt_h"/>
                                              </p:val>
                                            </p:tav>
                                            <p:tav tm="100000">
                                              <p:val>
                                                <p:strVal val="#ppt_h"/>
                                              </p:val>
                                            </p:tav>
                                          </p:tavLst>
                                        </p:anim>
                                        <p:anim to="" calcmode="lin" valueType="num">
                                          <p:cBhvr>
                                            <p:cTn id="54" dur="500" fill="hold">
                                              <p:stCondLst>
                                                <p:cond delay="0"/>
                                              </p:stCondLst>
                                            </p:cTn>
                                            <p:tgtEl>
                                              <p:spTgt spid="16"/>
                                            </p:tgtEl>
                                            <p:attrNameLst>
                                              <p:attrName>ppt_x</p:attrName>
                                            </p:attrNameLst>
                                          </p:cBhvr>
                                          <p:tavLst>
                                            <p:tav tm="0">
                                              <p:val>
                                                <p:strVal val="#ppt_x+0"/>
                                              </p:val>
                                            </p:tav>
                                            <p:tav tm="100000">
                                              <p:val>
                                                <p:strVal val="#ppt_x+0"/>
                                              </p:val>
                                            </p:tav>
                                          </p:tavLst>
                                        </p:anim>
                                        <p:anim to="" calcmode="lin" valueType="num">
                                          <p:cBhvr>
                                            <p:cTn id="55" dur="500" fill="hold">
                                              <p:stCondLst>
                                                <p:cond delay="0"/>
                                              </p:stCondLst>
                                            </p:cTn>
                                            <p:tgtEl>
                                              <p:spTgt spid="16"/>
                                            </p:tgtEl>
                                            <p:attrNameLst>
                                              <p:attrName>ppt_y</p:attrName>
                                            </p:attrNameLst>
                                          </p:cBhvr>
                                          <p:tavLst>
                                            <p:tav tm="0">
                                              <p:val>
                                                <p:strVal val="#ppt_y+0"/>
                                              </p:val>
                                            </p:tav>
                                            <p:tav tm="100000">
                                              <p:val>
                                                <p:strVal val="#ppt_y+0"/>
                                              </p:val>
                                            </p:tav>
                                          </p:tavLst>
                                        </p:anim>
                                      </p:childTnLst>
                                    </p:cTn>
                                  </p:par>
                                  <p:par>
                                    <p:cTn id="56" presetID="23" presetClass="entr" presetSubtype="288"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p:cTn id="58" dur="500" fill="hold"/>
                                            <p:tgtEl>
                                              <p:spTgt spid="15"/>
                                            </p:tgtEl>
                                            <p:attrNameLst>
                                              <p:attrName>ppt_w</p:attrName>
                                            </p:attrNameLst>
                                          </p:cBhvr>
                                          <p:tavLst>
                                            <p:tav tm="0">
                                              <p:val>
                                                <p:strVal val="4/3*#ppt_w"/>
                                              </p:val>
                                            </p:tav>
                                            <p:tav tm="100000">
                                              <p:val>
                                                <p:strVal val="#ppt_w"/>
                                              </p:val>
                                            </p:tav>
                                          </p:tavLst>
                                        </p:anim>
                                        <p:anim calcmode="lin" valueType="num">
                                          <p:cBhvr>
                                            <p:cTn id="59" dur="500" fill="hold"/>
                                            <p:tgtEl>
                                              <p:spTgt spid="15"/>
                                            </p:tgtEl>
                                            <p:attrNameLst>
                                              <p:attrName>ppt_h</p:attrName>
                                            </p:attrNameLst>
                                          </p:cBhvr>
                                          <p:tavLst>
                                            <p:tav tm="0">
                                              <p:val>
                                                <p:strVal val="4/3*#ppt_h"/>
                                              </p:val>
                                            </p:tav>
                                            <p:tav tm="100000">
                                              <p:val>
                                                <p:strVal val="#ppt_h"/>
                                              </p:val>
                                            </p:tav>
                                          </p:tavLst>
                                        </p:anim>
                                        <p:anim to="" calcmode="lin" valueType="num">
                                          <p:cBhvr>
                                            <p:cTn id="60" dur="500" fill="hold">
                                              <p:stCondLst>
                                                <p:cond delay="0"/>
                                              </p:stCondLst>
                                            </p:cTn>
                                            <p:tgtEl>
                                              <p:spTgt spid="15"/>
                                            </p:tgtEl>
                                            <p:attrNameLst>
                                              <p:attrName>ppt_x</p:attrName>
                                            </p:attrNameLst>
                                          </p:cBhvr>
                                          <p:tavLst>
                                            <p:tav tm="0">
                                              <p:val>
                                                <p:strVal val="#ppt_x+0"/>
                                              </p:val>
                                            </p:tav>
                                            <p:tav tm="100000">
                                              <p:val>
                                                <p:strVal val="#ppt_x+0"/>
                                              </p:val>
                                            </p:tav>
                                          </p:tavLst>
                                        </p:anim>
                                        <p:anim to="" calcmode="lin" valueType="num">
                                          <p:cBhvr>
                                            <p:cTn id="61" dur="500" fill="hold">
                                              <p:stCondLst>
                                                <p:cond delay="0"/>
                                              </p:stCondLst>
                                            </p:cTn>
                                            <p:tgtEl>
                                              <p:spTgt spid="15"/>
                                            </p:tgtEl>
                                            <p:attrNameLst>
                                              <p:attrName>ppt_y</p:attrName>
                                            </p:attrNameLst>
                                          </p:cBhvr>
                                          <p:tavLst>
                                            <p:tav tm="0">
                                              <p:val>
                                                <p:strVal val="#ppt_y+0"/>
                                              </p:val>
                                            </p:tav>
                                            <p:tav tm="100000">
                                              <p:val>
                                                <p:strVal val="#ppt_y+0"/>
                                              </p:val>
                                            </p:tav>
                                          </p:tavLst>
                                        </p:anim>
                                      </p:childTnLst>
                                    </p:cTn>
                                  </p:par>
                                  <p:par>
                                    <p:cTn id="62" presetID="23" presetClass="entr" presetSubtype="288"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p:cTn id="64" dur="500" fill="hold"/>
                                            <p:tgtEl>
                                              <p:spTgt spid="17"/>
                                            </p:tgtEl>
                                            <p:attrNameLst>
                                              <p:attrName>ppt_w</p:attrName>
                                            </p:attrNameLst>
                                          </p:cBhvr>
                                          <p:tavLst>
                                            <p:tav tm="0">
                                              <p:val>
                                                <p:strVal val="4/3*#ppt_w"/>
                                              </p:val>
                                            </p:tav>
                                            <p:tav tm="100000">
                                              <p:val>
                                                <p:strVal val="#ppt_w"/>
                                              </p:val>
                                            </p:tav>
                                          </p:tavLst>
                                        </p:anim>
                                        <p:anim calcmode="lin" valueType="num">
                                          <p:cBhvr>
                                            <p:cTn id="65" dur="500" fill="hold"/>
                                            <p:tgtEl>
                                              <p:spTgt spid="17"/>
                                            </p:tgtEl>
                                            <p:attrNameLst>
                                              <p:attrName>ppt_h</p:attrName>
                                            </p:attrNameLst>
                                          </p:cBhvr>
                                          <p:tavLst>
                                            <p:tav tm="0">
                                              <p:val>
                                                <p:strVal val="4/3*#ppt_h"/>
                                              </p:val>
                                            </p:tav>
                                            <p:tav tm="100000">
                                              <p:val>
                                                <p:strVal val="#ppt_h"/>
                                              </p:val>
                                            </p:tav>
                                          </p:tavLst>
                                        </p:anim>
                                        <p:anim to="" calcmode="lin" valueType="num">
                                          <p:cBhvr>
                                            <p:cTn id="66" dur="500" fill="hold">
                                              <p:stCondLst>
                                                <p:cond delay="0"/>
                                              </p:stCondLst>
                                            </p:cTn>
                                            <p:tgtEl>
                                              <p:spTgt spid="17"/>
                                            </p:tgtEl>
                                            <p:attrNameLst>
                                              <p:attrName>ppt_x</p:attrName>
                                            </p:attrNameLst>
                                          </p:cBhvr>
                                          <p:tavLst>
                                            <p:tav tm="0">
                                              <p:val>
                                                <p:strVal val="#ppt_x+-1.5894573E-08"/>
                                              </p:val>
                                            </p:tav>
                                            <p:tav tm="100000">
                                              <p:val>
                                                <p:strVal val="#ppt_x+-1.5894573E-08"/>
                                              </p:val>
                                            </p:tav>
                                          </p:tavLst>
                                        </p:anim>
                                        <p:anim to="" calcmode="lin" valueType="num">
                                          <p:cBhvr>
                                            <p:cTn id="67" dur="500" fill="hold">
                                              <p:stCondLst>
                                                <p:cond delay="0"/>
                                              </p:stCondLst>
                                            </p:cTn>
                                            <p:tgtEl>
                                              <p:spTgt spid="17"/>
                                            </p:tgtEl>
                                            <p:attrNameLst>
                                              <p:attrName>ppt_y</p:attrName>
                                            </p:attrNameLst>
                                          </p:cBhvr>
                                          <p:tavLst>
                                            <p:tav tm="0">
                                              <p:val>
                                                <p:strVal val="#ppt_y+0"/>
                                              </p:val>
                                            </p:tav>
                                            <p:tav tm="100000">
                                              <p:val>
                                                <p:strVal val="#ppt_y+0"/>
                                              </p:val>
                                            </p:tav>
                                          </p:tavLst>
                                        </p:anim>
                                      </p:childTnLst>
                                    </p:cTn>
                                  </p:par>
                                  <p:par>
                                    <p:cTn id="68" presetID="23" presetClass="entr" presetSubtype="288"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500" fill="hold"/>
                                            <p:tgtEl>
                                              <p:spTgt spid="18"/>
                                            </p:tgtEl>
                                            <p:attrNameLst>
                                              <p:attrName>ppt_w</p:attrName>
                                            </p:attrNameLst>
                                          </p:cBhvr>
                                          <p:tavLst>
                                            <p:tav tm="0">
                                              <p:val>
                                                <p:strVal val="4/3*#ppt_w"/>
                                              </p:val>
                                            </p:tav>
                                            <p:tav tm="100000">
                                              <p:val>
                                                <p:strVal val="#ppt_w"/>
                                              </p:val>
                                            </p:tav>
                                          </p:tavLst>
                                        </p:anim>
                                        <p:anim calcmode="lin" valueType="num">
                                          <p:cBhvr>
                                            <p:cTn id="71" dur="500" fill="hold"/>
                                            <p:tgtEl>
                                              <p:spTgt spid="18"/>
                                            </p:tgtEl>
                                            <p:attrNameLst>
                                              <p:attrName>ppt_h</p:attrName>
                                            </p:attrNameLst>
                                          </p:cBhvr>
                                          <p:tavLst>
                                            <p:tav tm="0">
                                              <p:val>
                                                <p:strVal val="4/3*#ppt_h"/>
                                              </p:val>
                                            </p:tav>
                                            <p:tav tm="100000">
                                              <p:val>
                                                <p:strVal val="#ppt_h"/>
                                              </p:val>
                                            </p:tav>
                                          </p:tavLst>
                                        </p:anim>
                                        <p:anim to="" calcmode="lin" valueType="num">
                                          <p:cBhvr>
                                            <p:cTn id="72" dur="500" fill="hold">
                                              <p:stCondLst>
                                                <p:cond delay="0"/>
                                              </p:stCondLst>
                                            </p:cTn>
                                            <p:tgtEl>
                                              <p:spTgt spid="18"/>
                                            </p:tgtEl>
                                            <p:attrNameLst>
                                              <p:attrName>ppt_x</p:attrName>
                                            </p:attrNameLst>
                                          </p:cBhvr>
                                          <p:tavLst>
                                            <p:tav tm="0">
                                              <p:val>
                                                <p:strVal val="#ppt_x+0"/>
                                              </p:val>
                                            </p:tav>
                                            <p:tav tm="100000">
                                              <p:val>
                                                <p:strVal val="#ppt_x+0"/>
                                              </p:val>
                                            </p:tav>
                                          </p:tavLst>
                                        </p:anim>
                                        <p:anim to="" calcmode="lin" valueType="num">
                                          <p:cBhvr>
                                            <p:cTn id="73" dur="500" fill="hold">
                                              <p:stCondLst>
                                                <p:cond delay="0"/>
                                              </p:stCondLst>
                                            </p:cTn>
                                            <p:tgtEl>
                                              <p:spTgt spid="18"/>
                                            </p:tgtEl>
                                            <p:attrNameLst>
                                              <p:attrName>ppt_y</p:attrName>
                                            </p:attrNameLst>
                                          </p:cBhvr>
                                          <p:tavLst>
                                            <p:tav tm="0">
                                              <p:val>
                                                <p:strVal val="#ppt_y+0"/>
                                              </p:val>
                                            </p:tav>
                                            <p:tav tm="100000">
                                              <p:val>
                                                <p:strVal val="#ppt_y+0"/>
                                              </p:val>
                                            </p:tav>
                                          </p:tavLst>
                                        </p:anim>
                                      </p:childTnLst>
                                    </p:cTn>
                                  </p:par>
                                  <p:par>
                                    <p:cTn id="74" presetID="23" presetClass="entr" presetSubtype="288"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strVal val="4/3*#ppt_w"/>
                                              </p:val>
                                            </p:tav>
                                            <p:tav tm="100000">
                                              <p:val>
                                                <p:strVal val="#ppt_w"/>
                                              </p:val>
                                            </p:tav>
                                          </p:tavLst>
                                        </p:anim>
                                        <p:anim calcmode="lin" valueType="num">
                                          <p:cBhvr>
                                            <p:cTn id="77" dur="500" fill="hold"/>
                                            <p:tgtEl>
                                              <p:spTgt spid="19"/>
                                            </p:tgtEl>
                                            <p:attrNameLst>
                                              <p:attrName>ppt_h</p:attrName>
                                            </p:attrNameLst>
                                          </p:cBhvr>
                                          <p:tavLst>
                                            <p:tav tm="0">
                                              <p:val>
                                                <p:strVal val="4/3*#ppt_h"/>
                                              </p:val>
                                            </p:tav>
                                            <p:tav tm="100000">
                                              <p:val>
                                                <p:strVal val="#ppt_h"/>
                                              </p:val>
                                            </p:tav>
                                          </p:tavLst>
                                        </p:anim>
                                        <p:anim to="" calcmode="lin" valueType="num">
                                          <p:cBhvr>
                                            <p:cTn id="78" dur="500" fill="hold">
                                              <p:stCondLst>
                                                <p:cond delay="0"/>
                                              </p:stCondLst>
                                            </p:cTn>
                                            <p:tgtEl>
                                              <p:spTgt spid="19"/>
                                            </p:tgtEl>
                                            <p:attrNameLst>
                                              <p:attrName>ppt_x</p:attrName>
                                            </p:attrNameLst>
                                          </p:cBhvr>
                                          <p:tavLst>
                                            <p:tav tm="0">
                                              <p:val>
                                                <p:strVal val="#ppt_x+0"/>
                                              </p:val>
                                            </p:tav>
                                            <p:tav tm="100000">
                                              <p:val>
                                                <p:strVal val="#ppt_x+0"/>
                                              </p:val>
                                            </p:tav>
                                          </p:tavLst>
                                        </p:anim>
                                        <p:anim to="" calcmode="lin" valueType="num">
                                          <p:cBhvr>
                                            <p:cTn id="79" dur="500" fill="hold">
                                              <p:stCondLst>
                                                <p:cond delay="0"/>
                                              </p:stCondLst>
                                            </p:cTn>
                                            <p:tgtEl>
                                              <p:spTgt spid="19"/>
                                            </p:tgtEl>
                                            <p:attrNameLst>
                                              <p:attrName>ppt_y</p:attrName>
                                            </p:attrNameLst>
                                          </p:cBhvr>
                                          <p:tavLst>
                                            <p:tav tm="0">
                                              <p:val>
                                                <p:strVal val="#ppt_y+0"/>
                                              </p:val>
                                            </p:tav>
                                            <p:tav tm="100000">
                                              <p:val>
                                                <p:strVal val="#ppt_y+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P spid="25" grpId="0" animBg="1"/>
          <p:bldP spid="26" grpId="0" animBg="1"/>
        </p:bldLst>
      </p:timing>
    </mc:Choice>
    <mc:Fallback>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to="" calcmode="lin" valueType="num">
                                          <p:cBhvr>
                                            <p:cTn id="7" dur="500" fill="hold">
                                              <p:stCondLst>
                                                <p:cond delay="0"/>
                                              </p:stCondLst>
                                            </p:cTn>
                                            <p:tgtEl>
                                              <p:spTgt spid="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4"/>
                                            </p:tgtEl>
                                            <p:attrNameLst>
                                              <p:attrName>style.opacity</p:attrName>
                                            </p:attrNameLst>
                                          </p:cBhvr>
                                          <p:tavLst>
                                            <p:tav tm="0">
                                              <p:val>
                                                <p:strVal val="0"/>
                                              </p:val>
                                            </p:tav>
                                            <p:tav tm="100000">
                                              <p:val>
                                                <p:strVal val="1"/>
                                              </p:val>
                                            </p:tav>
                                          </p:tavLst>
                                        </p:anim>
                                      </p:childTnLst>
                                    </p:cTn>
                                  </p:par>
                                  <p:par>
                                    <p:cTn id="10" presetID="0" presetClass="entr" presetSubtype="0" fill="hold" nodeType="withEffect">
                                      <p:stCondLst>
                                        <p:cond delay="0"/>
                                      </p:stCondLst>
                                      <p:childTnLst>
                                        <p:set>
                                          <p:cBhvr>
                                            <p:cTn id="11" dur="1" fill="hold">
                                              <p:stCondLst>
                                                <p:cond delay="0"/>
                                              </p:stCondLst>
                                            </p:cTn>
                                            <p:tgtEl>
                                              <p:spTgt spid="20"/>
                                            </p:tgtEl>
                                            <p:attrNameLst>
                                              <p:attrName>style.visibility</p:attrName>
                                            </p:attrNameLst>
                                          </p:cBhvr>
                                          <p:to>
                                            <p:strVal val="visible"/>
                                          </p:to>
                                        </p:set>
                                        <p:anim to="" calcmode="lin" valueType="num">
                                          <p:cBhvr>
                                            <p:cTn id="12" dur="500" fill="hold">
                                              <p:stCondLst>
                                                <p:cond delay="0"/>
                                              </p:stCondLst>
                                            </p:cTn>
                                            <p:tgtEl>
                                              <p:spTgt spid="20"/>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3" dur="500" fill="hold">
                                              <p:stCondLst>
                                                <p:cond delay="0"/>
                                              </p:stCondLst>
                                            </p:cTn>
                                            <p:tgtEl>
                                              <p:spTgt spid="20"/>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4" dur="500" fill="hold">
                                              <p:stCondLst>
                                                <p:cond delay="0"/>
                                              </p:stCondLst>
                                            </p:cTn>
                                            <p:tgtEl>
                                              <p:spTgt spid="20"/>
                                            </p:tgtEl>
                                            <p:attrNameLst>
                                              <p:attrName>style.opacity</p:attrName>
                                            </p:attrNameLst>
                                          </p:cBhvr>
                                          <p:tavLst>
                                            <p:tav tm="0">
                                              <p:val>
                                                <p:strVal val="0"/>
                                              </p:val>
                                            </p:tav>
                                            <p:tav tm="100000">
                                              <p:val>
                                                <p:strVal val="1"/>
                                              </p:val>
                                            </p:tav>
                                          </p:tavLst>
                                        </p:anim>
                                      </p:childTnLst>
                                    </p:cTn>
                                  </p:par>
                                  <p:par>
                                    <p:cTn id="15" presetID="53" presetClass="entr" presetSubtype="16" fill="hold" grpId="0" nodeType="with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p:cTn id="17" dur="500" fill="hold"/>
                                            <p:tgtEl>
                                              <p:spTgt spid="25"/>
                                            </p:tgtEl>
                                            <p:attrNameLst>
                                              <p:attrName>ppt_w</p:attrName>
                                            </p:attrNameLst>
                                          </p:cBhvr>
                                          <p:tavLst>
                                            <p:tav tm="0">
                                              <p:val>
                                                <p:fltVal val="0"/>
                                              </p:val>
                                            </p:tav>
                                            <p:tav tm="100000">
                                              <p:val>
                                                <p:strVal val="#ppt_w"/>
                                              </p:val>
                                            </p:tav>
                                          </p:tavLst>
                                        </p:anim>
                                        <p:anim calcmode="lin" valueType="num">
                                          <p:cBhvr>
                                            <p:cTn id="18" dur="500" fill="hold"/>
                                            <p:tgtEl>
                                              <p:spTgt spid="25"/>
                                            </p:tgtEl>
                                            <p:attrNameLst>
                                              <p:attrName>ppt_h</p:attrName>
                                            </p:attrNameLst>
                                          </p:cBhvr>
                                          <p:tavLst>
                                            <p:tav tm="0">
                                              <p:val>
                                                <p:fltVal val="0"/>
                                              </p:val>
                                            </p:tav>
                                            <p:tav tm="100000">
                                              <p:val>
                                                <p:strVal val="#ppt_h"/>
                                              </p:val>
                                            </p:tav>
                                          </p:tavLst>
                                        </p:anim>
                                        <p:animEffect transition="in" filter="fade">
                                          <p:cBhvr>
                                            <p:cTn id="19" dur="500"/>
                                            <p:tgtEl>
                                              <p:spTgt spid="25"/>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26"/>
                                            </p:tgtEl>
                                            <p:attrNameLst>
                                              <p:attrName>style.visibility</p:attrName>
                                            </p:attrNameLst>
                                          </p:cBhvr>
                                          <p:to>
                                            <p:strVal val="visible"/>
                                          </p:to>
                                        </p:set>
                                        <p:anim calcmode="lin" valueType="num">
                                          <p:cBhvr>
                                            <p:cTn id="22" dur="500" fill="hold"/>
                                            <p:tgtEl>
                                              <p:spTgt spid="26"/>
                                            </p:tgtEl>
                                            <p:attrNameLst>
                                              <p:attrName>ppt_w</p:attrName>
                                            </p:attrNameLst>
                                          </p:cBhvr>
                                          <p:tavLst>
                                            <p:tav tm="0">
                                              <p:val>
                                                <p:fltVal val="0"/>
                                              </p:val>
                                            </p:tav>
                                            <p:tav tm="100000">
                                              <p:val>
                                                <p:strVal val="#ppt_w"/>
                                              </p:val>
                                            </p:tav>
                                          </p:tavLst>
                                        </p:anim>
                                        <p:anim calcmode="lin" valueType="num">
                                          <p:cBhvr>
                                            <p:cTn id="23" dur="500" fill="hold"/>
                                            <p:tgtEl>
                                              <p:spTgt spid="26"/>
                                            </p:tgtEl>
                                            <p:attrNameLst>
                                              <p:attrName>ppt_h</p:attrName>
                                            </p:attrNameLst>
                                          </p:cBhvr>
                                          <p:tavLst>
                                            <p:tav tm="0">
                                              <p:val>
                                                <p:fltVal val="0"/>
                                              </p:val>
                                            </p:tav>
                                            <p:tav tm="100000">
                                              <p:val>
                                                <p:strVal val="#ppt_h"/>
                                              </p:val>
                                            </p:tav>
                                          </p:tavLst>
                                        </p:anim>
                                        <p:animEffect transition="in" filter="fade">
                                          <p:cBhvr>
                                            <p:cTn id="24" dur="500"/>
                                            <p:tgtEl>
                                              <p:spTgt spid="26"/>
                                            </p:tgtEl>
                                          </p:cBhvr>
                                        </p:animEffect>
                                      </p:childTnLst>
                                    </p:cTn>
                                  </p:par>
                                  <p:par>
                                    <p:cTn id="25" presetID="0"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 to="" calcmode="lin" valueType="num">
                                          <p:cBhvr>
                                            <p:cTn id="27" dur="500" fill="hold">
                                              <p:stCondLst>
                                                <p:cond delay="0"/>
                                              </p:stCondLst>
                                            </p:cTn>
                                            <p:tgtEl>
                                              <p:spTgt spid="3"/>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8" dur="500" fill="hold">
                                              <p:stCondLst>
                                                <p:cond delay="0"/>
                                              </p:stCondLst>
                                            </p:cTn>
                                            <p:tgtEl>
                                              <p:spTgt spid="3"/>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9" dur="500" fill="hold">
                                              <p:stCondLst>
                                                <p:cond delay="0"/>
                                              </p:stCondLst>
                                            </p:cTn>
                                            <p:tgtEl>
                                              <p:spTgt spid="3"/>
                                            </p:tgtEl>
                                            <p:attrNameLst>
                                              <p:attrName>style.opacity</p:attrName>
                                            </p:attrNameLst>
                                          </p:cBhvr>
                                          <p:tavLst>
                                            <p:tav tm="0">
                                              <p:val>
                                                <p:strVal val="0"/>
                                              </p:val>
                                            </p:tav>
                                            <p:tav tm="100000">
                                              <p:val>
                                                <p:strVal val="1"/>
                                              </p:val>
                                            </p:tav>
                                          </p:tavLst>
                                        </p:anim>
                                      </p:childTnLst>
                                    </p:cTn>
                                  </p:par>
                                </p:childTnLst>
                              </p:cTn>
                            </p:par>
                          </p:childTnLst>
                        </p:cTn>
                      </p:par>
                      <p:par>
                        <p:cTn id="30" fill="hold">
                          <p:stCondLst>
                            <p:cond delay="indefinite"/>
                          </p:stCondLst>
                          <p:childTnLst>
                            <p:par>
                              <p:cTn id="31" fill="hold">
                                <p:stCondLst>
                                  <p:cond delay="0"/>
                                </p:stCondLst>
                                <p:childTnLst>
                                  <p:par>
                                    <p:cTn id="32" presetID="23" presetClass="entr" presetSubtype="288"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 calcmode="lin" valueType="num">
                                          <p:cBhvr>
                                            <p:cTn id="34" dur="500" fill="hold"/>
                                            <p:tgtEl>
                                              <p:spTgt spid="12"/>
                                            </p:tgtEl>
                                            <p:attrNameLst>
                                              <p:attrName>ppt_w</p:attrName>
                                            </p:attrNameLst>
                                          </p:cBhvr>
                                          <p:tavLst>
                                            <p:tav tm="0">
                                              <p:val>
                                                <p:strVal val="4/3*#ppt_w"/>
                                              </p:val>
                                            </p:tav>
                                            <p:tav tm="100000">
                                              <p:val>
                                                <p:strVal val="#ppt_w"/>
                                              </p:val>
                                            </p:tav>
                                          </p:tavLst>
                                        </p:anim>
                                        <p:anim calcmode="lin" valueType="num">
                                          <p:cBhvr>
                                            <p:cTn id="35" dur="500" fill="hold"/>
                                            <p:tgtEl>
                                              <p:spTgt spid="12"/>
                                            </p:tgtEl>
                                            <p:attrNameLst>
                                              <p:attrName>ppt_h</p:attrName>
                                            </p:attrNameLst>
                                          </p:cBhvr>
                                          <p:tavLst>
                                            <p:tav tm="0">
                                              <p:val>
                                                <p:strVal val="4/3*#ppt_h"/>
                                              </p:val>
                                            </p:tav>
                                            <p:tav tm="100000">
                                              <p:val>
                                                <p:strVal val="#ppt_h"/>
                                              </p:val>
                                            </p:tav>
                                          </p:tavLst>
                                        </p:anim>
                                        <p:anim to="" calcmode="lin" valueType="num">
                                          <p:cBhvr>
                                            <p:cTn id="36" dur="500" fill="hold">
                                              <p:stCondLst>
                                                <p:cond delay="0"/>
                                              </p:stCondLst>
                                            </p:cTn>
                                            <p:tgtEl>
                                              <p:spTgt spid="12"/>
                                            </p:tgtEl>
                                            <p:attrNameLst>
                                              <p:attrName>ppt_x</p:attrName>
                                            </p:attrNameLst>
                                          </p:cBhvr>
                                          <p:tavLst>
                                            <p:tav tm="0">
                                              <p:val>
                                                <p:strVal val="#ppt_x+0"/>
                                              </p:val>
                                            </p:tav>
                                            <p:tav tm="100000">
                                              <p:val>
                                                <p:strVal val="#ppt_x+0"/>
                                              </p:val>
                                            </p:tav>
                                          </p:tavLst>
                                        </p:anim>
                                        <p:anim to="" calcmode="lin" valueType="num">
                                          <p:cBhvr>
                                            <p:cTn id="37" dur="500" fill="hold">
                                              <p:stCondLst>
                                                <p:cond delay="0"/>
                                              </p:stCondLst>
                                            </p:cTn>
                                            <p:tgtEl>
                                              <p:spTgt spid="12"/>
                                            </p:tgtEl>
                                            <p:attrNameLst>
                                              <p:attrName>ppt_y</p:attrName>
                                            </p:attrNameLst>
                                          </p:cBhvr>
                                          <p:tavLst>
                                            <p:tav tm="0">
                                              <p:val>
                                                <p:strVal val="#ppt_y+-1.4128508E-08"/>
                                              </p:val>
                                            </p:tav>
                                            <p:tav tm="100000">
                                              <p:val>
                                                <p:strVal val="#ppt_y+-1.4128508E-08"/>
                                              </p:val>
                                            </p:tav>
                                          </p:tavLst>
                                        </p:anim>
                                      </p:childTnLst>
                                    </p:cTn>
                                  </p:par>
                                  <p:par>
                                    <p:cTn id="38" presetID="23" presetClass="entr" presetSubtype="288" fill="hold" grpId="0" nodeType="with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p:cTn id="40" dur="500" fill="hold"/>
                                            <p:tgtEl>
                                              <p:spTgt spid="13"/>
                                            </p:tgtEl>
                                            <p:attrNameLst>
                                              <p:attrName>ppt_w</p:attrName>
                                            </p:attrNameLst>
                                          </p:cBhvr>
                                          <p:tavLst>
                                            <p:tav tm="0">
                                              <p:val>
                                                <p:strVal val="4/3*#ppt_w"/>
                                              </p:val>
                                            </p:tav>
                                            <p:tav tm="100000">
                                              <p:val>
                                                <p:strVal val="#ppt_w"/>
                                              </p:val>
                                            </p:tav>
                                          </p:tavLst>
                                        </p:anim>
                                        <p:anim calcmode="lin" valueType="num">
                                          <p:cBhvr>
                                            <p:cTn id="41" dur="500" fill="hold"/>
                                            <p:tgtEl>
                                              <p:spTgt spid="13"/>
                                            </p:tgtEl>
                                            <p:attrNameLst>
                                              <p:attrName>ppt_h</p:attrName>
                                            </p:attrNameLst>
                                          </p:cBhvr>
                                          <p:tavLst>
                                            <p:tav tm="0">
                                              <p:val>
                                                <p:strVal val="4/3*#ppt_h"/>
                                              </p:val>
                                            </p:tav>
                                            <p:tav tm="100000">
                                              <p:val>
                                                <p:strVal val="#ppt_h"/>
                                              </p:val>
                                            </p:tav>
                                          </p:tavLst>
                                        </p:anim>
                                        <p:anim to="" calcmode="lin" valueType="num">
                                          <p:cBhvr>
                                            <p:cTn id="42" dur="500" fill="hold">
                                              <p:stCondLst>
                                                <p:cond delay="0"/>
                                              </p:stCondLst>
                                            </p:cTn>
                                            <p:tgtEl>
                                              <p:spTgt spid="13"/>
                                            </p:tgtEl>
                                            <p:attrNameLst>
                                              <p:attrName>ppt_x</p:attrName>
                                            </p:attrNameLst>
                                          </p:cBhvr>
                                          <p:tavLst>
                                            <p:tav tm="0">
                                              <p:val>
                                                <p:strVal val="#ppt_x+0"/>
                                              </p:val>
                                            </p:tav>
                                            <p:tav tm="100000">
                                              <p:val>
                                                <p:strVal val="#ppt_x+0"/>
                                              </p:val>
                                            </p:tav>
                                          </p:tavLst>
                                        </p:anim>
                                        <p:anim to="" calcmode="lin" valueType="num">
                                          <p:cBhvr>
                                            <p:cTn id="43" dur="500" fill="hold">
                                              <p:stCondLst>
                                                <p:cond delay="0"/>
                                              </p:stCondLst>
                                            </p:cTn>
                                            <p:tgtEl>
                                              <p:spTgt spid="13"/>
                                            </p:tgtEl>
                                            <p:attrNameLst>
                                              <p:attrName>ppt_y</p:attrName>
                                            </p:attrNameLst>
                                          </p:cBhvr>
                                          <p:tavLst>
                                            <p:tav tm="0">
                                              <p:val>
                                                <p:strVal val="#ppt_y+0"/>
                                              </p:val>
                                            </p:tav>
                                            <p:tav tm="100000">
                                              <p:val>
                                                <p:strVal val="#ppt_y+0"/>
                                              </p:val>
                                            </p:tav>
                                          </p:tavLst>
                                        </p:anim>
                                      </p:childTnLst>
                                    </p:cTn>
                                  </p:par>
                                  <p:par>
                                    <p:cTn id="44" presetID="23" presetClass="entr" presetSubtype="288" fill="hold" grpId="0"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p:cTn id="46" dur="500" fill="hold"/>
                                            <p:tgtEl>
                                              <p:spTgt spid="14"/>
                                            </p:tgtEl>
                                            <p:attrNameLst>
                                              <p:attrName>ppt_w</p:attrName>
                                            </p:attrNameLst>
                                          </p:cBhvr>
                                          <p:tavLst>
                                            <p:tav tm="0">
                                              <p:val>
                                                <p:strVal val="4/3*#ppt_w"/>
                                              </p:val>
                                            </p:tav>
                                            <p:tav tm="100000">
                                              <p:val>
                                                <p:strVal val="#ppt_w"/>
                                              </p:val>
                                            </p:tav>
                                          </p:tavLst>
                                        </p:anim>
                                        <p:anim calcmode="lin" valueType="num">
                                          <p:cBhvr>
                                            <p:cTn id="47" dur="500" fill="hold"/>
                                            <p:tgtEl>
                                              <p:spTgt spid="14"/>
                                            </p:tgtEl>
                                            <p:attrNameLst>
                                              <p:attrName>ppt_h</p:attrName>
                                            </p:attrNameLst>
                                          </p:cBhvr>
                                          <p:tavLst>
                                            <p:tav tm="0">
                                              <p:val>
                                                <p:strVal val="4/3*#ppt_h"/>
                                              </p:val>
                                            </p:tav>
                                            <p:tav tm="100000">
                                              <p:val>
                                                <p:strVal val="#ppt_h"/>
                                              </p:val>
                                            </p:tav>
                                          </p:tavLst>
                                        </p:anim>
                                        <p:anim to="" calcmode="lin" valueType="num">
                                          <p:cBhvr>
                                            <p:cTn id="48" dur="500" fill="hold">
                                              <p:stCondLst>
                                                <p:cond delay="0"/>
                                              </p:stCondLst>
                                            </p:cTn>
                                            <p:tgtEl>
                                              <p:spTgt spid="14"/>
                                            </p:tgtEl>
                                            <p:attrNameLst>
                                              <p:attrName>ppt_x</p:attrName>
                                            </p:attrNameLst>
                                          </p:cBhvr>
                                          <p:tavLst>
                                            <p:tav tm="0">
                                              <p:val>
                                                <p:strVal val="#ppt_x+0"/>
                                              </p:val>
                                            </p:tav>
                                            <p:tav tm="100000">
                                              <p:val>
                                                <p:strVal val="#ppt_x+0"/>
                                              </p:val>
                                            </p:tav>
                                          </p:tavLst>
                                        </p:anim>
                                        <p:anim to="" calcmode="lin" valueType="num">
                                          <p:cBhvr>
                                            <p:cTn id="49" dur="500" fill="hold">
                                              <p:stCondLst>
                                                <p:cond delay="0"/>
                                              </p:stCondLst>
                                            </p:cTn>
                                            <p:tgtEl>
                                              <p:spTgt spid="14"/>
                                            </p:tgtEl>
                                            <p:attrNameLst>
                                              <p:attrName>ppt_y</p:attrName>
                                            </p:attrNameLst>
                                          </p:cBhvr>
                                          <p:tavLst>
                                            <p:tav tm="0">
                                              <p:val>
                                                <p:strVal val="#ppt_y+0"/>
                                              </p:val>
                                            </p:tav>
                                            <p:tav tm="100000">
                                              <p:val>
                                                <p:strVal val="#ppt_y+0"/>
                                              </p:val>
                                            </p:tav>
                                          </p:tavLst>
                                        </p:anim>
                                      </p:childTnLst>
                                    </p:cTn>
                                  </p:par>
                                  <p:par>
                                    <p:cTn id="50" presetID="23" presetClass="entr" presetSubtype="288"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 calcmode="lin" valueType="num">
                                          <p:cBhvr>
                                            <p:cTn id="52" dur="500" fill="hold"/>
                                            <p:tgtEl>
                                              <p:spTgt spid="16"/>
                                            </p:tgtEl>
                                            <p:attrNameLst>
                                              <p:attrName>ppt_w</p:attrName>
                                            </p:attrNameLst>
                                          </p:cBhvr>
                                          <p:tavLst>
                                            <p:tav tm="0">
                                              <p:val>
                                                <p:strVal val="4/3*#ppt_w"/>
                                              </p:val>
                                            </p:tav>
                                            <p:tav tm="100000">
                                              <p:val>
                                                <p:strVal val="#ppt_w"/>
                                              </p:val>
                                            </p:tav>
                                          </p:tavLst>
                                        </p:anim>
                                        <p:anim calcmode="lin" valueType="num">
                                          <p:cBhvr>
                                            <p:cTn id="53" dur="500" fill="hold"/>
                                            <p:tgtEl>
                                              <p:spTgt spid="16"/>
                                            </p:tgtEl>
                                            <p:attrNameLst>
                                              <p:attrName>ppt_h</p:attrName>
                                            </p:attrNameLst>
                                          </p:cBhvr>
                                          <p:tavLst>
                                            <p:tav tm="0">
                                              <p:val>
                                                <p:strVal val="4/3*#ppt_h"/>
                                              </p:val>
                                            </p:tav>
                                            <p:tav tm="100000">
                                              <p:val>
                                                <p:strVal val="#ppt_h"/>
                                              </p:val>
                                            </p:tav>
                                          </p:tavLst>
                                        </p:anim>
                                        <p:anim to="" calcmode="lin" valueType="num">
                                          <p:cBhvr>
                                            <p:cTn id="54" dur="500" fill="hold">
                                              <p:stCondLst>
                                                <p:cond delay="0"/>
                                              </p:stCondLst>
                                            </p:cTn>
                                            <p:tgtEl>
                                              <p:spTgt spid="16"/>
                                            </p:tgtEl>
                                            <p:attrNameLst>
                                              <p:attrName>ppt_x</p:attrName>
                                            </p:attrNameLst>
                                          </p:cBhvr>
                                          <p:tavLst>
                                            <p:tav tm="0">
                                              <p:val>
                                                <p:strVal val="#ppt_x+0"/>
                                              </p:val>
                                            </p:tav>
                                            <p:tav tm="100000">
                                              <p:val>
                                                <p:strVal val="#ppt_x+0"/>
                                              </p:val>
                                            </p:tav>
                                          </p:tavLst>
                                        </p:anim>
                                        <p:anim to="" calcmode="lin" valueType="num">
                                          <p:cBhvr>
                                            <p:cTn id="55" dur="500" fill="hold">
                                              <p:stCondLst>
                                                <p:cond delay="0"/>
                                              </p:stCondLst>
                                            </p:cTn>
                                            <p:tgtEl>
                                              <p:spTgt spid="16"/>
                                            </p:tgtEl>
                                            <p:attrNameLst>
                                              <p:attrName>ppt_y</p:attrName>
                                            </p:attrNameLst>
                                          </p:cBhvr>
                                          <p:tavLst>
                                            <p:tav tm="0">
                                              <p:val>
                                                <p:strVal val="#ppt_y+0"/>
                                              </p:val>
                                            </p:tav>
                                            <p:tav tm="100000">
                                              <p:val>
                                                <p:strVal val="#ppt_y+0"/>
                                              </p:val>
                                            </p:tav>
                                          </p:tavLst>
                                        </p:anim>
                                      </p:childTnLst>
                                    </p:cTn>
                                  </p:par>
                                  <p:par>
                                    <p:cTn id="56" presetID="23" presetClass="entr" presetSubtype="288"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p:cTn id="58" dur="500" fill="hold"/>
                                            <p:tgtEl>
                                              <p:spTgt spid="15"/>
                                            </p:tgtEl>
                                            <p:attrNameLst>
                                              <p:attrName>ppt_w</p:attrName>
                                            </p:attrNameLst>
                                          </p:cBhvr>
                                          <p:tavLst>
                                            <p:tav tm="0">
                                              <p:val>
                                                <p:strVal val="4/3*#ppt_w"/>
                                              </p:val>
                                            </p:tav>
                                            <p:tav tm="100000">
                                              <p:val>
                                                <p:strVal val="#ppt_w"/>
                                              </p:val>
                                            </p:tav>
                                          </p:tavLst>
                                        </p:anim>
                                        <p:anim calcmode="lin" valueType="num">
                                          <p:cBhvr>
                                            <p:cTn id="59" dur="500" fill="hold"/>
                                            <p:tgtEl>
                                              <p:spTgt spid="15"/>
                                            </p:tgtEl>
                                            <p:attrNameLst>
                                              <p:attrName>ppt_h</p:attrName>
                                            </p:attrNameLst>
                                          </p:cBhvr>
                                          <p:tavLst>
                                            <p:tav tm="0">
                                              <p:val>
                                                <p:strVal val="4/3*#ppt_h"/>
                                              </p:val>
                                            </p:tav>
                                            <p:tav tm="100000">
                                              <p:val>
                                                <p:strVal val="#ppt_h"/>
                                              </p:val>
                                            </p:tav>
                                          </p:tavLst>
                                        </p:anim>
                                        <p:anim to="" calcmode="lin" valueType="num">
                                          <p:cBhvr>
                                            <p:cTn id="60" dur="500" fill="hold">
                                              <p:stCondLst>
                                                <p:cond delay="0"/>
                                              </p:stCondLst>
                                            </p:cTn>
                                            <p:tgtEl>
                                              <p:spTgt spid="15"/>
                                            </p:tgtEl>
                                            <p:attrNameLst>
                                              <p:attrName>ppt_x</p:attrName>
                                            </p:attrNameLst>
                                          </p:cBhvr>
                                          <p:tavLst>
                                            <p:tav tm="0">
                                              <p:val>
                                                <p:strVal val="#ppt_x+0"/>
                                              </p:val>
                                            </p:tav>
                                            <p:tav tm="100000">
                                              <p:val>
                                                <p:strVal val="#ppt_x+0"/>
                                              </p:val>
                                            </p:tav>
                                          </p:tavLst>
                                        </p:anim>
                                        <p:anim to="" calcmode="lin" valueType="num">
                                          <p:cBhvr>
                                            <p:cTn id="61" dur="500" fill="hold">
                                              <p:stCondLst>
                                                <p:cond delay="0"/>
                                              </p:stCondLst>
                                            </p:cTn>
                                            <p:tgtEl>
                                              <p:spTgt spid="15"/>
                                            </p:tgtEl>
                                            <p:attrNameLst>
                                              <p:attrName>ppt_y</p:attrName>
                                            </p:attrNameLst>
                                          </p:cBhvr>
                                          <p:tavLst>
                                            <p:tav tm="0">
                                              <p:val>
                                                <p:strVal val="#ppt_y+0"/>
                                              </p:val>
                                            </p:tav>
                                            <p:tav tm="100000">
                                              <p:val>
                                                <p:strVal val="#ppt_y+0"/>
                                              </p:val>
                                            </p:tav>
                                          </p:tavLst>
                                        </p:anim>
                                      </p:childTnLst>
                                    </p:cTn>
                                  </p:par>
                                  <p:par>
                                    <p:cTn id="62" presetID="23" presetClass="entr" presetSubtype="288" fill="hold" grpId="0" nodeType="withEffect">
                                      <p:stCondLst>
                                        <p:cond delay="0"/>
                                      </p:stCondLst>
                                      <p:childTnLst>
                                        <p:set>
                                          <p:cBhvr>
                                            <p:cTn id="63" dur="1" fill="hold">
                                              <p:stCondLst>
                                                <p:cond delay="0"/>
                                              </p:stCondLst>
                                            </p:cTn>
                                            <p:tgtEl>
                                              <p:spTgt spid="17"/>
                                            </p:tgtEl>
                                            <p:attrNameLst>
                                              <p:attrName>style.visibility</p:attrName>
                                            </p:attrNameLst>
                                          </p:cBhvr>
                                          <p:to>
                                            <p:strVal val="visible"/>
                                          </p:to>
                                        </p:set>
                                        <p:anim calcmode="lin" valueType="num">
                                          <p:cBhvr>
                                            <p:cTn id="64" dur="500" fill="hold"/>
                                            <p:tgtEl>
                                              <p:spTgt spid="17"/>
                                            </p:tgtEl>
                                            <p:attrNameLst>
                                              <p:attrName>ppt_w</p:attrName>
                                            </p:attrNameLst>
                                          </p:cBhvr>
                                          <p:tavLst>
                                            <p:tav tm="0">
                                              <p:val>
                                                <p:strVal val="4/3*#ppt_w"/>
                                              </p:val>
                                            </p:tav>
                                            <p:tav tm="100000">
                                              <p:val>
                                                <p:strVal val="#ppt_w"/>
                                              </p:val>
                                            </p:tav>
                                          </p:tavLst>
                                        </p:anim>
                                        <p:anim calcmode="lin" valueType="num">
                                          <p:cBhvr>
                                            <p:cTn id="65" dur="500" fill="hold"/>
                                            <p:tgtEl>
                                              <p:spTgt spid="17"/>
                                            </p:tgtEl>
                                            <p:attrNameLst>
                                              <p:attrName>ppt_h</p:attrName>
                                            </p:attrNameLst>
                                          </p:cBhvr>
                                          <p:tavLst>
                                            <p:tav tm="0">
                                              <p:val>
                                                <p:strVal val="4/3*#ppt_h"/>
                                              </p:val>
                                            </p:tav>
                                            <p:tav tm="100000">
                                              <p:val>
                                                <p:strVal val="#ppt_h"/>
                                              </p:val>
                                            </p:tav>
                                          </p:tavLst>
                                        </p:anim>
                                        <p:anim to="" calcmode="lin" valueType="num">
                                          <p:cBhvr>
                                            <p:cTn id="66" dur="500" fill="hold">
                                              <p:stCondLst>
                                                <p:cond delay="0"/>
                                              </p:stCondLst>
                                            </p:cTn>
                                            <p:tgtEl>
                                              <p:spTgt spid="17"/>
                                            </p:tgtEl>
                                            <p:attrNameLst>
                                              <p:attrName>ppt_x</p:attrName>
                                            </p:attrNameLst>
                                          </p:cBhvr>
                                          <p:tavLst>
                                            <p:tav tm="0">
                                              <p:val>
                                                <p:strVal val="#ppt_x+-1.5894573E-08"/>
                                              </p:val>
                                            </p:tav>
                                            <p:tav tm="100000">
                                              <p:val>
                                                <p:strVal val="#ppt_x+-1.5894573E-08"/>
                                              </p:val>
                                            </p:tav>
                                          </p:tavLst>
                                        </p:anim>
                                        <p:anim to="" calcmode="lin" valueType="num">
                                          <p:cBhvr>
                                            <p:cTn id="67" dur="500" fill="hold">
                                              <p:stCondLst>
                                                <p:cond delay="0"/>
                                              </p:stCondLst>
                                            </p:cTn>
                                            <p:tgtEl>
                                              <p:spTgt spid="17"/>
                                            </p:tgtEl>
                                            <p:attrNameLst>
                                              <p:attrName>ppt_y</p:attrName>
                                            </p:attrNameLst>
                                          </p:cBhvr>
                                          <p:tavLst>
                                            <p:tav tm="0">
                                              <p:val>
                                                <p:strVal val="#ppt_y+0"/>
                                              </p:val>
                                            </p:tav>
                                            <p:tav tm="100000">
                                              <p:val>
                                                <p:strVal val="#ppt_y+0"/>
                                              </p:val>
                                            </p:tav>
                                          </p:tavLst>
                                        </p:anim>
                                      </p:childTnLst>
                                    </p:cTn>
                                  </p:par>
                                  <p:par>
                                    <p:cTn id="68" presetID="23" presetClass="entr" presetSubtype="288" fill="hold" grpId="0" nodeType="with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p:cTn id="70" dur="500" fill="hold"/>
                                            <p:tgtEl>
                                              <p:spTgt spid="18"/>
                                            </p:tgtEl>
                                            <p:attrNameLst>
                                              <p:attrName>ppt_w</p:attrName>
                                            </p:attrNameLst>
                                          </p:cBhvr>
                                          <p:tavLst>
                                            <p:tav tm="0">
                                              <p:val>
                                                <p:strVal val="4/3*#ppt_w"/>
                                              </p:val>
                                            </p:tav>
                                            <p:tav tm="100000">
                                              <p:val>
                                                <p:strVal val="#ppt_w"/>
                                              </p:val>
                                            </p:tav>
                                          </p:tavLst>
                                        </p:anim>
                                        <p:anim calcmode="lin" valueType="num">
                                          <p:cBhvr>
                                            <p:cTn id="71" dur="500" fill="hold"/>
                                            <p:tgtEl>
                                              <p:spTgt spid="18"/>
                                            </p:tgtEl>
                                            <p:attrNameLst>
                                              <p:attrName>ppt_h</p:attrName>
                                            </p:attrNameLst>
                                          </p:cBhvr>
                                          <p:tavLst>
                                            <p:tav tm="0">
                                              <p:val>
                                                <p:strVal val="4/3*#ppt_h"/>
                                              </p:val>
                                            </p:tav>
                                            <p:tav tm="100000">
                                              <p:val>
                                                <p:strVal val="#ppt_h"/>
                                              </p:val>
                                            </p:tav>
                                          </p:tavLst>
                                        </p:anim>
                                        <p:anim to="" calcmode="lin" valueType="num">
                                          <p:cBhvr>
                                            <p:cTn id="72" dur="500" fill="hold">
                                              <p:stCondLst>
                                                <p:cond delay="0"/>
                                              </p:stCondLst>
                                            </p:cTn>
                                            <p:tgtEl>
                                              <p:spTgt spid="18"/>
                                            </p:tgtEl>
                                            <p:attrNameLst>
                                              <p:attrName>ppt_x</p:attrName>
                                            </p:attrNameLst>
                                          </p:cBhvr>
                                          <p:tavLst>
                                            <p:tav tm="0">
                                              <p:val>
                                                <p:strVal val="#ppt_x+0"/>
                                              </p:val>
                                            </p:tav>
                                            <p:tav tm="100000">
                                              <p:val>
                                                <p:strVal val="#ppt_x+0"/>
                                              </p:val>
                                            </p:tav>
                                          </p:tavLst>
                                        </p:anim>
                                        <p:anim to="" calcmode="lin" valueType="num">
                                          <p:cBhvr>
                                            <p:cTn id="73" dur="500" fill="hold">
                                              <p:stCondLst>
                                                <p:cond delay="0"/>
                                              </p:stCondLst>
                                            </p:cTn>
                                            <p:tgtEl>
                                              <p:spTgt spid="18"/>
                                            </p:tgtEl>
                                            <p:attrNameLst>
                                              <p:attrName>ppt_y</p:attrName>
                                            </p:attrNameLst>
                                          </p:cBhvr>
                                          <p:tavLst>
                                            <p:tav tm="0">
                                              <p:val>
                                                <p:strVal val="#ppt_y+0"/>
                                              </p:val>
                                            </p:tav>
                                            <p:tav tm="100000">
                                              <p:val>
                                                <p:strVal val="#ppt_y+0"/>
                                              </p:val>
                                            </p:tav>
                                          </p:tavLst>
                                        </p:anim>
                                      </p:childTnLst>
                                    </p:cTn>
                                  </p:par>
                                  <p:par>
                                    <p:cTn id="74" presetID="23" presetClass="entr" presetSubtype="288"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 calcmode="lin" valueType="num">
                                          <p:cBhvr>
                                            <p:cTn id="76" dur="500" fill="hold"/>
                                            <p:tgtEl>
                                              <p:spTgt spid="19"/>
                                            </p:tgtEl>
                                            <p:attrNameLst>
                                              <p:attrName>ppt_w</p:attrName>
                                            </p:attrNameLst>
                                          </p:cBhvr>
                                          <p:tavLst>
                                            <p:tav tm="0">
                                              <p:val>
                                                <p:strVal val="4/3*#ppt_w"/>
                                              </p:val>
                                            </p:tav>
                                            <p:tav tm="100000">
                                              <p:val>
                                                <p:strVal val="#ppt_w"/>
                                              </p:val>
                                            </p:tav>
                                          </p:tavLst>
                                        </p:anim>
                                        <p:anim calcmode="lin" valueType="num">
                                          <p:cBhvr>
                                            <p:cTn id="77" dur="500" fill="hold"/>
                                            <p:tgtEl>
                                              <p:spTgt spid="19"/>
                                            </p:tgtEl>
                                            <p:attrNameLst>
                                              <p:attrName>ppt_h</p:attrName>
                                            </p:attrNameLst>
                                          </p:cBhvr>
                                          <p:tavLst>
                                            <p:tav tm="0">
                                              <p:val>
                                                <p:strVal val="4/3*#ppt_h"/>
                                              </p:val>
                                            </p:tav>
                                            <p:tav tm="100000">
                                              <p:val>
                                                <p:strVal val="#ppt_h"/>
                                              </p:val>
                                            </p:tav>
                                          </p:tavLst>
                                        </p:anim>
                                        <p:anim to="" calcmode="lin" valueType="num">
                                          <p:cBhvr>
                                            <p:cTn id="78" dur="500" fill="hold">
                                              <p:stCondLst>
                                                <p:cond delay="0"/>
                                              </p:stCondLst>
                                            </p:cTn>
                                            <p:tgtEl>
                                              <p:spTgt spid="19"/>
                                            </p:tgtEl>
                                            <p:attrNameLst>
                                              <p:attrName>ppt_x</p:attrName>
                                            </p:attrNameLst>
                                          </p:cBhvr>
                                          <p:tavLst>
                                            <p:tav tm="0">
                                              <p:val>
                                                <p:strVal val="#ppt_x+0"/>
                                              </p:val>
                                            </p:tav>
                                            <p:tav tm="100000">
                                              <p:val>
                                                <p:strVal val="#ppt_x+0"/>
                                              </p:val>
                                            </p:tav>
                                          </p:tavLst>
                                        </p:anim>
                                        <p:anim to="" calcmode="lin" valueType="num">
                                          <p:cBhvr>
                                            <p:cTn id="79" dur="500" fill="hold">
                                              <p:stCondLst>
                                                <p:cond delay="0"/>
                                              </p:stCondLst>
                                            </p:cTn>
                                            <p:tgtEl>
                                              <p:spTgt spid="19"/>
                                            </p:tgtEl>
                                            <p:attrNameLst>
                                              <p:attrName>ppt_y</p:attrName>
                                            </p:attrNameLst>
                                          </p:cBhvr>
                                          <p:tavLst>
                                            <p:tav tm="0">
                                              <p:val>
                                                <p:strVal val="#ppt_y+0"/>
                                              </p:val>
                                            </p:tav>
                                            <p:tav tm="100000">
                                              <p:val>
                                                <p:strVal val="#ppt_y+0"/>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P spid="19" grpId="0"/>
          <p:bldP spid="25" grpId="0" animBg="1"/>
          <p:bldP spid="26" grpId="0" animBg="1"/>
        </p:bldLst>
      </p:timing>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BC83CA96-5AA4-17B0-1B01-64337A62AF15}"/>
              </a:ext>
            </a:extLst>
          </p:cNvPr>
          <p:cNvSpPr/>
          <p:nvPr>
            <p:custDataLst>
              <p:tags r:id="rId3"/>
            </p:custDataLst>
          </p:nvPr>
        </p:nvSpPr>
        <p:spPr>
          <a:xfrm>
            <a:off x="2362200" y="6337088"/>
            <a:ext cx="9848850" cy="520912"/>
          </a:xfrm>
          <a:prstGeom prst="rect">
            <a:avLst/>
          </a:prstGeom>
          <a:gradFill>
            <a:gsLst>
              <a:gs pos="100000">
                <a:schemeClr val="accent1"/>
              </a:gs>
              <a:gs pos="38000">
                <a:schemeClr val="tx2">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Shape1">
            <a:extLst>
              <a:ext uri="{FF2B5EF4-FFF2-40B4-BE49-F238E27FC236}">
                <a16:creationId xmlns:a16="http://schemas.microsoft.com/office/drawing/2014/main" id="{6BB22DFB-D389-C189-D6CC-513A5A32D218}"/>
              </a:ext>
            </a:extLst>
          </p:cNvPr>
          <p:cNvSpPr/>
          <p:nvPr>
            <p:custDataLst>
              <p:tags r:id="rId4"/>
            </p:custDataLst>
          </p:nvPr>
        </p:nvSpPr>
        <p:spPr>
          <a:xfrm>
            <a:off x="7287901" y="0"/>
            <a:ext cx="4554408" cy="4230559"/>
          </a:xfrm>
          <a:custGeom>
            <a:avLst/>
            <a:gdLst>
              <a:gd name="connsiteX0" fmla="*/ 1953354 w 4554408"/>
              <a:gd name="connsiteY0" fmla="*/ 0 h 4230559"/>
              <a:gd name="connsiteX1" fmla="*/ 2601054 w 4554408"/>
              <a:gd name="connsiteY1" fmla="*/ 0 h 4230559"/>
              <a:gd name="connsiteX2" fmla="*/ 4554408 w 4554408"/>
              <a:gd name="connsiteY2" fmla="*/ 1953355 h 4230559"/>
              <a:gd name="connsiteX3" fmla="*/ 2277204 w 4554408"/>
              <a:gd name="connsiteY3" fmla="*/ 4230559 h 4230559"/>
              <a:gd name="connsiteX4" fmla="*/ 0 w 4554408"/>
              <a:gd name="connsiteY4" fmla="*/ 1953355 h 4230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54408" h="4230559">
                <a:moveTo>
                  <a:pt x="1953354" y="0"/>
                </a:moveTo>
                <a:lnTo>
                  <a:pt x="2601054" y="0"/>
                </a:lnTo>
                <a:lnTo>
                  <a:pt x="4554408" y="1953355"/>
                </a:lnTo>
                <a:lnTo>
                  <a:pt x="2277204" y="4230559"/>
                </a:lnTo>
                <a:lnTo>
                  <a:pt x="0" y="1953355"/>
                </a:lnTo>
                <a:close/>
              </a:path>
            </a:pathLst>
          </a:custGeom>
          <a:blipFill dpi="0" rotWithShape="0">
            <a:blip r:embed="rId21"/>
            <a:srcRect/>
            <a:stretch>
              <a:fillRect l="-32798" r="-32798"/>
            </a:stretch>
          </a:blipFill>
          <a:ln w="21268">
            <a:solidFill>
              <a:schemeClr val="accent1">
                <a:lumMod val="25000"/>
                <a:lumOff val="75000"/>
              </a:schemeClr>
            </a:solidFill>
          </a:ln>
          <a:effectLst>
            <a:outerShdw blurRad="127000" algn="ctr"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6" name="Shape2">
            <a:extLst>
              <a:ext uri="{FF2B5EF4-FFF2-40B4-BE49-F238E27FC236}">
                <a16:creationId xmlns:a16="http://schemas.microsoft.com/office/drawing/2014/main" id="{AF68C1AD-858D-2B27-7583-BE7A248C672B}"/>
              </a:ext>
            </a:extLst>
          </p:cNvPr>
          <p:cNvSpPr/>
          <p:nvPr>
            <p:custDataLst>
              <p:tags r:id="rId5"/>
            </p:custDataLst>
          </p:nvPr>
        </p:nvSpPr>
        <p:spPr>
          <a:xfrm>
            <a:off x="9686196" y="2106529"/>
            <a:ext cx="2505804" cy="4554409"/>
          </a:xfrm>
          <a:custGeom>
            <a:avLst/>
            <a:gdLst>
              <a:gd name="connsiteX0" fmla="*/ 2277204 w 2505804"/>
              <a:gd name="connsiteY0" fmla="*/ 0 h 4554409"/>
              <a:gd name="connsiteX1" fmla="*/ 2505804 w 2505804"/>
              <a:gd name="connsiteY1" fmla="*/ 228600 h 4554409"/>
              <a:gd name="connsiteX2" fmla="*/ 2505804 w 2505804"/>
              <a:gd name="connsiteY2" fmla="*/ 4325809 h 4554409"/>
              <a:gd name="connsiteX3" fmla="*/ 2277204 w 2505804"/>
              <a:gd name="connsiteY3" fmla="*/ 4554409 h 4554409"/>
              <a:gd name="connsiteX4" fmla="*/ 0 w 2505804"/>
              <a:gd name="connsiteY4" fmla="*/ 2277205 h 45544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5804" h="4554409">
                <a:moveTo>
                  <a:pt x="2277204" y="0"/>
                </a:moveTo>
                <a:lnTo>
                  <a:pt x="2505804" y="228600"/>
                </a:lnTo>
                <a:lnTo>
                  <a:pt x="2505804" y="4325809"/>
                </a:lnTo>
                <a:lnTo>
                  <a:pt x="2277204" y="4554409"/>
                </a:lnTo>
                <a:lnTo>
                  <a:pt x="0" y="2277205"/>
                </a:lnTo>
                <a:close/>
              </a:path>
            </a:pathLst>
          </a:custGeom>
          <a:blipFill dpi="0" rotWithShape="0">
            <a:blip r:embed="rId22"/>
            <a:srcRect/>
            <a:stretch>
              <a:fillRect l="-86350" r="-86350"/>
            </a:stretch>
          </a:blipFill>
          <a:ln w="21268">
            <a:solidFill>
              <a:schemeClr val="accent1">
                <a:lumMod val="25000"/>
                <a:lumOff val="75000"/>
              </a:schemeClr>
            </a:solidFill>
          </a:ln>
          <a:effectLst>
            <a:outerShdw blurRad="25400" dist="76200" dir="4200000" sx="99000" sy="99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2" name="任意多边形: 形状 11">
            <a:extLst>
              <a:ext uri="{FF2B5EF4-FFF2-40B4-BE49-F238E27FC236}">
                <a16:creationId xmlns:a16="http://schemas.microsoft.com/office/drawing/2014/main" id="{58760234-FA4A-A681-8AE1-FFE9FE797847}"/>
              </a:ext>
            </a:extLst>
          </p:cNvPr>
          <p:cNvSpPr/>
          <p:nvPr>
            <p:custDataLst>
              <p:tags r:id="rId6"/>
            </p:custDataLst>
          </p:nvPr>
        </p:nvSpPr>
        <p:spPr>
          <a:xfrm>
            <a:off x="5366630" y="0"/>
            <a:ext cx="3600360" cy="1800180"/>
          </a:xfrm>
          <a:custGeom>
            <a:avLst/>
            <a:gdLst>
              <a:gd name="connsiteX0" fmla="*/ 0 w 3600360"/>
              <a:gd name="connsiteY0" fmla="*/ 0 h 1800180"/>
              <a:gd name="connsiteX1" fmla="*/ 3600360 w 3600360"/>
              <a:gd name="connsiteY1" fmla="*/ 0 h 1800180"/>
              <a:gd name="connsiteX2" fmla="*/ 1800180 w 3600360"/>
              <a:gd name="connsiteY2" fmla="*/ 1800180 h 1800180"/>
            </a:gdLst>
            <a:ahLst/>
            <a:cxnLst>
              <a:cxn ang="0">
                <a:pos x="connsiteX0" y="connsiteY0"/>
              </a:cxn>
              <a:cxn ang="0">
                <a:pos x="connsiteX1" y="connsiteY1"/>
              </a:cxn>
              <a:cxn ang="0">
                <a:pos x="connsiteX2" y="connsiteY2"/>
              </a:cxn>
            </a:cxnLst>
            <a:rect l="l" t="t" r="r" b="b"/>
            <a:pathLst>
              <a:path w="3600360" h="1800180">
                <a:moveTo>
                  <a:pt x="0" y="0"/>
                </a:moveTo>
                <a:lnTo>
                  <a:pt x="3600360" y="0"/>
                </a:lnTo>
                <a:lnTo>
                  <a:pt x="1800180" y="180018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8" name="任意多边形: 形状 17">
            <a:extLst>
              <a:ext uri="{FF2B5EF4-FFF2-40B4-BE49-F238E27FC236}">
                <a16:creationId xmlns:a16="http://schemas.microsoft.com/office/drawing/2014/main" id="{3213136D-C5FD-2BD9-58E8-AA856F0FDBDE}"/>
              </a:ext>
            </a:extLst>
          </p:cNvPr>
          <p:cNvSpPr/>
          <p:nvPr>
            <p:custDataLst>
              <p:tags r:id="rId7"/>
            </p:custDataLst>
          </p:nvPr>
        </p:nvSpPr>
        <p:spPr>
          <a:xfrm>
            <a:off x="10182270" y="0"/>
            <a:ext cx="2028780" cy="1800180"/>
          </a:xfrm>
          <a:custGeom>
            <a:avLst/>
            <a:gdLst>
              <a:gd name="connsiteX0" fmla="*/ 0 w 2028780"/>
              <a:gd name="connsiteY0" fmla="*/ 0 h 1800180"/>
              <a:gd name="connsiteX1" fmla="*/ 2028780 w 2028780"/>
              <a:gd name="connsiteY1" fmla="*/ 0 h 1800180"/>
              <a:gd name="connsiteX2" fmla="*/ 2028780 w 2028780"/>
              <a:gd name="connsiteY2" fmla="*/ 1571580 h 1800180"/>
              <a:gd name="connsiteX3" fmla="*/ 1800180 w 2028780"/>
              <a:gd name="connsiteY3" fmla="*/ 1800180 h 1800180"/>
            </a:gdLst>
            <a:ahLst/>
            <a:cxnLst>
              <a:cxn ang="0">
                <a:pos x="connsiteX0" y="connsiteY0"/>
              </a:cxn>
              <a:cxn ang="0">
                <a:pos x="connsiteX1" y="connsiteY1"/>
              </a:cxn>
              <a:cxn ang="0">
                <a:pos x="connsiteX2" y="connsiteY2"/>
              </a:cxn>
              <a:cxn ang="0">
                <a:pos x="connsiteX3" y="connsiteY3"/>
              </a:cxn>
            </a:cxnLst>
            <a:rect l="l" t="t" r="r" b="b"/>
            <a:pathLst>
              <a:path w="2028780" h="1800180">
                <a:moveTo>
                  <a:pt x="0" y="0"/>
                </a:moveTo>
                <a:lnTo>
                  <a:pt x="2028780" y="0"/>
                </a:lnTo>
                <a:lnTo>
                  <a:pt x="2028780" y="1571580"/>
                </a:lnTo>
                <a:lnTo>
                  <a:pt x="1800180" y="180018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9" name="Text1">
            <a:extLst>
              <a:ext uri="{FF2B5EF4-FFF2-40B4-BE49-F238E27FC236}">
                <a16:creationId xmlns:a16="http://schemas.microsoft.com/office/drawing/2014/main" id="{60DD0272-0462-9489-8963-E9490633CD3B}"/>
              </a:ext>
            </a:extLst>
          </p:cNvPr>
          <p:cNvSpPr txBox="1"/>
          <p:nvPr>
            <p:custDataLst>
              <p:tags r:id="rId8"/>
            </p:custDataLst>
          </p:nvPr>
        </p:nvSpPr>
        <p:spPr>
          <a:xfrm>
            <a:off x="1089597" y="1163052"/>
            <a:ext cx="5878181" cy="959968"/>
          </a:xfrm>
          <a:prstGeom prst="rect">
            <a:avLst/>
          </a:prstGeom>
          <a:noFill/>
        </p:spPr>
        <p:txBody>
          <a:bodyPr wrap="square" rtlCol="0" anchor="b" anchorCtr="0">
            <a:normAutofit/>
          </a:bodyPr>
          <a:lstStyle/>
          <a:p>
            <a:pPr marL="0" marR="0" lvl="0" algn="l" defTabSz="914400" rtl="0" eaLnBrk="1" fontAlgn="ctr" latinLnBrk="0" hangingPunct="1">
              <a:lnSpc>
                <a:spcPct val="120000"/>
              </a:lnSpc>
              <a:spcBef>
                <a:spcPts val="0"/>
              </a:spcBef>
              <a:spcAft>
                <a:spcPts val="0"/>
              </a:spcAft>
              <a:buClrTx/>
              <a:buSzTx/>
              <a:buFontTx/>
              <a:buNone/>
              <a:defRPr/>
            </a:pPr>
            <a:r>
              <a:rPr lang="zh-CN" altLang="en-US" sz="3200" b="1" noProof="0">
                <a:ln>
                  <a:noFill/>
                </a:ln>
                <a:effectLst/>
                <a:uLnTx/>
                <a:uFillTx/>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rPr>
              <a:t>未来趋势与挑战</a:t>
            </a:r>
            <a:endParaRPr lang="zh-CN" altLang="en-US" sz="3200" b="1" dirty="0">
              <a:latin typeface="微软雅黑" panose="020B0503020204020204" pitchFamily="34" charset="-122"/>
              <a:ea typeface="微软雅黑" panose="020B0503020204020204" pitchFamily="34" charset="-122"/>
              <a:cs typeface="微软雅黑" panose="020B0503020204020204" charset="-122"/>
              <a:sym typeface="思源黑体 CN" panose="020B0500000000000000" pitchFamily="34" charset="-122"/>
            </a:endParaRPr>
          </a:p>
        </p:txBody>
      </p:sp>
      <p:sp>
        <p:nvSpPr>
          <p:cNvPr id="2" name="矩形: 圆角 1">
            <a:extLst>
              <a:ext uri="{FF2B5EF4-FFF2-40B4-BE49-F238E27FC236}">
                <a16:creationId xmlns:a16="http://schemas.microsoft.com/office/drawing/2014/main" id="{240599DD-DAB0-E636-4EA0-B7B65EB52E9E}"/>
              </a:ext>
            </a:extLst>
          </p:cNvPr>
          <p:cNvSpPr/>
          <p:nvPr>
            <p:custDataLst>
              <p:tags r:id="rId9"/>
            </p:custDataLst>
          </p:nvPr>
        </p:nvSpPr>
        <p:spPr>
          <a:xfrm>
            <a:off x="375329" y="2551504"/>
            <a:ext cx="4521264" cy="721360"/>
          </a:xfrm>
          <a:prstGeom prst="roundRect">
            <a:avLst>
              <a:gd name="adj" fmla="val 8000"/>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圆角 2">
            <a:extLst>
              <a:ext uri="{FF2B5EF4-FFF2-40B4-BE49-F238E27FC236}">
                <a16:creationId xmlns:a16="http://schemas.microsoft.com/office/drawing/2014/main" id="{E8A9E5E2-6D54-75B9-5B24-7EF657949391}"/>
              </a:ext>
            </a:extLst>
          </p:cNvPr>
          <p:cNvSpPr/>
          <p:nvPr>
            <p:custDataLst>
              <p:tags r:id="rId10"/>
            </p:custDataLst>
          </p:nvPr>
        </p:nvSpPr>
        <p:spPr>
          <a:xfrm>
            <a:off x="375329" y="3247464"/>
            <a:ext cx="4521264" cy="50800"/>
          </a:xfrm>
          <a:prstGeom prst="round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圆角 3">
            <a:extLst>
              <a:ext uri="{FF2B5EF4-FFF2-40B4-BE49-F238E27FC236}">
                <a16:creationId xmlns:a16="http://schemas.microsoft.com/office/drawing/2014/main" id="{2B411C24-C4C8-C16D-165E-1315B74E2C53}"/>
              </a:ext>
            </a:extLst>
          </p:cNvPr>
          <p:cNvSpPr/>
          <p:nvPr>
            <p:custDataLst>
              <p:tags r:id="rId11"/>
            </p:custDataLst>
          </p:nvPr>
        </p:nvSpPr>
        <p:spPr>
          <a:xfrm>
            <a:off x="375329" y="3323664"/>
            <a:ext cx="4521264" cy="746760"/>
          </a:xfrm>
          <a:prstGeom prst="roundRect">
            <a:avLst>
              <a:gd name="adj" fmla="val 8000"/>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圆角 4">
            <a:extLst>
              <a:ext uri="{FF2B5EF4-FFF2-40B4-BE49-F238E27FC236}">
                <a16:creationId xmlns:a16="http://schemas.microsoft.com/office/drawing/2014/main" id="{7A871BE8-8B51-69EE-D166-398551E92B7B}"/>
              </a:ext>
            </a:extLst>
          </p:cNvPr>
          <p:cNvSpPr/>
          <p:nvPr>
            <p:custDataLst>
              <p:tags r:id="rId12"/>
            </p:custDataLst>
          </p:nvPr>
        </p:nvSpPr>
        <p:spPr>
          <a:xfrm>
            <a:off x="375329" y="4045024"/>
            <a:ext cx="4521264" cy="50800"/>
          </a:xfrm>
          <a:prstGeom prst="round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a16="http://schemas.microsoft.com/office/drawing/2014/main" id="{6279C1CC-A931-0113-109F-51AC6F608E2D}"/>
              </a:ext>
            </a:extLst>
          </p:cNvPr>
          <p:cNvSpPr/>
          <p:nvPr>
            <p:custDataLst>
              <p:tags r:id="rId13"/>
            </p:custDataLst>
          </p:nvPr>
        </p:nvSpPr>
        <p:spPr>
          <a:xfrm>
            <a:off x="375329" y="4070424"/>
            <a:ext cx="4521264" cy="746760"/>
          </a:xfrm>
          <a:prstGeom prst="roundRect">
            <a:avLst>
              <a:gd name="adj" fmla="val 8000"/>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a16="http://schemas.microsoft.com/office/drawing/2014/main" id="{7980F298-5A06-A8A8-BA09-40A46A019584}"/>
              </a:ext>
            </a:extLst>
          </p:cNvPr>
          <p:cNvSpPr/>
          <p:nvPr>
            <p:custDataLst>
              <p:tags r:id="rId14"/>
            </p:custDataLst>
          </p:nvPr>
        </p:nvSpPr>
        <p:spPr>
          <a:xfrm>
            <a:off x="375329" y="4791784"/>
            <a:ext cx="4521264" cy="50800"/>
          </a:xfrm>
          <a:prstGeom prst="roundRect">
            <a:avLst/>
          </a:prstGeom>
          <a:solidFill>
            <a:schemeClr val="accent1"/>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AFAF4CFC-490A-A8B7-D833-EDEA9F07703B}"/>
              </a:ext>
            </a:extLst>
          </p:cNvPr>
          <p:cNvSpPr/>
          <p:nvPr>
            <p:custDataLst>
              <p:tags r:id="rId15"/>
            </p:custDataLst>
          </p:nvPr>
        </p:nvSpPr>
        <p:spPr>
          <a:xfrm>
            <a:off x="375329" y="4817184"/>
            <a:ext cx="4521264" cy="770636"/>
          </a:xfrm>
          <a:prstGeom prst="roundRect">
            <a:avLst>
              <a:gd name="adj" fmla="val 8000"/>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ext2">
            <a:extLst>
              <a:ext uri="{FF2B5EF4-FFF2-40B4-BE49-F238E27FC236}">
                <a16:creationId xmlns:a16="http://schemas.microsoft.com/office/drawing/2014/main" id="{1D5EBF4A-6D42-8B97-3035-6097CDCF471E}"/>
              </a:ext>
            </a:extLst>
          </p:cNvPr>
          <p:cNvSpPr txBox="1"/>
          <p:nvPr>
            <p:custDataLst>
              <p:tags r:id="rId16"/>
            </p:custDataLst>
          </p:nvPr>
        </p:nvSpPr>
        <p:spPr>
          <a:xfrm>
            <a:off x="441379" y="2495638"/>
            <a:ext cx="5885760" cy="3077737"/>
          </a:xfrm>
          <a:prstGeom prst="rect">
            <a:avLst/>
          </a:prstGeom>
          <a:noFill/>
          <a:ln>
            <a:noFill/>
          </a:ln>
        </p:spPr>
        <p:txBody>
          <a:bodyPr spcFirstLastPara="1" wrap="square" lIns="60950" tIns="30466" rIns="60950" bIns="30466" anchor="t" anchorCtr="0">
            <a:normAutofit/>
          </a:bodyPr>
          <a:lstStyle/>
          <a:p>
            <a:pPr marL="0" marR="0" lvl="0" algn="just" defTabSz="914400" rtl="0" eaLnBrk="1" fontAlgn="ctr" latinLnBrk="0" hangingPunct="1">
              <a:lnSpc>
                <a:spcPct val="130000"/>
              </a:lnSpc>
              <a:spcBef>
                <a:spcPts val="250"/>
              </a:spcBef>
              <a:spcAft>
                <a:spcPts val="250"/>
              </a:spcAft>
              <a:buClrTx/>
              <a:buSzTx/>
              <a:buFontTx/>
              <a:buNone/>
              <a:defRPr/>
            </a:pP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1.</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技术发展展望</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讨论深度学习、强化学习等技术的未来发展趋势。</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2.</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数据隐私与安全</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随着数据量的增加，数据隐私和安全问题将成为重要议题。</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3.</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算法偏见与公平性</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25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算法偏见可能导致不公平后果，如何解决这个问题仍是挑战。</a:t>
            </a:r>
            <a:r>
              <a:rPr kumimoji="0" lang="zh-CN" altLang="en-US" sz="1400" b="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
</a:t>
            </a:r>
            <a:r>
              <a:rPr kumimoji="0" lang="en-US" altLang="zh-CN"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4.</a:t>
            </a:r>
            <a:r>
              <a:rPr kumimoji="0" lang="zh-CN" altLang="en-US" sz="16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计算资源与效率</a:t>
            </a:r>
            <a:endParaRPr kumimoji="0" lang="zh-CN" altLang="en-US" sz="14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a:p>
            <a:pPr marL="0" marR="0" lvl="0" algn="just" defTabSz="914400" rtl="0" eaLnBrk="1" fontAlgn="t" latinLnBrk="0" hangingPunct="1">
              <a:lnSpc>
                <a:spcPct val="130000"/>
              </a:lnSpc>
              <a:spcBef>
                <a:spcPts val="300"/>
              </a:spcBef>
              <a:spcAft>
                <a:spcPts val="250"/>
              </a:spcAft>
              <a:buClrTx/>
              <a:buSzTx/>
              <a:buFontTx/>
              <a:buNone/>
              <a:defRPr/>
            </a:pPr>
            <a:r>
              <a:rPr kumimoji="0" lang="zh-CN" altLang="en-US" sz="1200" i="0" u="none" strike="noStrike" kern="1200" cap="none" spc="0" normalizeH="0" baseline="0" noProof="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rPr>
              <a:t>提升模型效率、减少计算资源需求是机器学习技术进步的关键。</a:t>
            </a:r>
            <a:endParaRPr kumimoji="0" lang="zh-CN" altLang="en-US" sz="1200" i="0" u="none" strike="noStrike" kern="1200" cap="none" spc="0" normalizeH="0" baseline="0" noProof="0" dirty="0">
              <a:ln>
                <a:noFill/>
              </a:ln>
              <a:solidFill>
                <a:schemeClr val="bg2"/>
              </a:solidFill>
              <a:effectLst/>
              <a:uLnTx/>
              <a:uFillTx/>
              <a:latin typeface="微软雅黑" panose="020B0503020204020204" pitchFamily="34" charset="-122"/>
              <a:ea typeface="微软雅黑" panose="020B0503020204020204" pitchFamily="34" charset="-122"/>
              <a:cs typeface="+mn-ea"/>
              <a:sym typeface="思源黑体 CN" panose="020B0500000000000000" pitchFamily="34" charset="-122"/>
            </a:endParaRPr>
          </a:p>
        </p:txBody>
      </p:sp>
      <p:sp>
        <p:nvSpPr>
          <p:cNvPr id="26" name="任意多边形: 形状 25">
            <a:extLst>
              <a:ext uri="{FF2B5EF4-FFF2-40B4-BE49-F238E27FC236}">
                <a16:creationId xmlns:a16="http://schemas.microsoft.com/office/drawing/2014/main" id="{DB4685CB-84FD-7DC3-AC9F-884F449694F5}"/>
              </a:ext>
            </a:extLst>
          </p:cNvPr>
          <p:cNvSpPr/>
          <p:nvPr>
            <p:custDataLst>
              <p:tags r:id="rId17"/>
            </p:custDataLst>
          </p:nvPr>
        </p:nvSpPr>
        <p:spPr>
          <a:xfrm rot="12989376">
            <a:off x="-393685" y="6394701"/>
            <a:ext cx="1608395" cy="759960"/>
          </a:xfrm>
          <a:custGeom>
            <a:avLst/>
            <a:gdLst>
              <a:gd name="connsiteX0" fmla="*/ 1608395 w 1608395"/>
              <a:gd name="connsiteY0" fmla="*/ 759960 h 759960"/>
              <a:gd name="connsiteX1" fmla="*/ 0 w 1608395"/>
              <a:gd name="connsiteY1" fmla="*/ 759960 h 759960"/>
              <a:gd name="connsiteX2" fmla="*/ 1027417 w 1608395"/>
              <a:gd name="connsiteY2" fmla="*/ 0 h 759960"/>
              <a:gd name="connsiteX3" fmla="*/ 1608395 w 1608395"/>
              <a:gd name="connsiteY3" fmla="*/ 759960 h 759960"/>
            </a:gdLst>
            <a:ahLst/>
            <a:cxnLst>
              <a:cxn ang="0">
                <a:pos x="connsiteX0" y="connsiteY0"/>
              </a:cxn>
              <a:cxn ang="0">
                <a:pos x="connsiteX1" y="connsiteY1"/>
              </a:cxn>
              <a:cxn ang="0">
                <a:pos x="connsiteX2" y="connsiteY2"/>
              </a:cxn>
              <a:cxn ang="0">
                <a:pos x="connsiteX3" y="connsiteY3"/>
              </a:cxn>
            </a:cxnLst>
            <a:rect l="l" t="t" r="r" b="b"/>
            <a:pathLst>
              <a:path w="1608395" h="759960">
                <a:moveTo>
                  <a:pt x="1608395" y="759960"/>
                </a:moveTo>
                <a:lnTo>
                  <a:pt x="0" y="759960"/>
                </a:lnTo>
                <a:lnTo>
                  <a:pt x="1027417" y="0"/>
                </a:lnTo>
                <a:lnTo>
                  <a:pt x="1608395" y="759960"/>
                </a:lnTo>
                <a:close/>
              </a:path>
            </a:pathLst>
          </a:cu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pic>
        <p:nvPicPr>
          <p:cNvPr id="13" name="Shape3">
            <a:extLst>
              <a:ext uri="{FF2B5EF4-FFF2-40B4-BE49-F238E27FC236}">
                <a16:creationId xmlns:a16="http://schemas.microsoft.com/office/drawing/2014/main" id="{8B0C377E-6FE5-6651-57EE-B72787DE3E36}"/>
              </a:ext>
            </a:extLst>
          </p:cNvPr>
          <p:cNvPicPr>
            <a:picLocks/>
          </p:cNvPicPr>
          <p:nvPr>
            <p:custDataLst>
              <p:tags r:id="rId18"/>
            </p:custDataLst>
          </p:nvPr>
        </p:nvPicPr>
        <p:blipFill>
          <a:blip r:embed="rId23">
            <a:extLst>
              <a:ext uri="{96DAC541-7B7A-43D3-8B79-37D633B846F1}">
                <asvg:svgBlip xmlns:asvg="http://schemas.microsoft.com/office/drawing/2016/SVG/main" r:embed="rId24"/>
              </a:ext>
            </a:extLst>
          </a:blip>
          <a:stretch>
            <a:fillRect/>
          </a:stretch>
        </p:blipFill>
        <p:spPr>
          <a:xfrm>
            <a:off x="532321" y="1537804"/>
            <a:ext cx="585216" cy="585216"/>
          </a:xfrm>
          <a:prstGeom prst="rect">
            <a:avLst/>
          </a:prstGeom>
        </p:spPr>
      </p:pic>
    </p:spTree>
    <p:custDataLst>
      <p:custData r:id="rId1"/>
      <p:tags r:id="rId2"/>
    </p:custDataLst>
    <p:extLst>
      <p:ext uri="{BB962C8B-B14F-4D97-AF65-F5344CB8AC3E}">
        <p14:creationId xmlns:p14="http://schemas.microsoft.com/office/powerpoint/2010/main" val="3760563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entr" presetSubtype="0" fill="hold" grpId="0" nodeType="withEffect">
                                  <p:stCondLst>
                                    <p:cond delay="0"/>
                                  </p:stCondLst>
                                  <p:childTnLst>
                                    <p:set>
                                      <p:cBhvr>
                                        <p:cTn id="6" dur="1" fill="hold">
                                          <p:stCondLst>
                                            <p:cond delay="0"/>
                                          </p:stCondLst>
                                        </p:cTn>
                                        <p:tgtEl>
                                          <p:spTgt spid="28"/>
                                        </p:tgtEl>
                                        <p:attrNameLst>
                                          <p:attrName>style.visibility</p:attrName>
                                        </p:attrNameLst>
                                      </p:cBhvr>
                                      <p:to>
                                        <p:strVal val="visible"/>
                                      </p:to>
                                    </p:set>
                                    <p:anim to="" calcmode="lin" valueType="num">
                                      <p:cBhvr>
                                        <p:cTn id="7" dur="500" fill="hold">
                                          <p:stCondLst>
                                            <p:cond delay="0"/>
                                          </p:stCondLst>
                                        </p:cTn>
                                        <p:tgtEl>
                                          <p:spTgt spid="2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8" dur="500" fill="hold">
                                          <p:stCondLst>
                                            <p:cond delay="0"/>
                                          </p:stCondLst>
                                        </p:cTn>
                                        <p:tgtEl>
                                          <p:spTgt spid="2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9" dur="500" fill="hold">
                                          <p:stCondLst>
                                            <p:cond delay="0"/>
                                          </p:stCondLst>
                                        </p:cTn>
                                        <p:tgtEl>
                                          <p:spTgt spid="28"/>
                                        </p:tgtEl>
                                        <p:attrNameLst>
                                          <p:attrName>style.opacity</p:attrName>
                                        </p:attrNameLst>
                                      </p:cBhvr>
                                      <p:tavLst>
                                        <p:tav tm="0">
                                          <p:val>
                                            <p:strVal val="0"/>
                                          </p:val>
                                        </p:tav>
                                        <p:tav tm="100000">
                                          <p:val>
                                            <p:strVal val="1"/>
                                          </p:val>
                                        </p:tav>
                                      </p:tavLst>
                                    </p:anim>
                                  </p:childTnLst>
                                </p:cTn>
                              </p:par>
                              <p:par>
                                <p:cTn id="10" presetID="0" presetClass="entr" presetSubtype="0" fill="hold" grpId="0" nodeType="withEffect">
                                  <p:stCondLst>
                                    <p:cond delay="0"/>
                                  </p:stCondLst>
                                  <p:childTnLst>
                                    <p:set>
                                      <p:cBhvr>
                                        <p:cTn id="11" dur="1" fill="hold">
                                          <p:stCondLst>
                                            <p:cond delay="0"/>
                                          </p:stCondLst>
                                        </p:cTn>
                                        <p:tgtEl>
                                          <p:spTgt spid="14"/>
                                        </p:tgtEl>
                                        <p:attrNameLst>
                                          <p:attrName>style.visibility</p:attrName>
                                        </p:attrNameLst>
                                      </p:cBhvr>
                                      <p:to>
                                        <p:strVal val="visible"/>
                                      </p:to>
                                    </p:set>
                                    <p:anim to="" calcmode="lin" valueType="num">
                                      <p:cBhvr>
                                        <p:cTn id="12" dur="500" fill="hold">
                                          <p:stCondLst>
                                            <p:cond delay="0"/>
                                          </p:stCondLst>
                                        </p:cTn>
                                        <p:tgtEl>
                                          <p:spTgt spid="1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3" dur="500" fill="hold">
                                          <p:stCondLst>
                                            <p:cond delay="0"/>
                                          </p:stCondLst>
                                        </p:cTn>
                                        <p:tgtEl>
                                          <p:spTgt spid="1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4" dur="500" fill="hold">
                                          <p:stCondLst>
                                            <p:cond delay="0"/>
                                          </p:stCondLst>
                                        </p:cTn>
                                        <p:tgtEl>
                                          <p:spTgt spid="14"/>
                                        </p:tgtEl>
                                        <p:attrNameLst>
                                          <p:attrName>style.opacity</p:attrName>
                                        </p:attrNameLst>
                                      </p:cBhvr>
                                      <p:tavLst>
                                        <p:tav tm="0">
                                          <p:val>
                                            <p:strVal val="0"/>
                                          </p:val>
                                        </p:tav>
                                        <p:tav tm="100000">
                                          <p:val>
                                            <p:strVal val="1"/>
                                          </p:val>
                                        </p:tav>
                                      </p:tavLst>
                                    </p:anim>
                                  </p:childTnLst>
                                </p:cTn>
                              </p:par>
                              <p:par>
                                <p:cTn id="15" presetID="0"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anim to="" calcmode="lin" valueType="num">
                                      <p:cBhvr>
                                        <p:cTn id="17" dur="500" fill="hold">
                                          <p:stCondLst>
                                            <p:cond delay="0"/>
                                          </p:stCondLst>
                                        </p:cTn>
                                        <p:tgtEl>
                                          <p:spTgt spid="1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18" dur="500" fill="hold">
                                          <p:stCondLst>
                                            <p:cond delay="0"/>
                                          </p:stCondLst>
                                        </p:cTn>
                                        <p:tgtEl>
                                          <p:spTgt spid="1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19" dur="500" fill="hold">
                                          <p:stCondLst>
                                            <p:cond delay="0"/>
                                          </p:stCondLst>
                                        </p:cTn>
                                        <p:tgtEl>
                                          <p:spTgt spid="16"/>
                                        </p:tgtEl>
                                        <p:attrNameLst>
                                          <p:attrName>style.opacity</p:attrName>
                                        </p:attrNameLst>
                                      </p:cBhvr>
                                      <p:tavLst>
                                        <p:tav tm="0">
                                          <p:val>
                                            <p:strVal val="0"/>
                                          </p:val>
                                        </p:tav>
                                        <p:tav tm="100000">
                                          <p:val>
                                            <p:strVal val="1"/>
                                          </p:val>
                                        </p:tav>
                                      </p:tavLst>
                                    </p:anim>
                                  </p:childTnLst>
                                </p:cTn>
                              </p:par>
                              <p:par>
                                <p:cTn id="20" presetID="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 to="" calcmode="lin" valueType="num">
                                      <p:cBhvr>
                                        <p:cTn id="22" dur="500" fill="hold">
                                          <p:stCondLst>
                                            <p:cond delay="0"/>
                                          </p:stCondLst>
                                        </p:cTn>
                                        <p:tgtEl>
                                          <p:spTgt spid="12"/>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3" dur="500" fill="hold">
                                          <p:stCondLst>
                                            <p:cond delay="0"/>
                                          </p:stCondLst>
                                        </p:cTn>
                                        <p:tgtEl>
                                          <p:spTgt spid="12"/>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4" dur="500" fill="hold">
                                          <p:stCondLst>
                                            <p:cond delay="0"/>
                                          </p:stCondLst>
                                        </p:cTn>
                                        <p:tgtEl>
                                          <p:spTgt spid="12"/>
                                        </p:tgtEl>
                                        <p:attrNameLst>
                                          <p:attrName>style.opacity</p:attrName>
                                        </p:attrNameLst>
                                      </p:cBhvr>
                                      <p:tavLst>
                                        <p:tav tm="0">
                                          <p:val>
                                            <p:strVal val="0"/>
                                          </p:val>
                                        </p:tav>
                                        <p:tav tm="100000">
                                          <p:val>
                                            <p:strVal val="1"/>
                                          </p:val>
                                        </p:tav>
                                      </p:tavLst>
                                    </p:anim>
                                  </p:childTnLst>
                                </p:cTn>
                              </p:par>
                              <p:par>
                                <p:cTn id="25" presetID="0"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anim to="" calcmode="lin" valueType="num">
                                      <p:cBhvr>
                                        <p:cTn id="27" dur="500" fill="hold">
                                          <p:stCondLst>
                                            <p:cond delay="0"/>
                                          </p:stCondLst>
                                        </p:cTn>
                                        <p:tgtEl>
                                          <p:spTgt spid="1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28" dur="500" fill="hold">
                                          <p:stCondLst>
                                            <p:cond delay="0"/>
                                          </p:stCondLst>
                                        </p:cTn>
                                        <p:tgtEl>
                                          <p:spTgt spid="1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29" dur="500" fill="hold">
                                          <p:stCondLst>
                                            <p:cond delay="0"/>
                                          </p:stCondLst>
                                        </p:cTn>
                                        <p:tgtEl>
                                          <p:spTgt spid="18"/>
                                        </p:tgtEl>
                                        <p:attrNameLst>
                                          <p:attrName>style.opacity</p:attrName>
                                        </p:attrNameLst>
                                      </p:cBhvr>
                                      <p:tavLst>
                                        <p:tav tm="0">
                                          <p:val>
                                            <p:strVal val="0"/>
                                          </p:val>
                                        </p:tav>
                                        <p:tav tm="100000">
                                          <p:val>
                                            <p:strVal val="1"/>
                                          </p:val>
                                        </p:tav>
                                      </p:tavLst>
                                    </p:anim>
                                  </p:childTnLst>
                                </p:cTn>
                              </p:par>
                              <p:par>
                                <p:cTn id="30" presetID="0" presetClass="entr" presetSubtype="0" fill="hold" grpId="0" nodeType="withEffect" nodePh="1">
                                  <p:stCondLst>
                                    <p:cond delay="0"/>
                                  </p:stCondLst>
                                  <p:endCondLst>
                                    <p:cond evt="begin" delay="0">
                                      <p:tn val="30"/>
                                    </p:cond>
                                  </p:endCondLst>
                                  <p:childTnLst>
                                    <p:set>
                                      <p:cBhvr>
                                        <p:cTn id="31" dur="1" fill="hold">
                                          <p:stCondLst>
                                            <p:cond delay="0"/>
                                          </p:stCondLst>
                                        </p:cTn>
                                        <p:tgtEl>
                                          <p:spTgt spid="2"/>
                                        </p:tgtEl>
                                        <p:attrNameLst>
                                          <p:attrName>style.visibility</p:attrName>
                                        </p:attrNameLst>
                                      </p:cBhvr>
                                      <p:to>
                                        <p:strVal val="visible"/>
                                      </p:to>
                                    </p:set>
                                    <p:anim to="" calcmode="lin" valueType="num">
                                      <p:cBhvr>
                                        <p:cTn id="32" dur="500" fill="hold">
                                          <p:stCondLst>
                                            <p:cond delay="0"/>
                                          </p:stCondLst>
                                        </p:cTn>
                                        <p:tgtEl>
                                          <p:spTgt spid="2"/>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33" dur="500" fill="hold">
                                          <p:stCondLst>
                                            <p:cond delay="0"/>
                                          </p:stCondLst>
                                        </p:cTn>
                                        <p:tgtEl>
                                          <p:spTgt spid="2"/>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34" dur="500" fill="hold">
                                          <p:stCondLst>
                                            <p:cond delay="0"/>
                                          </p:stCondLst>
                                        </p:cTn>
                                        <p:tgtEl>
                                          <p:spTgt spid="2"/>
                                        </p:tgtEl>
                                        <p:attrNameLst>
                                          <p:attrName>style.opacity</p:attrName>
                                        </p:attrNameLst>
                                      </p:cBhvr>
                                      <p:tavLst>
                                        <p:tav tm="0">
                                          <p:val>
                                            <p:strVal val="0"/>
                                          </p:val>
                                        </p:tav>
                                        <p:tav tm="100000">
                                          <p:val>
                                            <p:strVal val="1"/>
                                          </p:val>
                                        </p:tav>
                                      </p:tavLst>
                                    </p:anim>
                                  </p:childTnLst>
                                </p:cTn>
                              </p:par>
                              <p:par>
                                <p:cTn id="35" presetID="0" presetClass="entr" presetSubtype="0" fill="hold" grpId="0" nodeType="withEffect">
                                  <p:stCondLst>
                                    <p:cond delay="28"/>
                                  </p:stCondLst>
                                  <p:childTnLst>
                                    <p:set>
                                      <p:cBhvr>
                                        <p:cTn id="36" dur="1" fill="hold">
                                          <p:stCondLst>
                                            <p:cond delay="0"/>
                                          </p:stCondLst>
                                        </p:cTn>
                                        <p:tgtEl>
                                          <p:spTgt spid="3"/>
                                        </p:tgtEl>
                                        <p:attrNameLst>
                                          <p:attrName>style.visibility</p:attrName>
                                        </p:attrNameLst>
                                      </p:cBhvr>
                                      <p:to>
                                        <p:strVal val="visible"/>
                                      </p:to>
                                    </p:set>
                                    <p:animMotion origin="layout" path="M -1.1854193 0 L 0 0 E" pathEditMode="relative">
                                      <p:cBhvr from="" to="">
                                        <p:cTn id="37" dur="200" fill="hold">
                                          <p:stCondLst>
                                            <p:cond delay="0"/>
                                          </p:stCondLst>
                                        </p:cTn>
                                        <p:tgtEl>
                                          <p:spTgt spid="3"/>
                                        </p:tgtEl>
                                        <p:attrNameLst>
                                          <p:attrName>ppt_x</p:attrName>
                                          <p:attrName>ppt_y</p:attrName>
                                        </p:attrNameLst>
                                      </p:cBhvr>
                                    </p:animMotion>
                                  </p:childTnLst>
                                </p:cTn>
                              </p:par>
                              <p:par>
                                <p:cTn id="38" presetID="0" presetClass="entr" presetSubtype="0" fill="hold" grpId="0" nodeType="withEffect" nodePh="1">
                                  <p:stCondLst>
                                    <p:cond delay="0"/>
                                  </p:stCondLst>
                                  <p:endCondLst>
                                    <p:cond evt="begin" delay="0">
                                      <p:tn val="38"/>
                                    </p:cond>
                                  </p:endCondLst>
                                  <p:childTnLst>
                                    <p:set>
                                      <p:cBhvr>
                                        <p:cTn id="39" dur="1" fill="hold">
                                          <p:stCondLst>
                                            <p:cond delay="0"/>
                                          </p:stCondLst>
                                        </p:cTn>
                                        <p:tgtEl>
                                          <p:spTgt spid="4"/>
                                        </p:tgtEl>
                                        <p:attrNameLst>
                                          <p:attrName>style.visibility</p:attrName>
                                        </p:attrNameLst>
                                      </p:cBhvr>
                                      <p:to>
                                        <p:strVal val="visible"/>
                                      </p:to>
                                    </p:set>
                                    <p:anim to="" calcmode="lin" valueType="num">
                                      <p:cBhvr>
                                        <p:cTn id="40" dur="500" fill="hold">
                                          <p:stCondLst>
                                            <p:cond delay="0"/>
                                          </p:stCondLst>
                                        </p:cTn>
                                        <p:tgtEl>
                                          <p:spTgt spid="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1" dur="500" fill="hold">
                                          <p:stCondLst>
                                            <p:cond delay="0"/>
                                          </p:stCondLst>
                                        </p:cTn>
                                        <p:tgtEl>
                                          <p:spTgt spid="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42" dur="500" fill="hold">
                                          <p:stCondLst>
                                            <p:cond delay="0"/>
                                          </p:stCondLst>
                                        </p:cTn>
                                        <p:tgtEl>
                                          <p:spTgt spid="4"/>
                                        </p:tgtEl>
                                        <p:attrNameLst>
                                          <p:attrName>style.opacity</p:attrName>
                                        </p:attrNameLst>
                                      </p:cBhvr>
                                      <p:tavLst>
                                        <p:tav tm="0">
                                          <p:val>
                                            <p:strVal val="0"/>
                                          </p:val>
                                        </p:tav>
                                        <p:tav tm="100000">
                                          <p:val>
                                            <p:strVal val="1"/>
                                          </p:val>
                                        </p:tav>
                                      </p:tavLst>
                                    </p:anim>
                                  </p:childTnLst>
                                </p:cTn>
                              </p:par>
                              <p:par>
                                <p:cTn id="43" presetID="0" presetClass="entr" presetSubtype="0" fill="hold" grpId="0" nodeType="withEffect">
                                  <p:stCondLst>
                                    <p:cond delay="37"/>
                                  </p:stCondLst>
                                  <p:childTnLst>
                                    <p:set>
                                      <p:cBhvr>
                                        <p:cTn id="44" dur="1" fill="hold">
                                          <p:stCondLst>
                                            <p:cond delay="0"/>
                                          </p:stCondLst>
                                        </p:cTn>
                                        <p:tgtEl>
                                          <p:spTgt spid="5"/>
                                        </p:tgtEl>
                                        <p:attrNameLst>
                                          <p:attrName>style.visibility</p:attrName>
                                        </p:attrNameLst>
                                      </p:cBhvr>
                                      <p:to>
                                        <p:strVal val="visible"/>
                                      </p:to>
                                    </p:set>
                                    <p:animMotion origin="layout" path="M -1.1854193 0 L 0 0 E" pathEditMode="relative">
                                      <p:cBhvr from="" to="">
                                        <p:cTn id="45" dur="200" fill="hold">
                                          <p:stCondLst>
                                            <p:cond delay="0"/>
                                          </p:stCondLst>
                                        </p:cTn>
                                        <p:tgtEl>
                                          <p:spTgt spid="5"/>
                                        </p:tgtEl>
                                        <p:attrNameLst>
                                          <p:attrName>ppt_x</p:attrName>
                                          <p:attrName>ppt_y</p:attrName>
                                        </p:attrNameLst>
                                      </p:cBhvr>
                                    </p:animMotion>
                                  </p:childTnLst>
                                </p:cTn>
                              </p:par>
                              <p:par>
                                <p:cTn id="46" presetID="0" presetClass="entr" presetSubtype="0" fill="hold" grpId="0" nodeType="withEffect" nodePh="1">
                                  <p:stCondLst>
                                    <p:cond delay="0"/>
                                  </p:stCondLst>
                                  <p:endCondLst>
                                    <p:cond evt="begin" delay="0">
                                      <p:tn val="46"/>
                                    </p:cond>
                                  </p:endCondLst>
                                  <p:childTnLst>
                                    <p:set>
                                      <p:cBhvr>
                                        <p:cTn id="47" dur="1" fill="hold">
                                          <p:stCondLst>
                                            <p:cond delay="0"/>
                                          </p:stCondLst>
                                        </p:cTn>
                                        <p:tgtEl>
                                          <p:spTgt spid="6"/>
                                        </p:tgtEl>
                                        <p:attrNameLst>
                                          <p:attrName>style.visibility</p:attrName>
                                        </p:attrNameLst>
                                      </p:cBhvr>
                                      <p:to>
                                        <p:strVal val="visible"/>
                                      </p:to>
                                    </p:set>
                                    <p:anim to="" calcmode="lin" valueType="num">
                                      <p:cBhvr>
                                        <p:cTn id="48" dur="500" fill="hold">
                                          <p:stCondLst>
                                            <p:cond delay="0"/>
                                          </p:stCondLst>
                                        </p:cTn>
                                        <p:tgtEl>
                                          <p:spTgt spid="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9" dur="500" fill="hold">
                                          <p:stCondLst>
                                            <p:cond delay="0"/>
                                          </p:stCondLst>
                                        </p:cTn>
                                        <p:tgtEl>
                                          <p:spTgt spid="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50" dur="500" fill="hold">
                                          <p:stCondLst>
                                            <p:cond delay="0"/>
                                          </p:stCondLst>
                                        </p:cTn>
                                        <p:tgtEl>
                                          <p:spTgt spid="6"/>
                                        </p:tgtEl>
                                        <p:attrNameLst>
                                          <p:attrName>style.opacity</p:attrName>
                                        </p:attrNameLst>
                                      </p:cBhvr>
                                      <p:tavLst>
                                        <p:tav tm="0">
                                          <p:val>
                                            <p:strVal val="0"/>
                                          </p:val>
                                        </p:tav>
                                        <p:tav tm="100000">
                                          <p:val>
                                            <p:strVal val="1"/>
                                          </p:val>
                                        </p:tav>
                                      </p:tavLst>
                                    </p:anim>
                                  </p:childTnLst>
                                </p:cTn>
                              </p:par>
                              <p:par>
                                <p:cTn id="51" presetID="0" presetClass="entr" presetSubtype="0" fill="hold" grpId="0" nodeType="withEffect">
                                  <p:stCondLst>
                                    <p:cond delay="27"/>
                                  </p:stCondLst>
                                  <p:childTnLst>
                                    <p:set>
                                      <p:cBhvr>
                                        <p:cTn id="52" dur="1" fill="hold">
                                          <p:stCondLst>
                                            <p:cond delay="0"/>
                                          </p:stCondLst>
                                        </p:cTn>
                                        <p:tgtEl>
                                          <p:spTgt spid="7"/>
                                        </p:tgtEl>
                                        <p:attrNameLst>
                                          <p:attrName>style.visibility</p:attrName>
                                        </p:attrNameLst>
                                      </p:cBhvr>
                                      <p:to>
                                        <p:strVal val="visible"/>
                                      </p:to>
                                    </p:set>
                                    <p:animMotion origin="layout" path="M -1.1854193 0 L 0 0 E" pathEditMode="relative">
                                      <p:cBhvr from="" to="">
                                        <p:cTn id="53" dur="200" fill="hold">
                                          <p:stCondLst>
                                            <p:cond delay="0"/>
                                          </p:stCondLst>
                                        </p:cTn>
                                        <p:tgtEl>
                                          <p:spTgt spid="7"/>
                                        </p:tgtEl>
                                        <p:attrNameLst>
                                          <p:attrName>ppt_x</p:attrName>
                                          <p:attrName>ppt_y</p:attrName>
                                        </p:attrNameLst>
                                      </p:cBhvr>
                                    </p:animMotion>
                                  </p:childTnLst>
                                </p:cTn>
                              </p:par>
                              <p:par>
                                <p:cTn id="54" presetID="0" presetClass="entr" presetSubtype="0" fill="hold" grpId="0" nodeType="withEffect" nodePh="1">
                                  <p:stCondLst>
                                    <p:cond delay="0"/>
                                  </p:stCondLst>
                                  <p:endCondLst>
                                    <p:cond evt="begin" delay="0">
                                      <p:tn val="54"/>
                                    </p:cond>
                                  </p:endCondLst>
                                  <p:childTnLst>
                                    <p:set>
                                      <p:cBhvr>
                                        <p:cTn id="55" dur="1" fill="hold">
                                          <p:stCondLst>
                                            <p:cond delay="0"/>
                                          </p:stCondLst>
                                        </p:cTn>
                                        <p:tgtEl>
                                          <p:spTgt spid="8"/>
                                        </p:tgtEl>
                                        <p:attrNameLst>
                                          <p:attrName>style.visibility</p:attrName>
                                        </p:attrNameLst>
                                      </p:cBhvr>
                                      <p:to>
                                        <p:strVal val="visible"/>
                                      </p:to>
                                    </p:set>
                                    <p:anim to="" calcmode="lin" valueType="num">
                                      <p:cBhvr>
                                        <p:cTn id="56" dur="500" fill="hold">
                                          <p:stCondLst>
                                            <p:cond delay="0"/>
                                          </p:stCondLst>
                                        </p:cTn>
                                        <p:tgtEl>
                                          <p:spTgt spid="8"/>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57" dur="500" fill="hold">
                                          <p:stCondLst>
                                            <p:cond delay="0"/>
                                          </p:stCondLst>
                                        </p:cTn>
                                        <p:tgtEl>
                                          <p:spTgt spid="8"/>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58" dur="500" fill="hold">
                                          <p:stCondLst>
                                            <p:cond delay="0"/>
                                          </p:stCondLst>
                                        </p:cTn>
                                        <p:tgtEl>
                                          <p:spTgt spid="8"/>
                                        </p:tgtEl>
                                        <p:attrNameLst>
                                          <p:attrName>style.opacity</p:attrName>
                                        </p:attrNameLst>
                                      </p:cBhvr>
                                      <p:tavLst>
                                        <p:tav tm="0">
                                          <p:val>
                                            <p:strVal val="0"/>
                                          </p:val>
                                        </p:tav>
                                        <p:tav tm="100000">
                                          <p:val>
                                            <p:strVal val="1"/>
                                          </p:val>
                                        </p:tav>
                                      </p:tavLst>
                                    </p:anim>
                                  </p:childTnLst>
                                </p:cTn>
                              </p:par>
                              <p:par>
                                <p:cTn id="59" presetID="0" presetClass="entr" presetSubtype="0" fill="hold" grpId="0" nodeType="withEffect">
                                  <p:stCondLst>
                                    <p:cond delay="0"/>
                                  </p:stCondLst>
                                  <p:childTnLst>
                                    <p:set>
                                      <p:cBhvr>
                                        <p:cTn id="60" dur="1" fill="hold">
                                          <p:stCondLst>
                                            <p:cond delay="0"/>
                                          </p:stCondLst>
                                        </p:cTn>
                                        <p:tgtEl>
                                          <p:spTgt spid="10"/>
                                        </p:tgtEl>
                                        <p:attrNameLst>
                                          <p:attrName>style.visibility</p:attrName>
                                        </p:attrNameLst>
                                      </p:cBhvr>
                                      <p:to>
                                        <p:strVal val="visible"/>
                                      </p:to>
                                    </p:set>
                                    <p:anim to="" calcmode="lin" valueType="num">
                                      <p:cBhvr>
                                        <p:cTn id="61" dur="500" fill="hold">
                                          <p:stCondLst>
                                            <p:cond delay="0"/>
                                          </p:stCondLst>
                                        </p:cTn>
                                        <p:tgtEl>
                                          <p:spTgt spid="10"/>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62" dur="500" fill="hold">
                                          <p:stCondLst>
                                            <p:cond delay="0"/>
                                          </p:stCondLst>
                                        </p:cTn>
                                        <p:tgtEl>
                                          <p:spTgt spid="10"/>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63" dur="500" fill="hold">
                                          <p:stCondLst>
                                            <p:cond delay="0"/>
                                          </p:stCondLst>
                                        </p:cTn>
                                        <p:tgtEl>
                                          <p:spTgt spid="10"/>
                                        </p:tgtEl>
                                        <p:attrNameLst>
                                          <p:attrName>style.opacity</p:attrName>
                                        </p:attrNameLst>
                                      </p:cBhvr>
                                      <p:tavLst>
                                        <p:tav tm="0">
                                          <p:val>
                                            <p:strVal val="0"/>
                                          </p:val>
                                        </p:tav>
                                        <p:tav tm="100000">
                                          <p:val>
                                            <p:strVal val="1"/>
                                          </p:val>
                                        </p:tav>
                                      </p:tavLst>
                                    </p:anim>
                                  </p:childTnLst>
                                </p:cTn>
                              </p:par>
                              <p:par>
                                <p:cTn id="64" presetID="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 to="" calcmode="lin" valueType="num">
                                      <p:cBhvr>
                                        <p:cTn id="66" dur="500" fill="hold">
                                          <p:stCondLst>
                                            <p:cond delay="0"/>
                                          </p:stCondLst>
                                        </p:cTn>
                                        <p:tgtEl>
                                          <p:spTgt spid="2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67" dur="500" fill="hold">
                                          <p:stCondLst>
                                            <p:cond delay="0"/>
                                          </p:stCondLst>
                                        </p:cTn>
                                        <p:tgtEl>
                                          <p:spTgt spid="2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68" dur="500" fill="hold">
                                          <p:stCondLst>
                                            <p:cond delay="0"/>
                                          </p:stCondLst>
                                        </p:cTn>
                                        <p:tgtEl>
                                          <p:spTgt spid="26"/>
                                        </p:tgtEl>
                                        <p:attrNameLst>
                                          <p:attrName>style.opacity</p:attrName>
                                        </p:attrNameLst>
                                      </p:cBhvr>
                                      <p:tavLst>
                                        <p:tav tm="0">
                                          <p:val>
                                            <p:strVal val="0"/>
                                          </p:val>
                                        </p:tav>
                                        <p:tav tm="100000">
                                          <p:val>
                                            <p:strVal val="1"/>
                                          </p:val>
                                        </p:tav>
                                      </p:tavLst>
                                    </p:anim>
                                  </p:childTnLst>
                                </p:cTn>
                              </p:par>
                              <p:par>
                                <p:cTn id="69" presetID="0" presetClass="entr" presetSubtype="0" fill="hold" nodeType="withEffect">
                                  <p:stCondLst>
                                    <p:cond delay="0"/>
                                  </p:stCondLst>
                                  <p:childTnLst>
                                    <p:set>
                                      <p:cBhvr>
                                        <p:cTn id="70" dur="1" fill="hold">
                                          <p:stCondLst>
                                            <p:cond delay="0"/>
                                          </p:stCondLst>
                                        </p:cTn>
                                        <p:tgtEl>
                                          <p:spTgt spid="13"/>
                                        </p:tgtEl>
                                        <p:attrNameLst>
                                          <p:attrName>style.visibility</p:attrName>
                                        </p:attrNameLst>
                                      </p:cBhvr>
                                      <p:to>
                                        <p:strVal val="visible"/>
                                      </p:to>
                                    </p:set>
                                    <p:anim to="" calcmode="lin" valueType="num">
                                      <p:cBhvr>
                                        <p:cTn id="71" dur="500" fill="hold">
                                          <p:stCondLst>
                                            <p:cond delay="0"/>
                                          </p:stCondLst>
                                        </p:cTn>
                                        <p:tgtEl>
                                          <p:spTgt spid="13"/>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72" dur="500" fill="hold">
                                          <p:stCondLst>
                                            <p:cond delay="0"/>
                                          </p:stCondLst>
                                        </p:cTn>
                                        <p:tgtEl>
                                          <p:spTgt spid="13"/>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73" dur="500" fill="hold">
                                          <p:stCondLst>
                                            <p:cond delay="0"/>
                                          </p:stCondLst>
                                        </p:cTn>
                                        <p:tgtEl>
                                          <p:spTgt spid="13"/>
                                        </p:tgtEl>
                                        <p:attrNameLst>
                                          <p:attrName>style.opacity</p:attrName>
                                        </p:attrNameLst>
                                      </p:cBhvr>
                                      <p:tavLst>
                                        <p:tav tm="0">
                                          <p:val>
                                            <p:strVal val="0"/>
                                          </p:val>
                                        </p:tav>
                                        <p:tav tm="100000">
                                          <p:val>
                                            <p:str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14" grpId="0" animBg="1"/>
      <p:bldP spid="16" grpId="0" animBg="1"/>
      <p:bldP spid="12" grpId="0" animBg="1"/>
      <p:bldP spid="18" grpId="0" animBg="1"/>
      <p:bldP spid="2" grpId="0"/>
      <p:bldP spid="3" grpId="0" animBg="1"/>
      <p:bldP spid="4" grpId="0"/>
      <p:bldP spid="5" grpId="0" animBg="1"/>
      <p:bldP spid="6" grpId="0"/>
      <p:bldP spid="7" grpId="0" animBg="1"/>
      <p:bldP spid="8" grpId="0"/>
      <p:bldP spid="10" grpId="0"/>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100000"/>
          </a:schemeClr>
        </a:solidFill>
        <a:effectLst/>
      </p:bgPr>
    </p:bg>
    <p:spTree>
      <p:nvGrpSpPr>
        <p:cNvPr id="1" name="">
          <a:extLst>
            <a:ext uri="{FF2B5EF4-FFF2-40B4-BE49-F238E27FC236}">
              <a16:creationId xmlns:a16="http://schemas.microsoft.com/office/drawing/2014/main" id="{7F81FB0F-670F-3F21-B1F1-249FB19C94BF}"/>
            </a:ext>
          </a:extLst>
        </p:cNvPr>
        <p:cNvGrpSpPr/>
        <p:nvPr/>
      </p:nvGrpSpPr>
      <p:grpSpPr>
        <a:xfrm>
          <a:off x="0" y="0"/>
          <a:ext cx="0" cy="0"/>
          <a:chOff x="0" y="0"/>
          <a:chExt cx="0" cy="0"/>
        </a:xfrm>
      </p:grpSpPr>
      <p:pic>
        <p:nvPicPr>
          <p:cNvPr id="4" name="shape 3">
            <a:extLst>
              <a:ext uri="{FF2B5EF4-FFF2-40B4-BE49-F238E27FC236}">
                <a16:creationId xmlns:a16="http://schemas.microsoft.com/office/drawing/2014/main" id="{5048E5A7-1CD6-5CE1-B5DE-575DE692F7E1}"/>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7" name="矩形 6">
            <a:extLst>
              <a:ext uri="{FF2B5EF4-FFF2-40B4-BE49-F238E27FC236}">
                <a16:creationId xmlns:a16="http://schemas.microsoft.com/office/drawing/2014/main" id="{55141C1D-C8B4-7B52-1741-CF18A4D26641}"/>
              </a:ext>
            </a:extLst>
          </p:cNvPr>
          <p:cNvSpPr/>
          <p:nvPr>
            <p:custDataLst>
              <p:tags r:id="rId3"/>
            </p:custDataLst>
          </p:nvPr>
        </p:nvSpPr>
        <p:spPr>
          <a:xfrm flipH="1">
            <a:off x="0" y="-13591"/>
            <a:ext cx="12192000" cy="6858000"/>
          </a:xfrm>
          <a:prstGeom prst="rect">
            <a:avLst/>
          </a:prstGeom>
          <a:gradFill>
            <a:gsLst>
              <a:gs pos="0">
                <a:srgbClr val="000000"/>
              </a:gs>
              <a:gs pos="54000">
                <a:srgbClr val="000000">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6" name="矩形 25">
            <a:extLst>
              <a:ext uri="{FF2B5EF4-FFF2-40B4-BE49-F238E27FC236}">
                <a16:creationId xmlns:a16="http://schemas.microsoft.com/office/drawing/2014/main" id="{6F272396-ED78-1D47-17CC-BCAF4C65C684}"/>
              </a:ext>
            </a:extLst>
          </p:cNvPr>
          <p:cNvSpPr/>
          <p:nvPr>
            <p:custDataLst>
              <p:tags r:id="rId4"/>
            </p:custDataLst>
          </p:nvPr>
        </p:nvSpPr>
        <p:spPr>
          <a:xfrm flipH="1">
            <a:off x="0" y="5700504"/>
            <a:ext cx="12191999" cy="1171087"/>
          </a:xfrm>
          <a:prstGeom prst="rect">
            <a:avLst/>
          </a:prstGeom>
          <a:solidFill>
            <a:schemeClr val="accent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a:extLst>
              <a:ext uri="{FF2B5EF4-FFF2-40B4-BE49-F238E27FC236}">
                <a16:creationId xmlns:a16="http://schemas.microsoft.com/office/drawing/2014/main" id="{E9DB7604-C828-B67C-3A9E-48DA210034CC}"/>
              </a:ext>
            </a:extLst>
          </p:cNvPr>
          <p:cNvGrpSpPr/>
          <p:nvPr>
            <p:custDataLst>
              <p:tags r:id="rId5"/>
            </p:custDataLst>
          </p:nvPr>
        </p:nvGrpSpPr>
        <p:grpSpPr>
          <a:xfrm flipH="1">
            <a:off x="619604" y="409164"/>
            <a:ext cx="796703" cy="150125"/>
            <a:chOff x="6786801" y="-463403"/>
            <a:chExt cx="796703" cy="150125"/>
          </a:xfrm>
        </p:grpSpPr>
        <p:sp>
          <p:nvSpPr>
            <p:cNvPr id="57" name="椭圆 56">
              <a:extLst>
                <a:ext uri="{FF2B5EF4-FFF2-40B4-BE49-F238E27FC236}">
                  <a16:creationId xmlns:a16="http://schemas.microsoft.com/office/drawing/2014/main" id="{7EB3CBDC-4F7F-415F-F31A-D09AF60B49A9}"/>
                </a:ext>
              </a:extLst>
            </p:cNvPr>
            <p:cNvSpPr/>
            <p:nvPr>
              <p:custDataLst>
                <p:tags r:id="rId16"/>
              </p:custDataLst>
            </p:nvPr>
          </p:nvSpPr>
          <p:spPr>
            <a:xfrm rot="18900000">
              <a:off x="6786801" y="-463403"/>
              <a:ext cx="150125" cy="150125"/>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8" name="椭圆 57">
              <a:extLst>
                <a:ext uri="{FF2B5EF4-FFF2-40B4-BE49-F238E27FC236}">
                  <a16:creationId xmlns:a16="http://schemas.microsoft.com/office/drawing/2014/main" id="{50BBEF6E-D9F5-6530-5098-BE8B0755E1F1}"/>
                </a:ext>
              </a:extLst>
            </p:cNvPr>
            <p:cNvSpPr/>
            <p:nvPr>
              <p:custDataLst>
                <p:tags r:id="rId17"/>
              </p:custDataLst>
            </p:nvPr>
          </p:nvSpPr>
          <p:spPr>
            <a:xfrm rot="18900000">
              <a:off x="7002327"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59" name="椭圆 58">
              <a:extLst>
                <a:ext uri="{FF2B5EF4-FFF2-40B4-BE49-F238E27FC236}">
                  <a16:creationId xmlns:a16="http://schemas.microsoft.com/office/drawing/2014/main" id="{A91D27A1-DB8A-84B3-5120-A6067724E5EF}"/>
                </a:ext>
              </a:extLst>
            </p:cNvPr>
            <p:cNvSpPr/>
            <p:nvPr>
              <p:custDataLst>
                <p:tags r:id="rId18"/>
              </p:custDataLst>
            </p:nvPr>
          </p:nvSpPr>
          <p:spPr>
            <a:xfrm rot="18900000">
              <a:off x="7217853"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60" name="椭圆 59">
              <a:extLst>
                <a:ext uri="{FF2B5EF4-FFF2-40B4-BE49-F238E27FC236}">
                  <a16:creationId xmlns:a16="http://schemas.microsoft.com/office/drawing/2014/main" id="{48C85ECC-BA32-3ECF-5919-756301158CD6}"/>
                </a:ext>
              </a:extLst>
            </p:cNvPr>
            <p:cNvSpPr/>
            <p:nvPr>
              <p:custDataLst>
                <p:tags r:id="rId19"/>
              </p:custDataLst>
            </p:nvPr>
          </p:nvSpPr>
          <p:spPr>
            <a:xfrm rot="18900000">
              <a:off x="7433379" y="-463403"/>
              <a:ext cx="150125" cy="150125"/>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sp>
        <p:nvSpPr>
          <p:cNvPr id="3" name="Text1">
            <a:extLst>
              <a:ext uri="{FF2B5EF4-FFF2-40B4-BE49-F238E27FC236}">
                <a16:creationId xmlns:a16="http://schemas.microsoft.com/office/drawing/2014/main" id="{D4E37CF0-933F-CDE2-36DC-29E724C44D4E}"/>
              </a:ext>
            </a:extLst>
          </p:cNvPr>
          <p:cNvSpPr txBox="1"/>
          <p:nvPr>
            <p:custDataLst>
              <p:tags r:id="rId6"/>
            </p:custDataLst>
          </p:nvPr>
        </p:nvSpPr>
        <p:spPr>
          <a:xfrm>
            <a:off x="4613748" y="1247754"/>
            <a:ext cx="6376009" cy="2142680"/>
          </a:xfrm>
          <a:prstGeom prst="rect">
            <a:avLst/>
          </a:prstGeom>
          <a:noFill/>
        </p:spPr>
        <p:txBody>
          <a:bodyPr wrap="square" lIns="0" tIns="0" rIns="0" bIns="0" rtlCol="0" anchor="b" anchorCtr="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altLang="zh-CN" sz="7200" b="1">
                <a:solidFill>
                  <a:srgbClr val="FFFFFF"/>
                </a:solidFill>
                <a:latin typeface="微软雅黑" panose="020B0503020204020204" charset="-122"/>
                <a:ea typeface="微软雅黑" panose="020B0503020204020204" charset="-122"/>
              </a:rPr>
              <a:t>THANK YOU</a:t>
            </a:r>
            <a:endParaRPr lang="zh-CN" altLang="en-US" sz="7200" b="1" dirty="0">
              <a:solidFill>
                <a:srgbClr val="FFFFFF"/>
              </a:solidFill>
              <a:latin typeface="微软雅黑" panose="020B0503020204020204" charset="-122"/>
              <a:ea typeface="微软雅黑" panose="020B0503020204020204" charset="-122"/>
            </a:endParaRPr>
          </a:p>
        </p:txBody>
      </p:sp>
      <p:sp>
        <p:nvSpPr>
          <p:cNvPr id="5" name="Text2">
            <a:extLst>
              <a:ext uri="{FF2B5EF4-FFF2-40B4-BE49-F238E27FC236}">
                <a16:creationId xmlns:a16="http://schemas.microsoft.com/office/drawing/2014/main" id="{7543D43F-451A-FF79-2D3D-598EC8578995}"/>
              </a:ext>
            </a:extLst>
          </p:cNvPr>
          <p:cNvSpPr txBox="1"/>
          <p:nvPr>
            <p:custDataLst>
              <p:tags r:id="rId7"/>
            </p:custDataLst>
          </p:nvPr>
        </p:nvSpPr>
        <p:spPr>
          <a:xfrm>
            <a:off x="4675077" y="3568769"/>
            <a:ext cx="6314680" cy="540257"/>
          </a:xfrm>
          <a:prstGeom prst="rect">
            <a:avLst/>
          </a:prstGeom>
          <a:noFill/>
        </p:spPr>
        <p:txBody>
          <a:bodyPr wrap="square" lIns="0" tIns="0" rIns="0" bIns="0"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zh-CN" altLang="en-US" sz="1600">
                <a:solidFill>
                  <a:srgbClr val="FFFFFF"/>
                </a:solidFill>
                <a:latin typeface="微软雅黑" panose="020B0503020204020204" charset="-122"/>
                <a:ea typeface="微软雅黑" panose="020B0503020204020204" charset="-122"/>
              </a:rPr>
              <a:t>深度剖析</a:t>
            </a:r>
            <a:r>
              <a:rPr lang="en-US" altLang="zh-CN" sz="1600">
                <a:solidFill>
                  <a:srgbClr val="FFFFFF"/>
                </a:solidFill>
                <a:latin typeface="微软雅黑" panose="020B0503020204020204" charset="-122"/>
                <a:ea typeface="微软雅黑" panose="020B0503020204020204" charset="-122"/>
              </a:rPr>
              <a:t>——</a:t>
            </a:r>
            <a:r>
              <a:rPr lang="zh-CN" altLang="en-US" sz="1600">
                <a:solidFill>
                  <a:srgbClr val="FFFFFF"/>
                </a:solidFill>
                <a:latin typeface="微软雅黑" panose="020B0503020204020204" charset="-122"/>
                <a:ea typeface="微软雅黑" panose="020B0503020204020204" charset="-122"/>
              </a:rPr>
              <a:t>机器学习的核心</a:t>
            </a:r>
            <a:endParaRPr lang="en-US" altLang="zh-CN" sz="1600" dirty="0">
              <a:solidFill>
                <a:srgbClr val="FFFFFF"/>
              </a:solidFill>
              <a:latin typeface="微软雅黑" panose="020B0503020204020204" charset="-122"/>
              <a:ea typeface="微软雅黑" panose="020B0503020204020204" charset="-122"/>
            </a:endParaRPr>
          </a:p>
        </p:txBody>
      </p:sp>
      <p:sp>
        <p:nvSpPr>
          <p:cNvPr id="6" name="矩形 5">
            <a:extLst>
              <a:ext uri="{FF2B5EF4-FFF2-40B4-BE49-F238E27FC236}">
                <a16:creationId xmlns:a16="http://schemas.microsoft.com/office/drawing/2014/main" id="{4DDC3202-43F6-778E-841B-22B818E659DF}"/>
              </a:ext>
            </a:extLst>
          </p:cNvPr>
          <p:cNvSpPr/>
          <p:nvPr>
            <p:custDataLst>
              <p:tags r:id="rId8"/>
            </p:custDataLst>
          </p:nvPr>
        </p:nvSpPr>
        <p:spPr>
          <a:xfrm>
            <a:off x="8850277" y="4515874"/>
            <a:ext cx="2139480" cy="622300"/>
          </a:xfrm>
          <a:prstGeom prst="rect">
            <a:avLst/>
          </a:prstGeom>
          <a:solidFill>
            <a:schemeClr val="accent1"/>
          </a:solidFill>
          <a:ln>
            <a:solidFill>
              <a:schemeClr val="accent1"/>
            </a:solidFill>
          </a:ln>
          <a:effectLst>
            <a:outerShdw blurRad="76200" dist="635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p>
        </p:txBody>
      </p:sp>
      <p:sp>
        <p:nvSpPr>
          <p:cNvPr id="8" name="Text3">
            <a:extLst>
              <a:ext uri="{FF2B5EF4-FFF2-40B4-BE49-F238E27FC236}">
                <a16:creationId xmlns:a16="http://schemas.microsoft.com/office/drawing/2014/main" id="{8FCDB11E-E3F5-7E63-9A1B-614715CE950F}"/>
              </a:ext>
            </a:extLst>
          </p:cNvPr>
          <p:cNvSpPr txBox="1"/>
          <p:nvPr>
            <p:custDataLst>
              <p:tags r:id="rId9"/>
            </p:custDataLst>
          </p:nvPr>
        </p:nvSpPr>
        <p:spPr>
          <a:xfrm>
            <a:off x="8997348" y="4623476"/>
            <a:ext cx="1851660" cy="387985"/>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b="1">
                <a:solidFill>
                  <a:schemeClr val="tx2"/>
                </a:solidFill>
                <a:latin typeface="微软雅黑" panose="020B0503020204020204" charset="-122"/>
                <a:ea typeface="微软雅黑" panose="020B0503020204020204" charset="-122"/>
              </a:rPr>
              <a:t>DaringGryp..</a:t>
            </a:r>
            <a:endParaRPr lang="zh-CN" altLang="en-US" sz="1400" b="1" dirty="0">
              <a:solidFill>
                <a:schemeClr val="tx2"/>
              </a:solidFill>
              <a:uFillTx/>
              <a:latin typeface="微软雅黑" panose="020B0503020204020204" charset="-122"/>
              <a:ea typeface="微软雅黑" panose="020B0503020204020204" charset="-122"/>
            </a:endParaRPr>
          </a:p>
        </p:txBody>
      </p:sp>
      <p:sp>
        <p:nvSpPr>
          <p:cNvPr id="9" name="矩形 8">
            <a:extLst>
              <a:ext uri="{FF2B5EF4-FFF2-40B4-BE49-F238E27FC236}">
                <a16:creationId xmlns:a16="http://schemas.microsoft.com/office/drawing/2014/main" id="{13530BBE-BF67-B4EC-C6AC-62093471AF2A}"/>
              </a:ext>
            </a:extLst>
          </p:cNvPr>
          <p:cNvSpPr/>
          <p:nvPr>
            <p:custDataLst>
              <p:tags r:id="rId10"/>
            </p:custDataLst>
          </p:nvPr>
        </p:nvSpPr>
        <p:spPr>
          <a:xfrm>
            <a:off x="6710797" y="4515575"/>
            <a:ext cx="2139480" cy="622300"/>
          </a:xfrm>
          <a:prstGeom prst="rect">
            <a:avLst/>
          </a:prstGeom>
          <a:solidFill>
            <a:schemeClr val="tx2"/>
          </a:solidFill>
          <a:ln>
            <a:solidFill>
              <a:schemeClr val="accent1"/>
            </a:solidFill>
          </a:ln>
          <a:effectLst>
            <a:outerShdw blurRad="76200" dist="63500" dir="5400000" algn="t" rotWithShape="0">
              <a:prstClr val="black">
                <a:alpha val="2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Text4">
            <a:extLst>
              <a:ext uri="{FF2B5EF4-FFF2-40B4-BE49-F238E27FC236}">
                <a16:creationId xmlns:a16="http://schemas.microsoft.com/office/drawing/2014/main" id="{59FC90E2-2C0C-138D-2CCB-ECDD9C398871}"/>
              </a:ext>
            </a:extLst>
          </p:cNvPr>
          <p:cNvSpPr txBox="1"/>
          <p:nvPr>
            <p:custDataLst>
              <p:tags r:id="rId11"/>
            </p:custDataLst>
          </p:nvPr>
        </p:nvSpPr>
        <p:spPr>
          <a:xfrm>
            <a:off x="6840560" y="4618396"/>
            <a:ext cx="1859280" cy="398780"/>
          </a:xfrm>
          <a:prstGeom prst="rect">
            <a:avLst/>
          </a:prstGeom>
          <a:noFill/>
        </p:spPr>
        <p:txBody>
          <a:bodyPr wrap="square" lIns="0" tIns="0" rIns="0" bIns="0"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1400">
                <a:solidFill>
                  <a:schemeClr val="accent1"/>
                </a:solidFill>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rPr>
              <a:t>2025/11/2</a:t>
            </a:r>
            <a:endParaRPr lang="en-US" altLang="zh-CN" sz="1400" spc="300" dirty="0">
              <a:solidFill>
                <a:schemeClr val="accent1"/>
              </a:solidFill>
              <a:effectLst>
                <a:outerShdw blurRad="76200" dist="38100" dir="2700000" algn="ctr" rotWithShape="0">
                  <a:schemeClr val="accent1">
                    <a:alpha val="0"/>
                  </a:schemeClr>
                </a:outerShdw>
              </a:effectLst>
              <a:latin typeface="微软雅黑" panose="020B0503020204020204" charset="-122"/>
              <a:ea typeface="微软雅黑" panose="020B0503020204020204" charset="-122"/>
              <a:sym typeface="+mn-ea"/>
            </a:endParaRPr>
          </a:p>
        </p:txBody>
      </p:sp>
      <p:sp>
        <p:nvSpPr>
          <p:cNvPr id="11" name="图形 8">
            <a:extLst>
              <a:ext uri="{FF2B5EF4-FFF2-40B4-BE49-F238E27FC236}">
                <a16:creationId xmlns:a16="http://schemas.microsoft.com/office/drawing/2014/main" id="{A5A4AB35-787D-0505-70BA-64804235A0E3}"/>
              </a:ext>
            </a:extLst>
          </p:cNvPr>
          <p:cNvSpPr/>
          <p:nvPr>
            <p:custDataLst>
              <p:tags r:id="rId12"/>
            </p:custDataLst>
          </p:nvPr>
        </p:nvSpPr>
        <p:spPr>
          <a:xfrm>
            <a:off x="9455565" y="313958"/>
            <a:ext cx="1879378" cy="490663"/>
          </a:xfrm>
          <a:custGeom>
            <a:avLst/>
            <a:gdLst>
              <a:gd name="connsiteX0" fmla="*/ 284321 w 2520219"/>
              <a:gd name="connsiteY0" fmla="*/ 0 h 777716"/>
              <a:gd name="connsiteX1" fmla="*/ 2520220 w 2520219"/>
              <a:gd name="connsiteY1" fmla="*/ 0 h 777716"/>
              <a:gd name="connsiteX2" fmla="*/ 2520220 w 2520219"/>
              <a:gd name="connsiteY2" fmla="*/ 0 h 777716"/>
              <a:gd name="connsiteX3" fmla="*/ 2520220 w 2520219"/>
              <a:gd name="connsiteY3" fmla="*/ 493395 h 777716"/>
              <a:gd name="connsiteX4" fmla="*/ 2235899 w 2520219"/>
              <a:gd name="connsiteY4" fmla="*/ 777716 h 777716"/>
              <a:gd name="connsiteX5" fmla="*/ 0 w 2520219"/>
              <a:gd name="connsiteY5" fmla="*/ 777716 h 777716"/>
              <a:gd name="connsiteX6" fmla="*/ 0 w 2520219"/>
              <a:gd name="connsiteY6" fmla="*/ 777716 h 777716"/>
              <a:gd name="connsiteX7" fmla="*/ 0 w 2520219"/>
              <a:gd name="connsiteY7" fmla="*/ 284321 h 777716"/>
              <a:gd name="connsiteX8" fmla="*/ 284321 w 2520219"/>
              <a:gd name="connsiteY8" fmla="*/ 0 h 777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20219" h="777716">
                <a:moveTo>
                  <a:pt x="284321" y="0"/>
                </a:moveTo>
                <a:lnTo>
                  <a:pt x="2520220" y="0"/>
                </a:lnTo>
                <a:lnTo>
                  <a:pt x="2520220" y="0"/>
                </a:lnTo>
                <a:lnTo>
                  <a:pt x="2520220" y="493395"/>
                </a:lnTo>
                <a:cubicBezTo>
                  <a:pt x="2520220" y="650421"/>
                  <a:pt x="2392928" y="777716"/>
                  <a:pt x="2235899" y="777716"/>
                </a:cubicBezTo>
                <a:lnTo>
                  <a:pt x="0" y="777716"/>
                </a:lnTo>
                <a:lnTo>
                  <a:pt x="0" y="777716"/>
                </a:lnTo>
                <a:lnTo>
                  <a:pt x="0" y="284321"/>
                </a:lnTo>
                <a:cubicBezTo>
                  <a:pt x="0" y="127295"/>
                  <a:pt x="127295" y="0"/>
                  <a:pt x="284321" y="0"/>
                </a:cubicBez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矩形 12">
            <a:extLst>
              <a:ext uri="{FF2B5EF4-FFF2-40B4-BE49-F238E27FC236}">
                <a16:creationId xmlns:a16="http://schemas.microsoft.com/office/drawing/2014/main" id="{49F6512F-B39D-725C-6D32-40859E123C23}"/>
              </a:ext>
            </a:extLst>
          </p:cNvPr>
          <p:cNvSpPr/>
          <p:nvPr>
            <p:custDataLst>
              <p:tags r:id="rId13"/>
            </p:custDataLst>
          </p:nvPr>
        </p:nvSpPr>
        <p:spPr>
          <a:xfrm>
            <a:off x="11221278" y="1433868"/>
            <a:ext cx="113665" cy="19951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9ACB38"/>
              </a:solidFill>
            </a:endParaRPr>
          </a:p>
        </p:txBody>
      </p:sp>
      <p:sp>
        <p:nvSpPr>
          <p:cNvPr id="14" name="矩形 13">
            <a:extLst>
              <a:ext uri="{FF2B5EF4-FFF2-40B4-BE49-F238E27FC236}">
                <a16:creationId xmlns:a16="http://schemas.microsoft.com/office/drawing/2014/main" id="{43C5A600-6418-015B-6F1B-2154431D8EB8}"/>
              </a:ext>
            </a:extLst>
          </p:cNvPr>
          <p:cNvSpPr/>
          <p:nvPr>
            <p:custDataLst>
              <p:tags r:id="rId14"/>
            </p:custDataLst>
          </p:nvPr>
        </p:nvSpPr>
        <p:spPr>
          <a:xfrm>
            <a:off x="11221278" y="4489526"/>
            <a:ext cx="113665" cy="655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solidFill>
                <a:srgbClr val="9ACB38"/>
              </a:solidFill>
            </a:endParaRPr>
          </a:p>
        </p:txBody>
      </p:sp>
      <p:sp>
        <p:nvSpPr>
          <p:cNvPr id="15" name="Rectangle 43">
            <a:extLst>
              <a:ext uri="{FF2B5EF4-FFF2-40B4-BE49-F238E27FC236}">
                <a16:creationId xmlns:a16="http://schemas.microsoft.com/office/drawing/2014/main" id="{14D2D0D2-AB98-A685-D800-3B82BAB6903C}"/>
              </a:ext>
            </a:extLst>
          </p:cNvPr>
          <p:cNvSpPr/>
          <p:nvPr>
            <p:custDataLst>
              <p:tags r:id="rId15"/>
            </p:custDataLst>
          </p:nvPr>
        </p:nvSpPr>
        <p:spPr>
          <a:xfrm>
            <a:off x="8850277" y="6286047"/>
            <a:ext cx="2805396" cy="382669"/>
          </a:xfrm>
          <a:prstGeom prst="rect">
            <a:avLst/>
          </a:prstGeom>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sz="1400" dirty="0">
                <a:solidFill>
                  <a:schemeClr val="tx2">
                    <a:alpha val="70000"/>
                  </a:schemeClr>
                </a:solidFill>
                <a:cs typeface="Poppins" panose="02000000000000000000" pitchFamily="2" charset="0"/>
              </a:rPr>
              <a:t>The content is generated by AI</a:t>
            </a:r>
          </a:p>
        </p:txBody>
      </p:sp>
    </p:spTree>
    <p:custDataLst>
      <p:custData r:id="rId1"/>
      <p:tags r:id="rId2"/>
    </p:custDataLst>
    <p:extLst>
      <p:ext uri="{BB962C8B-B14F-4D97-AF65-F5344CB8AC3E}">
        <p14:creationId xmlns:p14="http://schemas.microsoft.com/office/powerpoint/2010/main" val="2400111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59="http://schemas.microsoft.com/office/powerpoint/2015/09/main" Requires="p159">
      <p:transition xmlns:p14="http://schemas.microsoft.com/office/powerpoint/2010/main" spd="slow" p14:dur="2000">
        <p159:morph option="byWo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strVal val="#ppt_w*0.00"/>
                                          </p:val>
                                        </p:tav>
                                        <p:tav tm="100000">
                                          <p:val>
                                            <p:strVal val="#ppt_w*1.50"/>
                                          </p:val>
                                        </p:tav>
                                      </p:tavLst>
                                    </p:anim>
                                    <p:anim calcmode="lin" valueType="num">
                                      <p:cBhvr>
                                        <p:cTn id="8" dur="500" fill="hold"/>
                                        <p:tgtEl>
                                          <p:spTgt spid="3"/>
                                        </p:tgtEl>
                                        <p:attrNameLst>
                                          <p:attrName>ppt_h</p:attrName>
                                        </p:attrNameLst>
                                      </p:cBhvr>
                                      <p:tavLst>
                                        <p:tav tm="0">
                                          <p:val>
                                            <p:strVal val="#ppt_h*0.00"/>
                                          </p:val>
                                        </p:tav>
                                        <p:tav tm="100000">
                                          <p:val>
                                            <p:strVal val="#ppt_h*1.50"/>
                                          </p:val>
                                        </p:tav>
                                      </p:tavLst>
                                    </p:anim>
                                    <p:animEffect transition="in" filter="fade">
                                      <p:cBhvr>
                                        <p:cTn id="9" dur="500"/>
                                        <p:tgtEl>
                                          <p:spTgt spid="3"/>
                                        </p:tgtEl>
                                      </p:cBhvr>
                                    </p:animEffect>
                                    <p:anim to="" calcmode="lin" valueType="num">
                                      <p:cBhvr>
                                        <p:cTn id="10" dur="500" fill="hold">
                                          <p:stCondLst>
                                            <p:cond delay="0"/>
                                          </p:stCondLst>
                                        </p:cTn>
                                        <p:tgtEl>
                                          <p:spTgt spid="3"/>
                                        </p:tgtEl>
                                        <p:attrNameLst>
                                          <p:attrName>ppt_x</p:attrName>
                                        </p:attrNameLst>
                                      </p:cBhvr>
                                      <p:tavLst>
                                        <p:tav tm="0">
                                          <p:val>
                                            <p:strVal val="#ppt_x"/>
                                          </p:val>
                                        </p:tav>
                                        <p:tav tm="100000">
                                          <p:val>
                                            <p:strVal val="0.5"/>
                                          </p:val>
                                        </p:tav>
                                      </p:tavLst>
                                    </p:anim>
                                    <p:anim to="" calcmode="lin" valueType="num">
                                      <p:cBhvr>
                                        <p:cTn id="11" dur="500" fill="hold">
                                          <p:stCondLst>
                                            <p:cond delay="0"/>
                                          </p:stCondLst>
                                        </p:cTn>
                                        <p:tgtEl>
                                          <p:spTgt spid="3"/>
                                        </p:tgtEl>
                                        <p:attrNameLst>
                                          <p:attrName>ppt_y</p:attrName>
                                        </p:attrNameLst>
                                      </p:cBhvr>
                                      <p:tavLst>
                                        <p:tav tm="0">
                                          <p:val>
                                            <p:strVal val="#ppt_y"/>
                                          </p:val>
                                        </p:tav>
                                        <p:tav tm="100000">
                                          <p:val>
                                            <p:strVal val="0.5"/>
                                          </p:val>
                                        </p:tav>
                                      </p:tavLst>
                                    </p:anim>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1" nodeType="click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p:cTn id="16" dur="500" fill="hold"/>
                                        <p:tgtEl>
                                          <p:spTgt spid="3"/>
                                        </p:tgtEl>
                                        <p:attrNameLst>
                                          <p:attrName>ppt_w</p:attrName>
                                        </p:attrNameLst>
                                      </p:cBhvr>
                                      <p:tavLst>
                                        <p:tav tm="0">
                                          <p:val>
                                            <p:strVal val="ppt_w"/>
                                          </p:val>
                                        </p:tav>
                                        <p:tav tm="100000">
                                          <p:val>
                                            <p:strVal val="#ppt_w"/>
                                          </p:val>
                                        </p:tav>
                                      </p:tavLst>
                                    </p:anim>
                                    <p:anim calcmode="lin" valueType="num">
                                      <p:cBhvr>
                                        <p:cTn id="17" dur="500" fill="hold"/>
                                        <p:tgtEl>
                                          <p:spTgt spid="3"/>
                                        </p:tgtEl>
                                        <p:attrNameLst>
                                          <p:attrName>ppt_h</p:attrName>
                                        </p:attrNameLst>
                                      </p:cBhvr>
                                      <p:tavLst>
                                        <p:tav tm="0">
                                          <p:val>
                                            <p:strVal val="ppt_h"/>
                                          </p:val>
                                        </p:tav>
                                        <p:tav tm="100000">
                                          <p:val>
                                            <p:strVal val="#ppt_h"/>
                                          </p:val>
                                        </p:tav>
                                      </p:tavLst>
                                    </p:anim>
                                    <p:anim to="" calcmode="lin" valueType="num">
                                      <p:cBhvr>
                                        <p:cTn id="18" dur="500" fill="hold">
                                          <p:stCondLst>
                                            <p:cond delay="0"/>
                                          </p:stCondLst>
                                        </p:cTn>
                                        <p:tgtEl>
                                          <p:spTgt spid="3"/>
                                        </p:tgtEl>
                                        <p:attrNameLst>
                                          <p:attrName>ppt_x</p:attrName>
                                        </p:attrNameLst>
                                      </p:cBhvr>
                                      <p:tavLst>
                                        <p:tav tm="0">
                                          <p:val>
                                            <p:strVal val="ppt_x"/>
                                          </p:val>
                                        </p:tav>
                                        <p:tav tm="100000">
                                          <p:val>
                                            <p:strVal val="#ppt_x"/>
                                          </p:val>
                                        </p:tav>
                                      </p:tavLst>
                                    </p:anim>
                                    <p:anim to="" calcmode="lin" valueType="num">
                                      <p:cBhvr>
                                        <p:cTn id="19" dur="500" fill="hold">
                                          <p:stCondLst>
                                            <p:cond delay="0"/>
                                          </p:stCondLst>
                                        </p:cTn>
                                        <p:tgtEl>
                                          <p:spTgt spid="3"/>
                                        </p:tgtEl>
                                        <p:attrNameLst>
                                          <p:attrName>ppt_y</p:attrName>
                                        </p:attrNameLst>
                                      </p:cBhvr>
                                      <p:tavLst>
                                        <p:tav tm="0">
                                          <p:val>
                                            <p:strVal val="ppt_y"/>
                                          </p:val>
                                        </p:tav>
                                        <p:tav tm="100000">
                                          <p:val>
                                            <p:strVal val="#ppt_y"/>
                                          </p:val>
                                        </p:tav>
                                      </p:tavLst>
                                    </p:anim>
                                  </p:childTnLst>
                                </p:cTn>
                              </p:par>
                              <p:par>
                                <p:cTn id="20" presetID="23" presetClass="entr" presetSubtype="288" fill="hold" nodeType="with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ppt_w</p:attrName>
                                        </p:attrNameLst>
                                      </p:cBhvr>
                                      <p:tavLst>
                                        <p:tav tm="0">
                                          <p:val>
                                            <p:strVal val="4/3*#ppt_w"/>
                                          </p:val>
                                        </p:tav>
                                        <p:tav tm="100000">
                                          <p:val>
                                            <p:strVal val="#ppt_w"/>
                                          </p:val>
                                        </p:tav>
                                      </p:tavLst>
                                    </p:anim>
                                    <p:anim calcmode="lin" valueType="num">
                                      <p:cBhvr>
                                        <p:cTn id="23" dur="500" fill="hold"/>
                                        <p:tgtEl>
                                          <p:spTgt spid="4"/>
                                        </p:tgtEl>
                                        <p:attrNameLst>
                                          <p:attrName>ppt_h</p:attrName>
                                        </p:attrNameLst>
                                      </p:cBhvr>
                                      <p:tavLst>
                                        <p:tav tm="0">
                                          <p:val>
                                            <p:strVal val="4/3*#ppt_h"/>
                                          </p:val>
                                        </p:tav>
                                        <p:tav tm="100000">
                                          <p:val>
                                            <p:strVal val="#ppt_h"/>
                                          </p:val>
                                        </p:tav>
                                      </p:tavLst>
                                    </p:anim>
                                  </p:childTnLst>
                                </p:cTn>
                              </p:par>
                              <p:par>
                                <p:cTn id="24" presetID="23" presetClass="entr" presetSubtype="288" fill="hold" grpId="0" nodeType="withEffect">
                                  <p:stCondLst>
                                    <p:cond delay="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strVal val="4/3*#ppt_w"/>
                                          </p:val>
                                        </p:tav>
                                        <p:tav tm="100000">
                                          <p:val>
                                            <p:strVal val="#ppt_w"/>
                                          </p:val>
                                        </p:tav>
                                      </p:tavLst>
                                    </p:anim>
                                    <p:anim calcmode="lin" valueType="num">
                                      <p:cBhvr>
                                        <p:cTn id="27" dur="500" fill="hold"/>
                                        <p:tgtEl>
                                          <p:spTgt spid="7"/>
                                        </p:tgtEl>
                                        <p:attrNameLst>
                                          <p:attrName>ppt_h</p:attrName>
                                        </p:attrNameLst>
                                      </p:cBhvr>
                                      <p:tavLst>
                                        <p:tav tm="0">
                                          <p:val>
                                            <p:strVal val="4/3*#ppt_h"/>
                                          </p:val>
                                        </p:tav>
                                        <p:tav tm="100000">
                                          <p:val>
                                            <p:strVal val="#ppt_h"/>
                                          </p:val>
                                        </p:tav>
                                      </p:tavLst>
                                    </p:anim>
                                  </p:childTnLst>
                                </p:cTn>
                              </p:par>
                              <p:par>
                                <p:cTn id="28" presetID="23" presetClass="entr" presetSubtype="288"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p:cTn id="30" dur="500" fill="hold"/>
                                        <p:tgtEl>
                                          <p:spTgt spid="6"/>
                                        </p:tgtEl>
                                        <p:attrNameLst>
                                          <p:attrName>ppt_w</p:attrName>
                                        </p:attrNameLst>
                                      </p:cBhvr>
                                      <p:tavLst>
                                        <p:tav tm="0">
                                          <p:val>
                                            <p:strVal val="4/3*#ppt_w"/>
                                          </p:val>
                                        </p:tav>
                                        <p:tav tm="100000">
                                          <p:val>
                                            <p:strVal val="#ppt_w"/>
                                          </p:val>
                                        </p:tav>
                                      </p:tavLst>
                                    </p:anim>
                                    <p:anim calcmode="lin" valueType="num">
                                      <p:cBhvr>
                                        <p:cTn id="31" dur="500" fill="hold"/>
                                        <p:tgtEl>
                                          <p:spTgt spid="6"/>
                                        </p:tgtEl>
                                        <p:attrNameLst>
                                          <p:attrName>ppt_h</p:attrName>
                                        </p:attrNameLst>
                                      </p:cBhvr>
                                      <p:tavLst>
                                        <p:tav tm="0">
                                          <p:val>
                                            <p:strVal val="4/3*#ppt_h"/>
                                          </p:val>
                                        </p:tav>
                                        <p:tav tm="100000">
                                          <p:val>
                                            <p:strVal val="#ppt_h"/>
                                          </p:val>
                                        </p:tav>
                                      </p:tavLst>
                                    </p:anim>
                                  </p:childTnLst>
                                </p:cTn>
                              </p:par>
                              <p:par>
                                <p:cTn id="32" presetID="23" presetClass="entr" presetSubtype="288"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 calcmode="lin" valueType="num">
                                      <p:cBhvr>
                                        <p:cTn id="34" dur="500" fill="hold"/>
                                        <p:tgtEl>
                                          <p:spTgt spid="9"/>
                                        </p:tgtEl>
                                        <p:attrNameLst>
                                          <p:attrName>ppt_w</p:attrName>
                                        </p:attrNameLst>
                                      </p:cBhvr>
                                      <p:tavLst>
                                        <p:tav tm="0">
                                          <p:val>
                                            <p:strVal val="4/3*#ppt_w"/>
                                          </p:val>
                                        </p:tav>
                                        <p:tav tm="100000">
                                          <p:val>
                                            <p:strVal val="#ppt_w"/>
                                          </p:val>
                                        </p:tav>
                                      </p:tavLst>
                                    </p:anim>
                                    <p:anim calcmode="lin" valueType="num">
                                      <p:cBhvr>
                                        <p:cTn id="35" dur="500" fill="hold"/>
                                        <p:tgtEl>
                                          <p:spTgt spid="9"/>
                                        </p:tgtEl>
                                        <p:attrNameLst>
                                          <p:attrName>ppt_h</p:attrName>
                                        </p:attrNameLst>
                                      </p:cBhvr>
                                      <p:tavLst>
                                        <p:tav tm="0">
                                          <p:val>
                                            <p:strVal val="4/3*#ppt_h"/>
                                          </p:val>
                                        </p:tav>
                                        <p:tav tm="100000">
                                          <p:val>
                                            <p:strVal val="#ppt_h"/>
                                          </p:val>
                                        </p:tav>
                                      </p:tavLst>
                                    </p:anim>
                                  </p:childTnLst>
                                </p:cTn>
                              </p:par>
                            </p:childTnLst>
                          </p:cTn>
                        </p:par>
                        <p:par>
                          <p:cTn id="36" fill="hold">
                            <p:stCondLst>
                              <p:cond delay="500"/>
                            </p:stCondLst>
                            <p:childTnLst>
                              <p:par>
                                <p:cTn id="37" presetID="10" presetClass="entr" presetSubtype="0" fill="hold" grpId="0" nodeType="after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fade">
                                      <p:cBhvr>
                                        <p:cTn id="39" dur="500"/>
                                        <p:tgtEl>
                                          <p:spTgt spid="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500"/>
                                        <p:tgtEl>
                                          <p:spTgt spid="8"/>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500"/>
                                        <p:tgtEl>
                                          <p:spTgt spid="10"/>
                                        </p:tgtEl>
                                      </p:cBhvr>
                                    </p:animEffect>
                                  </p:childTnLst>
                                </p:cTn>
                              </p:par>
                              <p:par>
                                <p:cTn id="46" presetID="0" presetClass="entr" presetSubtype="0" fill="hold" grpId="0" nodeType="withEffect">
                                  <p:stCondLst>
                                    <p:cond delay="0"/>
                                  </p:stCondLst>
                                  <p:childTnLst>
                                    <p:set>
                                      <p:cBhvr>
                                        <p:cTn id="47" dur="1" fill="hold">
                                          <p:stCondLst>
                                            <p:cond delay="0"/>
                                          </p:stCondLst>
                                        </p:cTn>
                                        <p:tgtEl>
                                          <p:spTgt spid="26"/>
                                        </p:tgtEl>
                                        <p:attrNameLst>
                                          <p:attrName>style.visibility</p:attrName>
                                        </p:attrNameLst>
                                      </p:cBhvr>
                                      <p:to>
                                        <p:strVal val="visible"/>
                                      </p:to>
                                    </p:set>
                                    <p:anim to="" calcmode="lin" valueType="num">
                                      <p:cBhvr>
                                        <p:cTn id="48" dur="500" fill="hold">
                                          <p:stCondLst>
                                            <p:cond delay="0"/>
                                          </p:stCondLst>
                                        </p:cTn>
                                        <p:tgtEl>
                                          <p:spTgt spid="2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49" dur="500" fill="hold">
                                          <p:stCondLst>
                                            <p:cond delay="0"/>
                                          </p:stCondLst>
                                        </p:cTn>
                                        <p:tgtEl>
                                          <p:spTgt spid="2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50" dur="500" fill="hold">
                                          <p:stCondLst>
                                            <p:cond delay="0"/>
                                          </p:stCondLst>
                                        </p:cTn>
                                        <p:tgtEl>
                                          <p:spTgt spid="26"/>
                                        </p:tgtEl>
                                        <p:attrNameLst>
                                          <p:attrName>style.opacity</p:attrName>
                                        </p:attrNameLst>
                                      </p:cBhvr>
                                      <p:tavLst>
                                        <p:tav tm="0">
                                          <p:val>
                                            <p:strVal val="0"/>
                                          </p:val>
                                        </p:tav>
                                        <p:tav tm="100000">
                                          <p:val>
                                            <p:strVal val="1"/>
                                          </p:val>
                                        </p:tav>
                                      </p:tavLst>
                                    </p:anim>
                                  </p:childTnLst>
                                </p:cTn>
                              </p:par>
                              <p:par>
                                <p:cTn id="51" presetID="0" presetClass="entr" presetSubtype="0" fill="hold" nodeType="withEffect">
                                  <p:stCondLst>
                                    <p:cond delay="0"/>
                                  </p:stCondLst>
                                  <p:childTnLst>
                                    <p:set>
                                      <p:cBhvr>
                                        <p:cTn id="52" dur="1" fill="hold">
                                          <p:stCondLst>
                                            <p:cond delay="0"/>
                                          </p:stCondLst>
                                        </p:cTn>
                                        <p:tgtEl>
                                          <p:spTgt spid="56"/>
                                        </p:tgtEl>
                                        <p:attrNameLst>
                                          <p:attrName>style.visibility</p:attrName>
                                        </p:attrNameLst>
                                      </p:cBhvr>
                                      <p:to>
                                        <p:strVal val="visible"/>
                                      </p:to>
                                    </p:set>
                                    <p:anim to="" calcmode="lin" valueType="num">
                                      <p:cBhvr>
                                        <p:cTn id="53" dur="500" fill="hold">
                                          <p:stCondLst>
                                            <p:cond delay="0"/>
                                          </p:stCondLst>
                                        </p:cTn>
                                        <p:tgtEl>
                                          <p:spTgt spid="56"/>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54" dur="500" fill="hold">
                                          <p:stCondLst>
                                            <p:cond delay="0"/>
                                          </p:stCondLst>
                                        </p:cTn>
                                        <p:tgtEl>
                                          <p:spTgt spid="56"/>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55" dur="500" fill="hold">
                                          <p:stCondLst>
                                            <p:cond delay="0"/>
                                          </p:stCondLst>
                                        </p:cTn>
                                        <p:tgtEl>
                                          <p:spTgt spid="56"/>
                                        </p:tgtEl>
                                        <p:attrNameLst>
                                          <p:attrName>style.opacity</p:attrName>
                                        </p:attrNameLst>
                                      </p:cBhvr>
                                      <p:tavLst>
                                        <p:tav tm="0">
                                          <p:val>
                                            <p:strVal val="0"/>
                                          </p:val>
                                        </p:tav>
                                        <p:tav tm="100000">
                                          <p:val>
                                            <p:strVal val="1"/>
                                          </p:val>
                                        </p:tav>
                                      </p:tavLst>
                                    </p:anim>
                                  </p:childTnLst>
                                </p:cTn>
                              </p:par>
                              <p:par>
                                <p:cTn id="56" presetID="0" presetClass="entr" presetSubtype="0" fill="hold" grpId="0" nodeType="withEffect">
                                  <p:stCondLst>
                                    <p:cond delay="0"/>
                                  </p:stCondLst>
                                  <p:childTnLst>
                                    <p:set>
                                      <p:cBhvr>
                                        <p:cTn id="57" dur="1" fill="hold">
                                          <p:stCondLst>
                                            <p:cond delay="0"/>
                                          </p:stCondLst>
                                        </p:cTn>
                                        <p:tgtEl>
                                          <p:spTgt spid="11"/>
                                        </p:tgtEl>
                                        <p:attrNameLst>
                                          <p:attrName>style.visibility</p:attrName>
                                        </p:attrNameLst>
                                      </p:cBhvr>
                                      <p:to>
                                        <p:strVal val="visible"/>
                                      </p:to>
                                    </p:set>
                                    <p:anim to="" calcmode="lin" valueType="num">
                                      <p:cBhvr>
                                        <p:cTn id="58" dur="500" fill="hold">
                                          <p:stCondLst>
                                            <p:cond delay="0"/>
                                          </p:stCondLst>
                                        </p:cTn>
                                        <p:tgtEl>
                                          <p:spTgt spid="11"/>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59" dur="500" fill="hold">
                                          <p:stCondLst>
                                            <p:cond delay="0"/>
                                          </p:stCondLst>
                                        </p:cTn>
                                        <p:tgtEl>
                                          <p:spTgt spid="11"/>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60" dur="500" fill="hold">
                                          <p:stCondLst>
                                            <p:cond delay="0"/>
                                          </p:stCondLst>
                                        </p:cTn>
                                        <p:tgtEl>
                                          <p:spTgt spid="11"/>
                                        </p:tgtEl>
                                        <p:attrNameLst>
                                          <p:attrName>style.opacity</p:attrName>
                                        </p:attrNameLst>
                                      </p:cBhvr>
                                      <p:tavLst>
                                        <p:tav tm="0">
                                          <p:val>
                                            <p:strVal val="0"/>
                                          </p:val>
                                        </p:tav>
                                        <p:tav tm="100000">
                                          <p:val>
                                            <p:strVal val="1"/>
                                          </p:val>
                                        </p:tav>
                                      </p:tavLst>
                                    </p:anim>
                                  </p:childTnLst>
                                </p:cTn>
                              </p:par>
                              <p:par>
                                <p:cTn id="61" presetID="0" presetClass="entr" presetSubtype="0" fill="hold" grpId="0" nodeType="withEffect">
                                  <p:stCondLst>
                                    <p:cond delay="0"/>
                                  </p:stCondLst>
                                  <p:childTnLst>
                                    <p:set>
                                      <p:cBhvr>
                                        <p:cTn id="62" dur="1" fill="hold">
                                          <p:stCondLst>
                                            <p:cond delay="0"/>
                                          </p:stCondLst>
                                        </p:cTn>
                                        <p:tgtEl>
                                          <p:spTgt spid="13"/>
                                        </p:tgtEl>
                                        <p:attrNameLst>
                                          <p:attrName>style.visibility</p:attrName>
                                        </p:attrNameLst>
                                      </p:cBhvr>
                                      <p:to>
                                        <p:strVal val="visible"/>
                                      </p:to>
                                    </p:set>
                                    <p:anim to="" calcmode="lin" valueType="num">
                                      <p:cBhvr>
                                        <p:cTn id="63" dur="500" fill="hold">
                                          <p:stCondLst>
                                            <p:cond delay="0"/>
                                          </p:stCondLst>
                                        </p:cTn>
                                        <p:tgtEl>
                                          <p:spTgt spid="13"/>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64" dur="500" fill="hold">
                                          <p:stCondLst>
                                            <p:cond delay="0"/>
                                          </p:stCondLst>
                                        </p:cTn>
                                        <p:tgtEl>
                                          <p:spTgt spid="13"/>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65" dur="500" fill="hold">
                                          <p:stCondLst>
                                            <p:cond delay="0"/>
                                          </p:stCondLst>
                                        </p:cTn>
                                        <p:tgtEl>
                                          <p:spTgt spid="13"/>
                                        </p:tgtEl>
                                        <p:attrNameLst>
                                          <p:attrName>style.opacity</p:attrName>
                                        </p:attrNameLst>
                                      </p:cBhvr>
                                      <p:tavLst>
                                        <p:tav tm="0">
                                          <p:val>
                                            <p:strVal val="0"/>
                                          </p:val>
                                        </p:tav>
                                        <p:tav tm="100000">
                                          <p:val>
                                            <p:strVal val="1"/>
                                          </p:val>
                                        </p:tav>
                                      </p:tavLst>
                                    </p:anim>
                                  </p:childTnLst>
                                </p:cTn>
                              </p:par>
                              <p:par>
                                <p:cTn id="66" presetID="0" presetClass="entr" presetSubtype="0" fill="hold" grpId="0" nodeType="withEffect">
                                  <p:stCondLst>
                                    <p:cond delay="0"/>
                                  </p:stCondLst>
                                  <p:childTnLst>
                                    <p:set>
                                      <p:cBhvr>
                                        <p:cTn id="67" dur="1" fill="hold">
                                          <p:stCondLst>
                                            <p:cond delay="0"/>
                                          </p:stCondLst>
                                        </p:cTn>
                                        <p:tgtEl>
                                          <p:spTgt spid="14"/>
                                        </p:tgtEl>
                                        <p:attrNameLst>
                                          <p:attrName>style.visibility</p:attrName>
                                        </p:attrNameLst>
                                      </p:cBhvr>
                                      <p:to>
                                        <p:strVal val="visible"/>
                                      </p:to>
                                    </p:set>
                                    <p:anim to="" calcmode="lin" valueType="num">
                                      <p:cBhvr>
                                        <p:cTn id="68" dur="500" fill="hold">
                                          <p:stCondLst>
                                            <p:cond delay="0"/>
                                          </p:stCondLst>
                                        </p:cTn>
                                        <p:tgtEl>
                                          <p:spTgt spid="14"/>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69" dur="500" fill="hold">
                                          <p:stCondLst>
                                            <p:cond delay="0"/>
                                          </p:stCondLst>
                                        </p:cTn>
                                        <p:tgtEl>
                                          <p:spTgt spid="14"/>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70" dur="500" fill="hold">
                                          <p:stCondLst>
                                            <p:cond delay="0"/>
                                          </p:stCondLst>
                                        </p:cTn>
                                        <p:tgtEl>
                                          <p:spTgt spid="14"/>
                                        </p:tgtEl>
                                        <p:attrNameLst>
                                          <p:attrName>style.opacity</p:attrName>
                                        </p:attrNameLst>
                                      </p:cBhvr>
                                      <p:tavLst>
                                        <p:tav tm="0">
                                          <p:val>
                                            <p:strVal val="0"/>
                                          </p:val>
                                        </p:tav>
                                        <p:tav tm="100000">
                                          <p:val>
                                            <p:strVal val="1"/>
                                          </p:val>
                                        </p:tav>
                                      </p:tavLst>
                                    </p:anim>
                                  </p:childTnLst>
                                </p:cTn>
                              </p:par>
                              <p:par>
                                <p:cTn id="71" presetID="0" presetClass="entr" presetSubtype="0" fill="hold" grpId="0" nodeType="withEffect">
                                  <p:stCondLst>
                                    <p:cond delay="0"/>
                                  </p:stCondLst>
                                  <p:childTnLst>
                                    <p:set>
                                      <p:cBhvr>
                                        <p:cTn id="72" dur="1" fill="hold">
                                          <p:stCondLst>
                                            <p:cond delay="0"/>
                                          </p:stCondLst>
                                        </p:cTn>
                                        <p:tgtEl>
                                          <p:spTgt spid="15"/>
                                        </p:tgtEl>
                                        <p:attrNameLst>
                                          <p:attrName>style.visibility</p:attrName>
                                        </p:attrNameLst>
                                      </p:cBhvr>
                                      <p:to>
                                        <p:strVal val="visible"/>
                                      </p:to>
                                    </p:set>
                                    <p:anim to="" calcmode="lin" valueType="num">
                                      <p:cBhvr>
                                        <p:cTn id="73" dur="500" fill="hold">
                                          <p:stCondLst>
                                            <p:cond delay="0"/>
                                          </p:stCondLst>
                                        </p:cTn>
                                        <p:tgtEl>
                                          <p:spTgt spid="15"/>
                                        </p:tgtEl>
                                        <p:attrNameLst>
                                          <p:attrName>ppt_x</p:attrName>
                                        </p:attrNameLst>
                                      </p:cBhvr>
                                      <p:tavLst>
                                        <p:tav tm="0">
                                          <p:val>
                                            <p:strVal val="(0.5*#ppt_w+0.5)*(abs(#ppt_x-0.5))/(#ppt_x-0.5)*((MAX((MIN((COS(atan(abs((#ppt_y-0.5)/(#ppt_x-0.5))))),0.71)),-0.71))/0.71)+0.5"/>
                                          </p:val>
                                        </p:tav>
                                        <p:tav tm="100000">
                                          <p:val>
                                            <p:strVal val="#ppt_x"/>
                                          </p:val>
                                        </p:tav>
                                      </p:tavLst>
                                    </p:anim>
                                    <p:anim to="" calcmode="lin" valueType="num">
                                      <p:cBhvr>
                                        <p:cTn id="74" dur="500" fill="hold">
                                          <p:stCondLst>
                                            <p:cond delay="0"/>
                                          </p:stCondLst>
                                        </p:cTn>
                                        <p:tgtEl>
                                          <p:spTgt spid="15"/>
                                        </p:tgtEl>
                                        <p:attrNameLst>
                                          <p:attrName>ppt_y</p:attrName>
                                        </p:attrNameLst>
                                      </p:cBhvr>
                                      <p:tavLst>
                                        <p:tav tm="0">
                                          <p:val>
                                            <p:strVal val="(0.5*#ppt_h+0.5)*(abs(#ppt_y-0.5))/(#ppt_y-0.5)*((MAX((MIN((SIN(atan(abs((#ppt_y-0.5)/(#ppt_x-0.5))))),0.71)),-0.71))/0.71)+0.5"/>
                                          </p:val>
                                        </p:tav>
                                        <p:tav tm="100000">
                                          <p:val>
                                            <p:strVal val="#ppt_y"/>
                                          </p:val>
                                        </p:tav>
                                      </p:tavLst>
                                    </p:anim>
                                    <p:anim to="" calcmode="lin" valueType="num">
                                      <p:cBhvr>
                                        <p:cTn id="75" dur="500" fill="hold">
                                          <p:stCondLst>
                                            <p:cond delay="0"/>
                                          </p:stCondLst>
                                        </p:cTn>
                                        <p:tgtEl>
                                          <p:spTgt spid="15"/>
                                        </p:tgtEl>
                                        <p:attrNameLst>
                                          <p:attrName>style.opacity</p:attrName>
                                        </p:attrNameLst>
                                      </p:cBhvr>
                                      <p:tavLst>
                                        <p:tav tm="0">
                                          <p:val>
                                            <p:strVal val="0"/>
                                          </p:val>
                                        </p:tav>
                                        <p:tav tm="100000">
                                          <p:val>
                                            <p:str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6" grpId="0" animBg="1"/>
      <p:bldP spid="3" grpId="0"/>
      <p:bldP spid="3" grpId="1"/>
      <p:bldP spid="5" grpId="0"/>
      <p:bldP spid="6" grpId="0" animBg="1"/>
      <p:bldP spid="8" grpId="0"/>
      <p:bldP spid="9" grpId="0" animBg="1"/>
      <p:bldP spid="10" grpId="0"/>
      <p:bldP spid="11" grpId="0" animBg="1"/>
      <p:bldP spid="13" grpId="0" animBg="1"/>
      <p:bldP spid="14" grpId="0" animBg="1"/>
      <p:bldP spid="15" grpId="0"/>
    </p:bldLst>
  </p:timing>
</p:sld>
</file>

<file path=ppt/tags/tag1.xml><?xml version="1.0" encoding="utf-8"?>
<p:tagLst xmlns:a="http://schemas.openxmlformats.org/drawingml/2006/main" xmlns:r="http://schemas.openxmlformats.org/officeDocument/2006/relationships" xmlns:p="http://schemas.openxmlformats.org/presentationml/2006/main">
  <p:tag name="TAG_USER_ID" val="908878"/>
  <p:tag name="TAG_AIGCCREATORID" val="AIGC生成内容仅供参考-2025/11/2 21:24:10 -908878"/>
  <p:tag name="TAG_IS_CUSTEMPLATE" val="False"/>
  <p:tag name="TAG_COVER_TYPE" val="插图"/>
  <p:tag name="TAG_COVER_THEME_COLOR" val="绿色"/>
  <p:tag name="TAG_PRESENTATION_IMAGESTYLE" val="科技"/>
  <p:tag name="TAG_CHATPPT_ID" val="45a40a3dfda04909aafd040e54133319"/>
  <p:tag name="TAG_PRESENTATION_TEMPLATE" val="{&quot;image&quot;:&quot;&quot;,&quot;sub_images&quot;:[],&quot;title&quot;:&quot;\u6DF1\u5EA6\u5256\u6790\u2014\u2014\u673A\u5668\u5B66\u4E60\u7684\u6838\u5FC3&quot;,&quot;style&quot;:&quot;\u79D1\u6280&quot;,&quot;template_type&quot;:&quot;\u63D2\u56FE&quot;,&quot;isVector&quot;:false,&quot;color&quot;:&quot;\u7EFF\u8272&quot;,&quot;colorList&quot;:[&quot;#293600&quot;,&quot;#FBFDF6&quot;,&quot;#FFFFFF&quot;,&quot;#2D3F09&quot;,&quot;#36D289&quot;,&quot;#269A63&quot;,&quot;#4FB961&quot;,&quot;#B2FFA8&quot;,&quot;#D0FFB7&quot;,&quot;#F2F5DE&quot;,&quot;#5F5F5F&quot;,&quot;#919191&quot;],&quot;scene&quot;:&quot;normal&quot;,&quot;group&quot;:&quot;group_6389483934595026295&quot;,&quot;cover_id&quot;:&quot;fgBFe9SBeYZn&quot;,&quot;end_id&quot;:&quot;QhME6gamF6cz&quot;,&quot;catalog_id&quot;:&quot;X4zVmD2ded9u&quot;,&quot;chapter_id&quot;:&quot;geaGpB6ptDfX&quot;,&quot;content_ids&quot;:[],&quot;picture_url&quot;:&quot;&quot;,&quot;isuse&quot;:false,&quot;theme_colors&quot;:[],&quot;company&quot;:&quot;&quot;,&quot;logo_left&quot;:false,&quot;logoLight&quot;:&quot;&quot;,&quot;logoDark&quot;:&quot;&quot;,&quot;school&quot;:&quot;&quot;,&quot;isCollect&quot;:false,&quot;data_id&quot;:&quot;64a9284531e58dd397dde16a3a97fa0e&quot;,&quot;userName&quot;:&quot;DaringGryphon6500&quot;,&quot;authorName&quot;:&quot;&quot;,&quot;json&quot;:&quot;https://file.static.yoojober.cn/chatppt/template/json/20251014/68edcbd310058.json&quot;,&quot;index&quot;:2}"/>
  <p:tag name="TAG_PRESENTATION_SCENE" val="normal"/>
  <p:tag name="TAG_FILE_CATALOG" val="{&quot;title&quot;:&quot;深度剖析——机器学习的核心&quot;,&quot;catalogs&quot;:[{&quot;catalog&quot;:&quot;机器学习基础概览&quot;,&quot;level&quot;:1,&quot;content&quot;:&quot;&quot;,&quot;picture&quot;:[],&quot;contentType&quot;:&quot;&quot;,&quot;slideType&quot;:&quot;&quot;,&quot;is_leaf&quot;:false,&quot;remark&quot;:&quot;&quot;,&quot;cite_id&quot;:&quot;&quot;,&quot;index&quot;:0,&quot;directoryIndex&quot;:1,&quot;previewIndex&quot;:1},{&quot;catalog&quot;:&quot;定义与历史背景&quot;,&quot;level&quot;:3,&quot;content&quot;:&quot;机器学习是AI的核心技术，起源于20世纪50年代。\r&quot;,&quot;picture&quot;:[],&quot;contentType&quot;:&quot;&quot;,&quot;slideType&quot;:&quot;&quot;,&quot;is_leaf&quot;:true,&quot;remark&quot;:&quot;&quot;,&quot;cite_id&quot;:&quot;&quot;,&quot;index&quot;:1,&quot;previewIndex&quot;:2},{&quot;catalog&quot;:&quot;关键术语解释&quot;,&quot;level&quot;:3,&quot;content&quot;:&quot;阐述什么是算法、模型、数据集、特征提取等基础概念。\r&quot;,&quot;picture&quot;:[],&quot;contentType&quot;:&quot;&quot;,&quot;slideType&quot;:&quot;&quot;,&quot;is_leaf&quot;:true,&quot;remark&quot;:&quot;&quot;,&quot;cite_id&quot;:&quot;&quot;,&quot;index&quot;:2,&quot;previewIndex&quot;:2},{&quot;catalog&quot;:&quot;应用领域&quot;,&quot;level&quot;:3,&quot;content&quot;:&quot;机器学习广泛应用于图像识别、自然语言处理、推荐系统等领域。\r&quot;,&quot;picture&quot;:[],&quot;contentType&quot;:&quot;&quot;,&quot;slideType&quot;:&quot;&quot;,&quot;is_leaf&quot;:true,&quot;remark&quot;:&quot;&quot;,&quot;cite_id&quot;:&quot;&quot;,&quot;index&quot;:3,&quot;previewIndex&quot;:2},{&quot;catalog&quot;:&quot;学习路径规划&quot;,&quot;level&quot;:3,&quot;content&quot;:&quot;为初学者提供明确的学习路线，包括数学基础、编程技能等。\r&quot;,&quot;picture&quot;:[],&quot;contentType&quot;:&quot;&quot;,&quot;slideType&quot;:&quot;&quot;,&quot;is_leaf&quot;:true,&quot;remark&quot;:&quot;&quot;,&quot;cite_id&quot;:&quot;&quot;,&quot;index&quot;:4,&quot;previewIndex&quot;:2},{&quot;catalog&quot;:&quot;机器学习算法简介&quot;,&quot;level&quot;:1,&quot;content&quot;:&quot;&quot;,&quot;picture&quot;:[],&quot;contentType&quot;:&quot;&quot;,&quot;slideType&quot;:&quot;&quot;,&quot;is_leaf&quot;:false,&quot;remark&quot;:&quot;&quot;,&quot;cite_id&quot;:&quot;&quot;,&quot;index&quot;:5,&quot;directoryIndex&quot;:2,&quot;previewIndex&quot;:1},{&quot;catalog&quot;:&quot;监督学习算法&quot;,&quot;level&quot;:3,&quot;content&quot;:&quot;如决策树、支持向量机，用于预测和分类任务。\r&quot;,&quot;picture&quot;:[],&quot;contentType&quot;:&quot;&quot;,&quot;slideType&quot;:&quot;&quot;,&quot;is_leaf&quot;:true,&quot;remark&quot;:&quot;&quot;,&quot;cite_id&quot;:&quot;&quot;,&quot;index&quot;:6,&quot;previewIndex&quot;:2},{&quot;catalog&quot;:&quot;无监督学习算法&quot;,&quot;level&quot;:3,&quot;content&quot;:&quot;聚类算法如K-means，用于发现数据中的潜在模式。\r&quot;,&quot;picture&quot;:[],&quot;contentType&quot;:&quot;&quot;,&quot;slideType&quot;:&quot;&quot;,&quot;is_leaf&quot;:true,&quot;remark&quot;:&quot;&quot;,&quot;cite_id&quot;:&quot;&quot;,&quot;index&quot;:7,&quot;previewIndex&quot;:2},{&quot;catalog&quot;:&quot;强化学习算法&quot;,&quot;level&quot;:3,&quot;content&quot;:&quot;通过与环境交互学习，如Q-learning和深度强化学习。\r&quot;,&quot;picture&quot;:[],&quot;contentType&quot;:&quot;&quot;,&quot;slideType&quot;:&quot;&quot;,&quot;is_leaf&quot;:true,&quot;remark&quot;:&quot;&quot;,&quot;cite_id&quot;:&quot;&quot;,&quot;index&quot;:8,&quot;previewIndex&quot;:2},{&quot;catalog&quot;:&quot;算法比较与选择&quot;,&quot;level&quot;:3,&quot;content&quot;:&quot;比较不同算法的优缺点，根据任务需求选择合适算法。\r&quot;,&quot;picture&quot;:[],&quot;contentType&quot;:&quot;&quot;,&quot;slideType&quot;:&quot;&quot;,&quot;is_leaf&quot;:true,&quot;remark&quot;:&quot;&quot;,&quot;cite_id&quot;:&quot;&quot;,&quot;index&quot;:9,&quot;previewIndex&quot;:2},{&quot;catalog&quot;:&quot;机器学习流程与步骤&quot;,&quot;level&quot;:1,&quot;content&quot;:&quot;&quot;,&quot;picture&quot;:[],&quot;contentType&quot;:&quot;&quot;,&quot;slideType&quot;:&quot;&quot;,&quot;is_leaf&quot;:false,&quot;remark&quot;:&quot;&quot;,&quot;cite_id&quot;:&quot;&quot;,&quot;index&quot;:10,&quot;directoryIndex&quot;:3,&quot;previewIndex&quot;:1},{&quot;catalog&quot;:&quot;数据收集与预处理&quot;,&quot;level&quot;:3,&quot;content&quot;:&quot;解释如何收集数据，包括清洗、标注和平衡数据集。\r&quot;,&quot;picture&quot;:[],&quot;contentType&quot;:&quot;&quot;,&quot;slideType&quot;:&quot;&quot;,&quot;is_leaf&quot;:true,&quot;remark&quot;:&quot;&quot;,&quot;cite_id&quot;:&quot;&quot;,&quot;index&quot;:11,&quot;previewIndex&quot;:2},{&quot;catalog&quot;:&quot;特征选择与构建&quot;,&quot;level&quot;:3,&quot;content&quot;:&quot;选择 relevant 特征并构建特征向量，简化模型复杂度。\r&quot;,&quot;picture&quot;:[],&quot;contentType&quot;:&quot;&quot;,&quot;slideType&quot;:&quot;&quot;,&quot;is_leaf&quot;:true,&quot;remark&quot;:&quot;&quot;,&quot;cite_id&quot;:&quot;&quot;,&quot;index&quot;:12,&quot;previewIndex&quot;:2},{&quot;catalog&quot;:&quot;模型训练与评估&quot;,&quot;level&quot;:3,&quot;content&quot;:&quot;描述训练过程，包括交叉验证和评估指标的选择。\r&quot;,&quot;picture&quot;:[],&quot;contentType&quot;:&quot;&quot;,&quot;slideType&quot;:&quot;&quot;,&quot;is_leaf&quot;:true,&quot;remark&quot;:&quot;&quot;,&quot;cite_id&quot;:&quot;&quot;,&quot;index&quot;:13,&quot;previewIndex&quot;:2},{&quot;catalog&quot;:&quot;模型优化与部署&quot;,&quot;level&quot;:3,&quot;content&quot;:&quot;优化模型参数，部署到生产环境，监控性能和准确性。\r&quot;,&quot;picture&quot;:[],&quot;contentType&quot;:&quot;&quot;,&quot;slideType&quot;:&quot;&quot;,&quot;is_leaf&quot;:true,&quot;remark&quot;:&quot;&quot;,&quot;cite_id&quot;:&quot;&quot;,&quot;index&quot;:14,&quot;previewIndex&quot;:2},{&quot;catalog&quot;:&quot;机器学习中的数学与统计学&quot;,&quot;level&quot;:1,&quot;content&quot;:&quot;&quot;,&quot;picture&quot;:[],&quot;contentType&quot;:&quot;&quot;,&quot;slideType&quot;:&quot;&quot;,&quot;is_leaf&quot;:false,&quot;remark&quot;:&quot;&quot;,&quot;cite_id&quot;:&quot;&quot;,&quot;index&quot;:15,&quot;directoryIndex&quot;:4,&quot;previewIndex&quot;:1},{&quot;catalog&quot;:&quot;线性代数基础&quot;,&quot;level&quot;:3,&quot;content&quot;:&quot;介绍矩阵和向量的概念，其在机器学习中的应用。\r&quot;,&quot;picture&quot;:[],&quot;contentType&quot;:&quot;&quot;,&quot;slideType&quot;:&quot;&quot;,&quot;is_leaf&quot;:true,&quot;remark&quot;:&quot;&quot;,&quot;cite_id&quot;:&quot;&quot;,&quot;index&quot;:16,&quot;previewIndex&quot;:2},{&quot;catalog&quot;:&quot;概率统计理解&quot;,&quot;level&quot;:3,&quot;content&quot;:&quot;解释概率分布、期望、方差等概念，以及它们在算法中的作用。\r&quot;,&quot;picture&quot;:[],&quot;contentType&quot;:&quot;&quot;,&quot;slideType&quot;:&quot;&quot;,&quot;is_leaf&quot;:true,&quot;remark&quot;:&quot;&quot;,&quot;cite_id&quot;:&quot;&quot;,&quot;index&quot;:17,&quot;previewIndex&quot;:2},{&quot;catalog&quot;:&quot;微积分与优化&quot;,&quot;level&quot;:3,&quot;content&quot;:&quot;梯度下降、拉格朗日乘数等微积分方法在模型优化中的使用。\r&quot;,&quot;picture&quot;:[],&quot;contentType&quot;:&quot;&quot;,&quot;slideType&quot;:&quot;&quot;,&quot;is_leaf&quot;:true,&quot;remark&quot;:&quot;&quot;,&quot;cite_id&quot;:&quot;&quot;,&quot;index&quot;:18,&quot;previewIndex&quot;:2},{&quot;catalog&quot;:&quot;线性回归与逻辑回归&quot;,&quot;level&quot;:3,&quot;content&quot;:&quot;详细讲解这两种回归算法的原理和应用。\r&quot;,&quot;picture&quot;:[],&quot;contentType&quot;:&quot;&quot;,&quot;slideType&quot;:&quot;&quot;,&quot;is_leaf&quot;:true,&quot;remark&quot;:&quot;&quot;,&quot;cite_id&quot;:&quot;&quot;,&quot;index&quot;:19,&quot;previewIndex&quot;:2},{&quot;catalog&quot;:&quot;机器学习实战案例分析&quot;,&quot;level&quot;:1,&quot;content&quot;:&quot;&quot;,&quot;picture&quot;:[],&quot;contentType&quot;:&quot;&quot;,&quot;slideType&quot;:&quot;&quot;,&quot;is_leaf&quot;:false,&quot;remark&quot;:&quot;&quot;,&quot;cite_id&quot;:&quot;&quot;,&quot;index&quot;:20,&quot;directoryIndex&quot;:5,&quot;previewIndex&quot;:1},{&quot;catalog&quot;:&quot;图像识别应用&quot;,&quot;level&quot;:3,&quot;content&quot;:&quot;以人脸识别为例，说明特征提取和分类的过程。\r&quot;,&quot;picture&quot;:[],&quot;contentType&quot;:&quot;&quot;,&quot;slideType&quot;:&quot;&quot;,&quot;is_leaf&quot;:true,&quot;remark&quot;:&quot;&quot;,&quot;cite_id&quot;:&quot;&quot;,&quot;index&quot;:21,&quot;previewIndex&quot;:2},{&quot;catalog&quot;:&quot;自然语言处理&quot;,&quot;level&quot;:3,&quot;content&quot;:&quot;文本分类、情感分析等NLP任务如何应用机器学习技术。\r&quot;,&quot;picture&quot;:[],&quot;contentType&quot;:&quot;&quot;,&quot;slideType&quot;:&quot;&quot;,&quot;is_leaf&quot;:true,&quot;remark&quot;:&quot;&quot;,&quot;cite_id&quot;:&quot;&quot;,&quot;index&quot;:22,&quot;previewIndex&quot;:2},{&quot;catalog&quot;:&quot;推荐系统构建&quot;,&quot;level&quot;:3,&quot;content&quot;:&quot;基于用户行为分析，构建个性化推荐系统的原理和方法。\r&quot;,&quot;picture&quot;:[],&quot;contentType&quot;:&quot;&quot;,&quot;slideType&quot;:&quot;&quot;,&quot;is_leaf&quot;:true,&quot;remark&quot;:&quot;&quot;,&quot;cite_id&quot;:&quot;&quot;,&quot;index&quot;:23,&quot;previewIndex&quot;:2},{&quot;catalog&quot;:&quot;医疗诊断预测&quot;,&quot;level&quot;:3,&quot;content&quot;:&quot;结合患者数据，预测疾病诊断的准确性与潜在应用价值。\r&quot;,&quot;picture&quot;:[],&quot;contentType&quot;:&quot;&quot;,&quot;slideType&quot;:&quot;&quot;,&quot;is_leaf&quot;:true,&quot;remark&quot;:&quot;&quot;,&quot;cite_id&quot;:&quot;&quot;,&quot;index&quot;:24,&quot;previewIndex&quot;:2},{&quot;catalog&quot;:&quot;未来趋势与挑战&quot;,&quot;level&quot;:1,&quot;content&quot;:&quot;&quot;,&quot;picture&quot;:[],&quot;contentType&quot;:&quot;&quot;,&quot;slideType&quot;:&quot;&quot;,&quot;is_leaf&quot;:false,&quot;remark&quot;:&quot;&quot;,&quot;cite_id&quot;:&quot;&quot;,&quot;index&quot;:25,&quot;directoryIndex&quot;:6,&quot;previewIndex&quot;:1},{&quot;catalog&quot;:&quot;技术发展展望&quot;,&quot;level&quot;:3,&quot;content&quot;:&quot;讨论深度学习、强化学习等技术的未来发展趋势。\r&quot;,&quot;picture&quot;:[],&quot;contentType&quot;:&quot;&quot;,&quot;slideType&quot;:&quot;&quot;,&quot;is_leaf&quot;:true,&quot;remark&quot;:&quot;&quot;,&quot;cite_id&quot;:&quot;&quot;,&quot;index&quot;:26,&quot;previewIndex&quot;:2},{&quot;catalog&quot;:&quot;数据隐私与安全&quot;,&quot;level&quot;:3,&quot;content&quot;:&quot;随着数据量的增加，数据隐私和安全问题将成为重要议题。\r&quot;,&quot;picture&quot;:[],&quot;contentType&quot;:&quot;&quot;,&quot;slideType&quot;:&quot;&quot;,&quot;is_leaf&quot;:true,&quot;remark&quot;:&quot;&quot;,&quot;cite_id&quot;:&quot;&quot;,&quot;index&quot;:27,&quot;previewIndex&quot;:2},{&quot;catalog&quot;:&quot;算法偏见与公平性&quot;,&quot;level&quot;:3,&quot;content&quot;:&quot;算法偏见可能导致不公平后果，如何解决这个问题仍是挑战。\r&quot;,&quot;picture&quot;:[],&quot;contentType&quot;:&quot;&quot;,&quot;slideType&quot;:&quot;&quot;,&quot;is_leaf&quot;:true,&quot;remark&quot;:&quot;&quot;,&quot;cite_id&quot;:&quot;&quot;,&quot;index&quot;:28,&quot;previewIndex&quot;:2},{&quot;catalog&quot;:&quot;计算资源与效率&quot;,&quot;level&quot;:3,&quot;content&quot;:&quot;提升模型效率、减少计算资源需求是机器学习技术进步的关键。\r&quot;,&quot;picture&quot;:[],&quot;contentType&quot;:&quot;&quot;,&quot;slideType&quot;:&quot;&quot;,&quot;is_leaf&quot;:true,&quot;remark&quot;:&quot;&quot;,&quot;cite_id&quot;:&quot;&quot;,&quot;index&quot;:29,&quot;previewIndex&quot;:2}],&quot;enable_update_title&quot;:false}"/>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 name="TAG_PPT_THEMETITLE" val="深度剖析——机器学习的核心"/>
  <p:tag name="TAG_PPT_THEMEWORD" val="机器学习"/>
  <p:tag name="TAG_PRESENTATION_STYLE" val="科技"/>
  <p:tag name="TAG_CHATPPT" val="1"/>
  <p:tag name="TAG_CHATPAGE_CATLOG_NUM" val="6"/>
</p:tagLst>
</file>

<file path=ppt/tags/tag2.xml><?xml version="1.0" encoding="utf-8"?>
<p:tagLst xmlns:a="http://schemas.openxmlformats.org/drawingml/2006/main" xmlns:r="http://schemas.openxmlformats.org/officeDocument/2006/relationships" xmlns:p="http://schemas.openxmlformats.org/presentationml/2006/main">
  <p:tag name="TAG_CHATPAGE_ENABLE_CHANGEBACK" val="TRUE"/>
  <p:tag name="YOO_CHATPAGE_TYPE" val="TAG_CHATPAGE_COVER"/>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4.xml><?xml version="1.0" encoding="utf-8"?>
<p:tagLst xmlns:a="http://schemas.openxmlformats.org/drawingml/2006/main" xmlns:r="http://schemas.openxmlformats.org/officeDocument/2006/relationships" xmlns:p="http://schemas.openxmlformats.org/presentationml/2006/main">
  <p:tag name="YOO_CHATSHAPE_TYPE" val="YOO_CHATSHAPE_TITLE"/>
  <p:tag name="ANIMSHAPE_LINK" val="2;3;5"/>
</p:tagLst>
</file>

<file path=ppt/tags/tag5.xml><?xml version="1.0" encoding="utf-8"?>
<p:tagLst xmlns:a="http://schemas.openxmlformats.org/drawingml/2006/main" xmlns:r="http://schemas.openxmlformats.org/officeDocument/2006/relationships" xmlns:p="http://schemas.openxmlformats.org/presentationml/2006/main">
  <p:tag name="TAG_CHATSHAPE_LINK" val="sp:翻译"/>
  <p:tag name="TAG_CHATSHAPE_SUBTITLE_TYPE" val="TAG_CHATSHAPE_SUBTITLE_ENGLISH"/>
  <p:tag name="YOO_CHATSHAPE_TYPE" val="YOO_CHATSHAPE_SUBTITLE"/>
</p:tagLst>
</file>

<file path=ppt/tags/tag6.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8.xml><?xml version="1.0" encoding="utf-8"?>
<p:tagLst xmlns:a="http://schemas.openxmlformats.org/drawingml/2006/main" xmlns:r="http://schemas.openxmlformats.org/officeDocument/2006/relationships" xmlns:p="http://schemas.openxmlformats.org/presentationml/2006/main">
  <p:tag name="YOO_CHATSHAPE_TYPE" val="YOO_CHATSHAPE_AUTHOR"/>
  <p:tag name="YOO_CHATSHAPE_AUTHOR" val="DaringGryp.."/>
  <p:tag name="TAG_CHATSHAPE_AUTHOR_NICK" val="DaringGryp.."/>
</p:tagLst>
</file>

<file path=ppt/tags/tag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0.xml><?xml version="1.0" encoding="utf-8"?>
<p:tagLst xmlns:a="http://schemas.openxmlformats.org/drawingml/2006/main" xmlns:r="http://schemas.openxmlformats.org/officeDocument/2006/relationships" xmlns:p="http://schemas.openxmlformats.org/presentationml/2006/main">
  <p:tag name="YOO_CHATSHAPE_TYPE" val="YOO_CHATSHAPE_DATE"/>
  <p:tag name="YOO_CHATSHAPE_DATE" val="2025/11/2"/>
</p:tagLst>
</file>

<file path=ppt/tags/tag1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5.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xml><?xml version="1.0" encoding="utf-8"?>
<p:tagLst xmlns:a="http://schemas.openxmlformats.org/drawingml/2006/main" xmlns:r="http://schemas.openxmlformats.org/officeDocument/2006/relationships" xmlns:p="http://schemas.openxmlformats.org/presentationml/2006/main">
  <p:tag name="YOO_CHATSHAPE_TYPE" val="YOO_CHATSHAPE_TITLE"/>
  <p:tag name="SHADOWSHAPE" val="true"/>
</p:tagLst>
</file>

<file path=ppt/tags/tag17.xml><?xml version="1.0" encoding="utf-8"?>
<p:tagLst xmlns:a="http://schemas.openxmlformats.org/drawingml/2006/main" xmlns:r="http://schemas.openxmlformats.org/officeDocument/2006/relationships" xmlns:p="http://schemas.openxmlformats.org/presentationml/2006/main">
  <p:tag name="YOO_CHATSHAPE_TYPE" val="YOO_CHATSHAPE_TITLE"/>
  <p:tag name="SHADOWSHAPE" val="true"/>
</p:tagLst>
</file>

<file path=ppt/tags/tag18.xml><?xml version="1.0" encoding="utf-8"?>
<p:tagLst xmlns:a="http://schemas.openxmlformats.org/drawingml/2006/main" xmlns:r="http://schemas.openxmlformats.org/officeDocument/2006/relationships" xmlns:p="http://schemas.openxmlformats.org/presentationml/2006/main">
  <p:tag name="YOO_CHATSHAPE_TYPE" val="YOO_CHATSHAPE_TITLE"/>
  <p:tag name="SHADOWSHAPE" val="true"/>
</p:tagLst>
</file>

<file path=ppt/tags/tag1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3.xml><?xml version="1.0" encoding="utf-8"?>
<p:tagLst xmlns:a="http://schemas.openxmlformats.org/drawingml/2006/main" xmlns:r="http://schemas.openxmlformats.org/officeDocument/2006/relationships" xmlns:p="http://schemas.openxmlformats.org/presentationml/2006/main">
  <p:tag name="TAG_CHATPAGE_ENABLE_CHANGEBACK" val="TRUE"/>
  <p:tag name="YOO_CHATPAGE_TYPE" val="TAG_CHATPAGE_CATALOG"/>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24.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GROUPINDEX" val="1"/>
  <p:tag name="TAG_CONTENT_GROUPCOUNT" val="6"/>
  <p:tag name="TAG_CONTENT_DIAGRAM_INDEX" val="ca54b60030cb483a9fb15739da3db9de"/>
  <p:tag name="TAG_CONTENT_SUBINDEX" val="1"/>
</p:tagLst>
</file>

<file path=ppt/tags/tag25.xml><?xml version="1.0" encoding="utf-8"?>
<p:tagLst xmlns:a="http://schemas.openxmlformats.org/drawingml/2006/main" xmlns:r="http://schemas.openxmlformats.org/officeDocument/2006/relationships" xmlns:p="http://schemas.openxmlformats.org/presentationml/2006/main">
  <p:tag name="YOO_CHATSHAPE_TYPE" val="YOO_CHATSHAPE_SUBTITLE"/>
</p:tagLst>
</file>

<file path=ppt/tags/tag26.xml><?xml version="1.0" encoding="utf-8"?>
<p:tagLst xmlns:a="http://schemas.openxmlformats.org/drawingml/2006/main" xmlns:r="http://schemas.openxmlformats.org/officeDocument/2006/relationships" xmlns:p="http://schemas.openxmlformats.org/presentationml/2006/main">
  <p:tag name="YOO_CHATSHAPE_TYPE" val="YOO_CHATSHAPE_SUBTITLE"/>
</p:tagLst>
</file>

<file path=ppt/tags/tag27.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GROUPINDEX" val="3"/>
  <p:tag name="TAG_CONTENT_GROUPCOUNT" val="6"/>
  <p:tag name="TAG_CONTENT_DIAGRAM_INDEX" val="ca54b60030cb483a9fb15739da3db9de"/>
  <p:tag name="TAG_CONTENT_SUBINDEX" val="3"/>
</p:tagLst>
</file>

<file path=ppt/tags/tag28.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GROUPINDEX" val="5"/>
  <p:tag name="TAG_CONTENT_GROUPCOUNT" val="6"/>
  <p:tag name="TAG_CONTENT_DIAGRAM_INDEX" val="ca54b60030cb483a9fb15739da3db9de"/>
  <p:tag name="TAG_CONTENT_SUBINDEX" val="5"/>
</p:tagLst>
</file>

<file path=ppt/tags/tag29.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GROUPINDEX" val="2"/>
  <p:tag name="TAG_CONTENT_GROUPCOUNT" val="6"/>
  <p:tag name="TAG_CONTENT_DIAGRAM_INDEX" val="ca54b60030cb483a9fb15739da3db9de"/>
  <p:tag name="TAG_CONTENT_SUBINDEX" val="2"/>
</p:tagLst>
</file>

<file path=ppt/tags/tag30.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GROUPINDEX" val="4"/>
  <p:tag name="TAG_CONTENT_GROUPCOUNT" val="6"/>
  <p:tag name="TAG_CONTENT_DIAGRAM_INDEX" val="ca54b60030cb483a9fb15739da3db9de"/>
  <p:tag name="TAG_CONTENT_SUBINDEX" val="4"/>
</p:tagLst>
</file>

<file path=ppt/tags/tag31.xml><?xml version="1.0" encoding="utf-8"?>
<p:tagLst xmlns:a="http://schemas.openxmlformats.org/drawingml/2006/main" xmlns:r="http://schemas.openxmlformats.org/officeDocument/2006/relationships" xmlns:p="http://schemas.openxmlformats.org/presentationml/2006/main">
  <p:tag name="YOO_CHATSHAPE_TYPE" val="YOO_CHATSHAPE_CATALOG"/>
  <p:tag name="TAG_CONTENT_GROUPINDEX" val="6"/>
  <p:tag name="TAG_CONTENT_GROUPCOUNT" val="6"/>
  <p:tag name="TAG_CONTENT_DIAGRAM_INDEX" val="ca54b60030cb483a9fb15739da3db9de"/>
  <p:tag name="TAG_CONTENT_SUBINDEX" val="6"/>
</p:tagLst>
</file>

<file path=ppt/tags/tag3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3.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7664fe156f6045389a4e614be6c36fef"/>
</p:tagLst>
</file>

<file path=ppt/tags/tag3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5.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6.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38.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6"/>
  <p:tag name="TAG_CHATSHAPE_LINK" val="sp:简述"/>
  <p:tag name="YOO_CHATSHAPE_TYPE" val="YOO_CHATPAGE_CATALOG_DETAIL"/>
  <p:tag name="YOO_CHAT_DIAGRAM_SHAPETYPE" val="YOO_CHATSHAPE_DIAGRAM_SUBTITLE"/>
  <p:tag name="TAG_CHAT_DIAGRAM_ID" val="e029c11d-0a06-483b-a771-e9abf67aff0d"/>
  <p:tag name="TAG_CHAT_DIAGRAM_ALIGN" val="HLeftAlign"/>
  <p:tag name="TAG_CHAT_DIAGRAM_GROUP" val="6"/>
  <p:tag name="TAG_CONTENT_GROUPINDEX" val="6"/>
</p:tagLst>
</file>

<file path=ppt/tags/tag39.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6"/>
  <p:tag name="YOO_CHATSHAPE_TYPE" val="YOO_CHATSHAPE_ITEM"/>
  <p:tag name="YOO_CHAT_DIAGRAM_SHAPETYPE" val="YOO_CHATSHAPE_DIAGRAM_TITLE"/>
  <p:tag name="TAG_CHAT_DIAGRAM_ID" val="e029c11d-0a06-483b-a771-e9abf67aff0d"/>
  <p:tag name="TAG_CHAT_DIAGRAM_ALIGN" val="HLeftAlign"/>
  <p:tag name="TAG_CHAT_DIAGRAM_GROUP" val="6"/>
  <p:tag name="TAG_CONTENT_GROUPINDEX" val="6"/>
</p:tagLst>
</file>

<file path=ppt/tags/tag40.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6"/>
  <p:tag name="YOO_CHATSHAPE_TYPE" val="YOO_CHATSHAPE_NUM"/>
  <p:tag name="YOO_CHAT_DIAGRAM_SHAPETYPE" val="YOO_CHAT_DIAGRAM_NUM"/>
  <p:tag name="TAG_CHAT_DIAGRAM_ID" val="e029c11d-0a06-483b-a771-e9abf67aff0d"/>
  <p:tag name="TAG_CHAT_DIAGRAM_ALIGN" val="HLeftAlign"/>
  <p:tag name="TAG_CHAT_DIAGRAM_GROUP" val="6"/>
  <p:tag name="TAG_CONTENT_GROUPINDEX" val="6"/>
</p:tagLst>
</file>

<file path=ppt/tags/tag41.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4"/>
  <p:tag name="TAG_CHATSHAPE_LINK" val="sp:简述"/>
  <p:tag name="YOO_CHATSHAPE_TYPE" val="YOO_CHATPAGE_CATALOG_DETAIL"/>
  <p:tag name="YOO_CHAT_DIAGRAM_SHAPETYPE" val="YOO_CHATSHAPE_DIAGRAM_SUBTITLE"/>
  <p:tag name="TAG_CHAT_DIAGRAM_ID" val="e029c11d-0a06-483b-a771-e9abf67aff0d"/>
  <p:tag name="TAG_CHAT_DIAGRAM_ALIGN" val="HLeftAlign"/>
  <p:tag name="TAG_CHAT_DIAGRAM_GROUP" val="4"/>
  <p:tag name="TAG_CONTENT_GROUPINDEX" val="4"/>
</p:tagLst>
</file>

<file path=ppt/tags/tag42.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4"/>
  <p:tag name="YOO_CHATSHAPE_TYPE" val="YOO_CHATSHAPE_ITEM"/>
  <p:tag name="YOO_CHAT_DIAGRAM_SHAPETYPE" val="YOO_CHATSHAPE_DIAGRAM_TITLE"/>
  <p:tag name="TAG_CHAT_DIAGRAM_ID" val="e029c11d-0a06-483b-a771-e9abf67aff0d"/>
  <p:tag name="TAG_CHAT_DIAGRAM_ALIGN" val="HLeftAlign"/>
  <p:tag name="TAG_CHAT_DIAGRAM_GROUP" val="4"/>
  <p:tag name="TAG_CONTENT_GROUPINDEX" val="4"/>
</p:tagLst>
</file>

<file path=ppt/tags/tag43.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4"/>
  <p:tag name="YOO_CHATSHAPE_TYPE" val="YOO_CHATSHAPE_NUM"/>
  <p:tag name="YOO_CHAT_DIAGRAM_SHAPETYPE" val="YOO_CHAT_DIAGRAM_NUM"/>
  <p:tag name="TAG_CHAT_DIAGRAM_ID" val="e029c11d-0a06-483b-a771-e9abf67aff0d"/>
  <p:tag name="TAG_CHAT_DIAGRAM_ALIGN" val="HLeftAlign"/>
  <p:tag name="TAG_CHAT_DIAGRAM_GROUP" val="4"/>
  <p:tag name="TAG_CONTENT_GROUPINDEX" val="4"/>
</p:tagLst>
</file>

<file path=ppt/tags/tag44.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2"/>
  <p:tag name="TAG_CHATSHAPE_LINK" val="sp:简述"/>
  <p:tag name="YOO_CHATSHAPE_TYPE" val="YOO_CHATPAGE_CATALOG_DETAIL"/>
  <p:tag name="YOO_CHAT_DIAGRAM_SHAPETYPE" val="YOO_CHATSHAPE_DIAGRAM_SUBTITLE"/>
  <p:tag name="TAG_CHAT_DIAGRAM_ID" val="e029c11d-0a06-483b-a771-e9abf67aff0d"/>
  <p:tag name="TAG_CHAT_DIAGRAM_ALIGN" val="HLeftAlign"/>
  <p:tag name="TAG_CHAT_DIAGRAM_GROUP" val="2"/>
  <p:tag name="TAG_CONTENT_GROUPINDEX" val="2"/>
</p:tagLst>
</file>

<file path=ppt/tags/tag45.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2"/>
  <p:tag name="YOO_CHATSHAPE_TYPE" val="YOO_CHATSHAPE_ITEM"/>
  <p:tag name="YOO_CHAT_DIAGRAM_SHAPETYPE" val="YOO_CHATSHAPE_DIAGRAM_TITLE"/>
  <p:tag name="TAG_CHAT_DIAGRAM_ID" val="e029c11d-0a06-483b-a771-e9abf67aff0d"/>
  <p:tag name="TAG_CHAT_DIAGRAM_ALIGN" val="HLeftAlign"/>
  <p:tag name="TAG_CHAT_DIAGRAM_GROUP" val="2"/>
  <p:tag name="TAG_CONTENT_GROUPINDEX" val="2"/>
</p:tagLst>
</file>

<file path=ppt/tags/tag46.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2"/>
  <p:tag name="YOO_CHATSHAPE_TYPE" val="YOO_CHATSHAPE_NUM"/>
  <p:tag name="YOO_CHAT_DIAGRAM_SHAPETYPE" val="YOO_CHAT_DIAGRAM_NUM"/>
  <p:tag name="TAG_CHAT_DIAGRAM_ID" val="e029c11d-0a06-483b-a771-e9abf67aff0d"/>
  <p:tag name="TAG_CHAT_DIAGRAM_ALIGN" val="HLeftAlign"/>
  <p:tag name="TAG_CHAT_DIAGRAM_GROUP" val="2"/>
  <p:tag name="TAG_CONTENT_GROUPINDEX" val="2"/>
</p:tagLst>
</file>

<file path=ppt/tags/tag47.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5"/>
  <p:tag name="TAG_CHATSHAPE_LINK" val="sp:简述"/>
  <p:tag name="YOO_CHATSHAPE_TYPE" val="YOO_CHATPAGE_CATALOG_DETAIL"/>
  <p:tag name="YOO_CHAT_DIAGRAM_SHAPETYPE" val="YOO_CHATSHAPE_DIAGRAM_SUBTITLE"/>
  <p:tag name="TAG_CHAT_DIAGRAM_ID" val="e029c11d-0a06-483b-a771-e9abf67aff0d"/>
  <p:tag name="TAG_CHAT_DIAGRAM_ALIGN" val="HLeftAlign"/>
  <p:tag name="TAG_CHAT_DIAGRAM_GROUP" val="5"/>
  <p:tag name="TAG_CONTENT_GROUPINDEX" val="5"/>
</p:tagLst>
</file>

<file path=ppt/tags/tag48.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5"/>
  <p:tag name="YOO_CHATSHAPE_TYPE" val="YOO_CHATSHAPE_ITEM"/>
  <p:tag name="YOO_CHAT_DIAGRAM_SHAPETYPE" val="YOO_CHATSHAPE_DIAGRAM_TITLE"/>
  <p:tag name="TAG_CHAT_DIAGRAM_ID" val="e029c11d-0a06-483b-a771-e9abf67aff0d"/>
  <p:tag name="TAG_CHAT_DIAGRAM_ALIGN" val="HLeftAlign"/>
  <p:tag name="TAG_CHAT_DIAGRAM_GROUP" val="5"/>
  <p:tag name="TAG_CONTENT_GROUPINDEX" val="5"/>
</p:tagLst>
</file>

<file path=ppt/tags/tag49.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5"/>
  <p:tag name="YOO_CHATSHAPE_TYPE" val="YOO_CHATSHAPE_NUM"/>
  <p:tag name="YOO_CHAT_DIAGRAM_SHAPETYPE" val="YOO_CHAT_DIAGRAM_NUM"/>
  <p:tag name="TAG_CHAT_DIAGRAM_ID" val="e029c11d-0a06-483b-a771-e9abf67aff0d"/>
  <p:tag name="TAG_CHAT_DIAGRAM_ALIGN" val="HLeftAlign"/>
  <p:tag name="TAG_CHAT_DIAGRAM_GROUP" val="5"/>
  <p:tag name="TAG_CONTENT_GROUPINDEX" val="5"/>
</p:tagLst>
</file>

<file path=ppt/tags/tag50.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3"/>
  <p:tag name="TAG_CHATSHAPE_LINK" val="sp:简述"/>
  <p:tag name="YOO_CHATSHAPE_TYPE" val="YOO_CHATPAGE_CATALOG_DETAIL"/>
  <p:tag name="YOO_CHAT_DIAGRAM_SHAPETYPE" val="YOO_CHATSHAPE_DIAGRAM_SUBTITLE"/>
  <p:tag name="TAG_CHAT_DIAGRAM_ID" val="e029c11d-0a06-483b-a771-e9abf67aff0d"/>
  <p:tag name="TAG_CHAT_DIAGRAM_ALIGN" val="HLeftAlign"/>
  <p:tag name="TAG_CHAT_DIAGRAM_GROUP" val="3"/>
  <p:tag name="TAG_CONTENT_GROUPINDEX" val="3"/>
</p:tagLst>
</file>

<file path=ppt/tags/tag51.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3"/>
  <p:tag name="YOO_CHATSHAPE_TYPE" val="YOO_CHATSHAPE_ITEM"/>
  <p:tag name="YOO_CHAT_DIAGRAM_SHAPETYPE" val="YOO_CHATSHAPE_DIAGRAM_TITLE"/>
  <p:tag name="TAG_CHAT_DIAGRAM_ID" val="e029c11d-0a06-483b-a771-e9abf67aff0d"/>
  <p:tag name="TAG_CHAT_DIAGRAM_ALIGN" val="HLeftAlign"/>
  <p:tag name="TAG_CHAT_DIAGRAM_GROUP" val="3"/>
  <p:tag name="TAG_CONTENT_GROUPINDEX" val="3"/>
</p:tagLst>
</file>

<file path=ppt/tags/tag52.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3"/>
  <p:tag name="YOO_CHATSHAPE_TYPE" val="YOO_CHATSHAPE_NUM"/>
  <p:tag name="YOO_CHAT_DIAGRAM_SHAPETYPE" val="YOO_CHAT_DIAGRAM_NUM"/>
  <p:tag name="TAG_CHAT_DIAGRAM_ID" val="e029c11d-0a06-483b-a771-e9abf67aff0d"/>
  <p:tag name="TAG_CHAT_DIAGRAM_ALIGN" val="HLeftAlign"/>
  <p:tag name="TAG_CHAT_DIAGRAM_GROUP" val="3"/>
  <p:tag name="TAG_CONTENT_GROUPINDEX" val="3"/>
</p:tagLst>
</file>

<file path=ppt/tags/tag53.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1"/>
  <p:tag name="TAG_CHATSHAPE_LINK" val="sp:简述"/>
  <p:tag name="YOO_CHATSHAPE_TYPE" val="YOO_CHATPAGE_CATALOG_DETAIL"/>
  <p:tag name="YOO_CHAT_DIAGRAM_SHAPETYPE" val="YOO_CHATSHAPE_DIAGRAM_SUBTITLE"/>
  <p:tag name="TAG_CHAT_DIAGRAM_ID" val="e029c11d-0a06-483b-a771-e9abf67aff0d"/>
  <p:tag name="TAG_CHAT_DIAGRAM_ALIGN" val="HLeftAlign"/>
  <p:tag name="TAG_CHAT_DIAGRAM_GROUP" val="1"/>
  <p:tag name="TAG_CONTENT_GROUPINDEX" val="1"/>
</p:tagLst>
</file>

<file path=ppt/tags/tag54.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1"/>
  <p:tag name="YOO_CHATSHAPE_TYPE" val="YOO_CHATSHAPE_ITEM"/>
  <p:tag name="YOO_CHAT_DIAGRAM_SHAPETYPE" val="YOO_CHATSHAPE_DIAGRAM_TITLE"/>
  <p:tag name="TAG_CHAT_DIAGRAM_ID" val="e029c11d-0a06-483b-a771-e9abf67aff0d"/>
  <p:tag name="TAG_CHAT_DIAGRAM_ALIGN" val="HLeftAlign"/>
  <p:tag name="TAG_CHAT_DIAGRAM_GROUP" val="1"/>
  <p:tag name="TAG_CONTENT_GROUPINDEX" val="1"/>
</p:tagLst>
</file>

<file path=ppt/tags/tag55.xml><?xml version="1.0" encoding="utf-8"?>
<p:tagLst xmlns:a="http://schemas.openxmlformats.org/drawingml/2006/main" xmlns:r="http://schemas.openxmlformats.org/officeDocument/2006/relationships" xmlns:p="http://schemas.openxmlformats.org/presentationml/2006/main">
  <p:tag name="TAG_CONTENT_GROUPCOUNT" val="6"/>
  <p:tag name="TAG_CONTENT_DIAGRAM_INDEX" val="ca54b60030cb483a9fb15739da3db9de"/>
  <p:tag name="TAG_CONTENT_SUBINDEX" val="1"/>
  <p:tag name="YOO_CHATSHAPE_TYPE" val="YOO_CHATSHAPE_NUM"/>
  <p:tag name="YOO_CHAT_DIAGRAM_SHAPETYPE" val="YOO_CHAT_DIAGRAM_NUM"/>
  <p:tag name="TAG_CHAT_DIAGRAM_ID" val="e029c11d-0a06-483b-a771-e9abf67aff0d"/>
  <p:tag name="TAG_CHAT_DIAGRAM_ALIGN" val="HLeftAlign"/>
  <p:tag name="TAG_CHAT_DIAGRAM_GROUP" val="1"/>
  <p:tag name="TAG_CONTENT_GROUPINDEX" val="1"/>
</p:tagLst>
</file>

<file path=ppt/tags/tag56.xml><?xml version="1.0" encoding="utf-8"?>
<p:tagLst xmlns:a="http://schemas.openxmlformats.org/drawingml/2006/main" xmlns:r="http://schemas.openxmlformats.org/officeDocument/2006/relationships" xmlns:p="http://schemas.openxmlformats.org/presentationml/2006/main">
  <p:tag name="TAG_CHATPAGE_AS_KEYWORDS" val="TRUE"/>
  <p:tag name="TAG_CONTENT_TYPE" val="二级大纲4_关键词"/>
  <p:tag name="YOO_CHATPAGE_TYPE" val="TAG_CHATPAGE_MULTCONTENT"/>
  <p:tag name="YOO_CHATSHAPE_TITLE" val="机器学习基础概览"/>
  <p:tag name="TAG_CHATPAGE_CATALOG" val="机器学习基础概览"/>
  <p:tag name="YOO_CHATSHAPE_NUM" val="1"/>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57.xml><?xml version="1.0" encoding="utf-8"?>
<p:tagLst xmlns:a="http://schemas.openxmlformats.org/drawingml/2006/main" xmlns:r="http://schemas.openxmlformats.org/officeDocument/2006/relationships" xmlns:p="http://schemas.openxmlformats.org/presentationml/2006/main">
  <p:tag name="YOO_CHATSHAPE_TYPE" val="YOO_CHATSHAPE_PAGEDECORATE"/>
  <p:tag name="TAG_CONTENT_DIAGRAM_INDEX" val="7664fe156f6045389a4e614be6c36fef"/>
  <p:tag name="TAG_CONTENT_SUBINDEX" val="2"/>
</p:tagLst>
</file>

<file path=ppt/tags/tag58.xml><?xml version="1.0" encoding="utf-8"?>
<p:tagLst xmlns:a="http://schemas.openxmlformats.org/drawingml/2006/main" xmlns:r="http://schemas.openxmlformats.org/officeDocument/2006/relationships" xmlns:p="http://schemas.openxmlformats.org/presentationml/2006/main">
  <p:tag name="YOO_CHATSHAPE_TYPE" val="YOO_CHATSHAPE_PAGEDECORATE"/>
  <p:tag name="TAG_CONTENT_DIAGRAM_INDEX" val="7664fe156f6045389a4e614be6c36fef"/>
  <p:tag name="TAG_CONTENT_SUBINDEX" val="1"/>
</p:tagLst>
</file>

<file path=ppt/tags/tag5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4"/>
  <p:tag name="TAG_CONTENT_DIAGRAM_INDEX" val="08da3ff28fca4703bc71190fb3915f39"/>
  <p:tag name="TAG_CONTENT_SUBINDEX" val="1"/>
</p:tagLst>
</file>

<file path=ppt/tags/tag6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5"/>
  <p:tag name="TAG_CONTENT_DIAGRAM_INDEX" val="08da3ff28fca4703bc71190fb3915f39"/>
  <p:tag name="TAG_CONTENT_SUBINDEX" val="2"/>
</p:tagLst>
</file>

<file path=ppt/tags/tag6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6"/>
  <p:tag name="TAG_CONTENT_DIAGRAM_INDEX" val="08da3ff28fca4703bc71190fb3915f39"/>
  <p:tag name="TAG_CONTENT_SUBINDEX" val="3"/>
</p:tagLst>
</file>

<file path=ppt/tags/tag6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7"/>
  <p:tag name="TAG_CONTENT_DIAGRAM_INDEX" val="08da3ff28fca4703bc71190fb3915f39"/>
  <p:tag name="TAG_CONTENT_SUBINDEX" val="4"/>
</p:tagLst>
</file>

<file path=ppt/tags/tag6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08da3ff28fca4703bc71190fb3915f39"/>
  <p:tag name="TAG_CONTENT_SUBINDEX" val="1"/>
  <p:tag name="TAG_CHATSHAPE_LINK" val="sp:icon1"/>
</p:tagLst>
</file>

<file path=ppt/tags/tag6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4"/>
  <p:tag name="TAG_CONTENT_DIAGRAM_INDEX" val="08da3ff28fca4703bc71190fb3915f39"/>
  <p:tag name="TAG_CONTENT_SUBINDEX" val="1"/>
  <p:tag name="TAG_CHATSHAPE_LINK" val="sp:子标题"/>
</p:tagLst>
</file>

<file path=ppt/tags/tag6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08da3ff28fca4703bc71190fb3915f39"/>
  <p:tag name="TAG_CONTENT_SUBINDEX" val="1"/>
  <p:tag name="TAG_CHATSHAPE_LINK" val="sp:子标题1"/>
</p:tagLst>
</file>

<file path=ppt/tags/tag6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08da3ff28fca4703bc71190fb3915f39"/>
  <p:tag name="TAG_CONTENT_SUBINDEX" val="0"/>
  <p:tag name="TAG_CHATSHAPE_LINK" val="sp:子标题1"/>
</p:tagLst>
</file>

<file path=ppt/tags/tag6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5"/>
  <p:tag name="TAG_CONTENT_DIAGRAM_INDEX" val="08da3ff28fca4703bc71190fb3915f39"/>
  <p:tag name="TAG_CONTENT_SUBINDEX" val="2"/>
  <p:tag name="TAG_CHATSHAPE_LINK" val="sp:icon2"/>
</p:tagLst>
</file>

<file path=ppt/tags/tag6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6"/>
  <p:tag name="TAG_CONTENT_DIAGRAM_INDEX" val="08da3ff28fca4703bc71190fb3915f39"/>
  <p:tag name="TAG_CONTENT_SUBINDEX" val="3"/>
  <p:tag name="TAG_CHATSHAPE_LINK" val="sp:icon3"/>
</p:tagLst>
</file>

<file path=ppt/tags/tag6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7"/>
  <p:tag name="TAG_CONTENT_DIAGRAM_INDEX" val="08da3ff28fca4703bc71190fb3915f39"/>
  <p:tag name="TAG_CONTENT_SUBINDEX" val="4"/>
  <p:tag name="TAG_CHATSHAPE_LINK" val="sp:icon4"/>
</p:tagLst>
</file>

<file path=ppt/tags/tag70.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36.686 15.171C37.9364 16.9643 38.8163 19.0352 39.2147 21.2727H44V26.7273H39.2147C38.8163 28.9648 37.9364 31.0357 36.686 32.829L40.0706 36.2137L36.2137 40.0706L32.829 36.686C31.0357 37.9364 28.9648 38.8163 26.7273 39.2147V44H21.2727V39.2147C19.0352 38.8163 16.9643 37.9364 15.171 36.686L11.7863 40.0706L7.92939 36.2137L11.314 32.829C10.0636 31.0357 9.18372 28.9648 8.78533 26.7273H4V21.2727H8.78533C9.18372 19.0352 10.0636 16.9643 11.314 15.171L7.92939 11.7863L11.7863 7.92939L15.171 11.314C16.9643 10.0636 19.0352 9.18372 21.2727 8.78533V4H26.7273V8.78533C28.9648 9.18372 31.0357 10.0636 32.829 11.314L36.2137 7.92939L40.0706 11.7863L36.686 15.171Z&quot; fill=&quot;#2F88FF&quot; stroke=&quot;black&quot; stroke-width=&quot;4&quot; stroke-linejoin=&quot;round&quot;/&gt;&#10;&lt;path d=&quot;M24 29C26.7614 29 29 26.7614 29 24C29 21.2386 26.7614 19 24 19C21.2386 19 19 21.2386 19 24C19 26.7614 21.2386 29 24 29Z&quot; fill=&quot;#43CCF8&quot; stroke=&quot;white&quot; stroke-width=&quot;4&quot; stroke-linejoin=&quot;round&quot;/&gt;&#10;&lt;/svg&gt;"/>
  <p:tag name="YOO_CHATSHAPE_ICON_STRING" val="机器学习基础概览"/>
  <p:tag name="YOO_CHATSHAPE_TYPE" val="YOO_CHATSHAPE_ICON"/>
  <p:tag name="TAG_CONTENT_GROUPINDEX" val="4"/>
  <p:tag name="TAG_CONTENT_DIAGRAM_INDEX" val="08da3ff28fca4703bc71190fb3915f39"/>
  <p:tag name="TAG_CONTENT_SUBINDEX" val="1"/>
</p:tagLst>
</file>

<file path=ppt/tags/tag71.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11 16V42&quot; stroke=&quot;black&quot; stroke-width=&quot;4&quot; stroke-linecap=&quot;round&quot; stroke-linejoin=&quot;round&quot;/&gt;&#10;&lt;path d=&quot;M24 29V42&quot; stroke=&quot;black&quot; stroke-width=&quot;4&quot; stroke-linecap=&quot;round&quot; stroke-linejoin=&quot;round&quot;/&gt;&#10;&lt;path d=&quot;M24 19V6&quot; stroke=&quot;black&quot; stroke-width=&quot;4&quot; stroke-linecap=&quot;round&quot; stroke-linejoin=&quot;round&quot;/&gt;&#10;&lt;path d=&quot;M37 6V32&quot; stroke=&quot;black&quot; stroke-width=&quot;4&quot; stroke-linecap=&quot;round&quot; stroke-linejoin=&quot;round&quot;/&gt;&#10;&lt;path d=&quot;M11 16C13.7614 16 16 13.7614 16 11C16 8.23858 13.7614 6 11 6C8.23858 6 6 8.23858 6 11C6 13.7614 8.23858 16 11 16Z&quot; fill=&quot;#2F88FF&quot; stroke=&quot;black&quot; stroke-width=&quot;4&quot; stroke-linejoin=&quot;round&quot;/&gt;&#10;&lt;path d=&quot;M24 29C26.7614 29 29 26.7614 29 24C29 21.2386 26.7614 19 24 19C21.2386 19 19 21.2386 19 24C19 26.7614 21.2386 29 24 29Z&quot; fill=&quot;#2F88FF&quot; stroke=&quot;black&quot; stroke-width=&quot;4&quot; stroke-linejoin=&quot;round&quot;/&gt;&#10;&lt;path d=&quot;M37 42C39.7614 42 42 39.7614 42 37C42 34.2386 39.7614 32 37 32C34.2386 32 32 34.2386 32 37C32 39.7614 34.2386 42 37 42Z&quot; fill=&quot;#2F88FF&quot; stroke=&quot;black&quot; stroke-width=&quot;4&quot; stroke-linejoin=&quot;round&quot;/&gt;&#10;&lt;/svg&gt;"/>
  <p:tag name="YOO_CHATSHAPE_ICON_STRING" val="机器学习基础概览"/>
  <p:tag name="YOO_CHATSHAPE_TYPE" val="YOO_CHATSHAPE_ICON"/>
  <p:tag name="TAG_CONTENT_GROUPINDEX" val="5"/>
  <p:tag name="TAG_CONTENT_DIAGRAM_INDEX" val="08da3ff28fca4703bc71190fb3915f39"/>
  <p:tag name="TAG_CONTENT_SUBINDEX" val="2"/>
</p:tagLst>
</file>

<file path=ppt/tags/tag72.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g clip-path=&quot;url(#clip0_12383_2545)&quot;&gt;&#10;&lt;path d=&quot;M38.3785 9.85132C32.9112 4.38398 24.0468 4.38398 18.5795 9.85132C15.8458 12.585 14.479 16.1679 14.479 19.7508C14.479 23.3337 15.8458 26.9166 18.5795 29.6503C24.0468 35.1176 32.9112 35.1176 38.3785 29.6503C43.8458 24.183 43.8458 15.3187 38.3785 9.85132Z&quot; fill=&quot;#2F88FF&quot; stroke=&quot;black&quot; stroke-width=&quot;4&quot; stroke-linejoin=&quot;round&quot;/&gt;&#10;&lt;path d=&quot;M18.4642 29.5353L5.73633 42.2632&quot; stroke=&quot;black&quot; stroke-width=&quot;4&quot; stroke-linecap=&quot;round&quot; stroke-linejoin=&quot;round&quot;/&gt;&#10;&lt;path d=&quot;M19.1714 41.5562L6.44346 28.8282&quot; stroke=&quot;black&quot; stroke-width=&quot;4&quot; stroke-linecap=&quot;round&quot; stroke-linejoin=&quot;round&quot;/&gt;&#10;&lt;/g&gt;&#10;&lt;defs&gt;&#10;&lt;clipPath id=&quot;clip0_12383_2545&quot;&gt;&#10;&lt;rect width=&quot;48&quot; height=&quot;48&quot; fill=&quot;white&quot;/&gt;&#10;&lt;/clipPath&gt;&#10;&lt;/defs&gt;&#10;&lt;/svg&gt;"/>
  <p:tag name="YOO_CHATSHAPE_ICON_STRING" val="机器学习基础概览"/>
  <p:tag name="YOO_CHATSHAPE_TYPE" val="YOO_CHATSHAPE_ICON"/>
  <p:tag name="TAG_CONTENT_GROUPINDEX" val="7"/>
  <p:tag name="TAG_CONTENT_DIAGRAM_INDEX" val="08da3ff28fca4703bc71190fb3915f39"/>
  <p:tag name="TAG_CONTENT_SUBINDEX" val="4"/>
</p:tagLst>
</file>

<file path=ppt/tags/tag73.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42.1691 29.2451L29.2631 42.1511C28.5879 42.8271 27.6716 43.2069 26.7161 43.2069C25.7606 43.2069 24.8444 42.8271 24.1691 42.1511L8 26V8H26L42.1691 24.1691C43.5649 25.5732 43.5649 27.841 42.1691 29.2451Z&quot; fill=&quot;#2F88FF&quot; stroke=&quot;black&quot; stroke-width=&quot;4&quot; stroke-linejoin=&quot;round&quot;/&gt;&#10;&lt;path fill-rule=&quot;evenodd&quot; clip-rule=&quot;evenodd&quot; d=&quot;M18.5 21C19.8807 21 21 19.8807 21 18.5C21 17.1193 19.8807 16 18.5 16C17.1193 16 16 17.1193 16 18.5C16 19.8807 17.1193 21 18.5 21Z&quot; fill=&quot;white&quot;/&gt;&#10;&lt;/svg&gt;"/>
  <p:tag name="YOO_CHATSHAPE_ICON_STRING" val="机器学习基础概览"/>
  <p:tag name="YOO_CHATSHAPE_TYPE" val="YOO_CHATSHAPE_ICON"/>
  <p:tag name="TAG_CONTENT_GROUPINDEX" val="6"/>
  <p:tag name="TAG_CONTENT_DIAGRAM_INDEX" val="08da3ff28fca4703bc71190fb3915f39"/>
  <p:tag name="TAG_CONTENT_SUBINDEX" val="3"/>
</p:tagLst>
</file>

<file path=ppt/tags/tag7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08da3ff28fca4703bc71190fb3915f39"/>
  <p:tag name="TAG_CONTENT_SUBINDEX" val="1"/>
</p:tagLst>
</file>

<file path=ppt/tags/tag7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5"/>
  <p:tag name="TAG_CONTENT_DIAGRAM_INDEX" val="08da3ff28fca4703bc71190fb3915f39"/>
  <p:tag name="TAG_CONTENT_SUBINDEX" val="2"/>
</p:tagLst>
</file>

<file path=ppt/tags/tag7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6"/>
  <p:tag name="TAG_CONTENT_DIAGRAM_INDEX" val="08da3ff28fca4703bc71190fb3915f39"/>
  <p:tag name="TAG_CONTENT_SUBINDEX" val="3"/>
</p:tagLst>
</file>

<file path=ppt/tags/tag7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7"/>
  <p:tag name="TAG_CONTENT_DIAGRAM_INDEX" val="08da3ff28fca4703bc71190fb3915f39"/>
  <p:tag name="TAG_CONTENT_SUBINDEX" val="4"/>
</p:tagLst>
</file>

<file path=ppt/tags/tag7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08da3ff28fca4703bc71190fb3915f39"/>
  <p:tag name="TAG_CONTENT_SUBINDEX" val="1"/>
  <p:tag name="TAG_CHATSHAPE_LINK" val="sp:子标题1"/>
</p:tagLst>
</file>

<file path=ppt/tags/tag7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08da3ff28fca4703bc71190fb3915f39"/>
  <p:tag name="TAG_CONTENT_SUBINDEX" val="2"/>
  <p:tag name="TAG_CHATSHAPE_LINK" val="sp:子标题1"/>
</p:tagLst>
</file>

<file path=ppt/tags/tag8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08da3ff28fca4703bc71190fb3915f39"/>
  <p:tag name="TAG_CONTENT_SUBINDEX" val="3"/>
  <p:tag name="TAG_CHATSHAPE_LINK" val="sp:子标题1"/>
</p:tagLst>
</file>

<file path=ppt/tags/tag8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5"/>
  <p:tag name="TAG_CONTENT_DIAGRAM_INDEX" val="08da3ff28fca4703bc71190fb3915f39"/>
  <p:tag name="TAG_CONTENT_SUBINDEX" val="2"/>
  <p:tag name="TAG_CHATSHAPE_LINK" val="sp:子标题"/>
</p:tagLst>
</file>

<file path=ppt/tags/tag8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5"/>
  <p:tag name="TAG_CONTENT_DIAGRAM_INDEX" val="08da3ff28fca4703bc71190fb3915f39"/>
  <p:tag name="TAG_CONTENT_SUBINDEX" val="2"/>
  <p:tag name="TAG_CHATSHAPE_LINK" val="sp:子标题2"/>
</p:tagLst>
</file>

<file path=ppt/tags/tag8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5"/>
  <p:tag name="TAG_CONTENT_DIAGRAM_INDEX" val="08da3ff28fca4703bc71190fb3915f39"/>
  <p:tag name="TAG_CONTENT_SUBINDEX" val="0"/>
  <p:tag name="TAG_CHATSHAPE_LINK" val="sp:子标题2"/>
</p:tagLst>
</file>

<file path=ppt/tags/tag8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5"/>
  <p:tag name="TAG_CONTENT_DIAGRAM_INDEX" val="08da3ff28fca4703bc71190fb3915f39"/>
  <p:tag name="TAG_CONTENT_SUBINDEX" val="1"/>
  <p:tag name="TAG_CHATSHAPE_LINK" val="sp:子标题2"/>
</p:tagLst>
</file>

<file path=ppt/tags/tag8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5"/>
  <p:tag name="TAG_CONTENT_DIAGRAM_INDEX" val="08da3ff28fca4703bc71190fb3915f39"/>
  <p:tag name="TAG_CONTENT_SUBINDEX" val="2"/>
  <p:tag name="TAG_CHATSHAPE_LINK" val="sp:子标题2"/>
</p:tagLst>
</file>

<file path=ppt/tags/tag8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5"/>
  <p:tag name="TAG_CONTENT_DIAGRAM_INDEX" val="08da3ff28fca4703bc71190fb3915f39"/>
  <p:tag name="TAG_CONTENT_SUBINDEX" val="3"/>
  <p:tag name="TAG_CHATSHAPE_LINK" val="sp:子标题2"/>
</p:tagLst>
</file>

<file path=ppt/tags/tag8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6"/>
  <p:tag name="TAG_CONTENT_DIAGRAM_INDEX" val="08da3ff28fca4703bc71190fb3915f39"/>
  <p:tag name="TAG_CONTENT_SUBINDEX" val="3"/>
  <p:tag name="TAG_CHATSHAPE_LINK" val="sp:子标题"/>
</p:tagLst>
</file>

<file path=ppt/tags/tag8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6"/>
  <p:tag name="TAG_CONTENT_DIAGRAM_INDEX" val="08da3ff28fca4703bc71190fb3915f39"/>
  <p:tag name="TAG_CONTENT_SUBINDEX" val="3"/>
  <p:tag name="TAG_CHATSHAPE_LINK" val="sp:子标题3"/>
</p:tagLst>
</file>

<file path=ppt/tags/tag8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6"/>
  <p:tag name="TAG_CONTENT_DIAGRAM_INDEX" val="08da3ff28fca4703bc71190fb3915f39"/>
  <p:tag name="TAG_CONTENT_SUBINDEX" val="0"/>
  <p:tag name="TAG_CHATSHAPE_LINK" val="sp:子标题3"/>
</p:tagLst>
</file>

<file path=ppt/tags/tag9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6"/>
  <p:tag name="TAG_CONTENT_DIAGRAM_INDEX" val="08da3ff28fca4703bc71190fb3915f39"/>
  <p:tag name="TAG_CONTENT_SUBINDEX" val="1"/>
  <p:tag name="TAG_CHATSHAPE_LINK" val="sp:子标题3"/>
</p:tagLst>
</file>

<file path=ppt/tags/tag9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6"/>
  <p:tag name="TAG_CONTENT_DIAGRAM_INDEX" val="08da3ff28fca4703bc71190fb3915f39"/>
  <p:tag name="TAG_CONTENT_SUBINDEX" val="2"/>
  <p:tag name="TAG_CHATSHAPE_LINK" val="sp:子标题3"/>
</p:tagLst>
</file>

<file path=ppt/tags/tag9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6"/>
  <p:tag name="TAG_CONTENT_DIAGRAM_INDEX" val="08da3ff28fca4703bc71190fb3915f39"/>
  <p:tag name="TAG_CONTENT_SUBINDEX" val="3"/>
  <p:tag name="TAG_CHATSHAPE_LINK" val="sp:子标题3"/>
</p:tagLst>
</file>

<file path=ppt/tags/tag9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7"/>
  <p:tag name="TAG_CONTENT_DIAGRAM_INDEX" val="08da3ff28fca4703bc71190fb3915f39"/>
  <p:tag name="TAG_CONTENT_SUBINDEX" val="4"/>
  <p:tag name="TAG_CHATSHAPE_LINK" val="sp:子标题"/>
</p:tagLst>
</file>

<file path=ppt/tags/tag9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7"/>
  <p:tag name="TAG_CONTENT_DIAGRAM_INDEX" val="08da3ff28fca4703bc71190fb3915f39"/>
  <p:tag name="TAG_CONTENT_SUBINDEX" val="4"/>
  <p:tag name="TAG_CHATSHAPE_LINK" val="sp:子标题4"/>
</p:tagLst>
</file>

<file path=ppt/tags/tag9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7"/>
  <p:tag name="TAG_CONTENT_DIAGRAM_INDEX" val="08da3ff28fca4703bc71190fb3915f39"/>
  <p:tag name="TAG_CONTENT_SUBINDEX" val="0"/>
  <p:tag name="TAG_CHATSHAPE_LINK" val="sp:子标题4"/>
</p:tagLst>
</file>

<file path=ppt/tags/tag9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7"/>
  <p:tag name="TAG_CONTENT_DIAGRAM_INDEX" val="08da3ff28fca4703bc71190fb3915f39"/>
  <p:tag name="TAG_CONTENT_SUBINDEX" val="1"/>
  <p:tag name="TAG_CHATSHAPE_LINK" val="sp:子标题4"/>
</p:tagLst>
</file>

<file path=ppt/tags/tag9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7"/>
  <p:tag name="TAG_CONTENT_DIAGRAM_INDEX" val="08da3ff28fca4703bc71190fb3915f39"/>
  <p:tag name="TAG_CONTENT_SUBINDEX" val="2"/>
  <p:tag name="TAG_CHATSHAPE_LINK" val="sp:子标题4"/>
</p:tagLst>
</file>

<file path=ppt/tags/tag9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7"/>
  <p:tag name="TAG_CONTENT_DIAGRAM_INDEX" val="08da3ff28fca4703bc71190fb3915f39"/>
  <p:tag name="TAG_CONTENT_SUBINDEX" val="3"/>
  <p:tag name="TAG_CHATSHAPE_LINK" val="sp:子标题4"/>
</p:tagLst>
</file>

<file path=ppt/tags/tag99.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7664fe156f6045389a4e614be6c36fef"/>
</p:tagLst>
</file>

<file path=ppt/tags/tag100.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01.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c9be6dc24b754397b2789a97960c6b51"/>
</p:tagLst>
</file>

<file path=ppt/tags/tag102.xml><?xml version="1.0" encoding="utf-8"?>
<p:tagLst xmlns:a="http://schemas.openxmlformats.org/drawingml/2006/main" xmlns:r="http://schemas.openxmlformats.org/officeDocument/2006/relationships" xmlns:p="http://schemas.openxmlformats.org/presentationml/2006/main">
  <p:tag name="TAG_CHATPAGE_AS_KEYWORDS" val="TRUE"/>
  <p:tag name="TAG_CONTENT_TYPE" val="二级大纲4_关键词"/>
  <p:tag name="YOO_CHATPAGE_TYPE" val="TAG_CHATPAGE_MULTCONTENT"/>
  <p:tag name="YOO_CHATSHAPE_TITLE" val="机器学习算法简介"/>
  <p:tag name="TAG_CHATPAGE_CATALOG" val="机器学习算法简介"/>
  <p:tag name="YOO_CHATSHAPE_NUM" val="2"/>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0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1"/>
  <p:tag name="TAG_CONTENT_DIAGRAM_INDEX" val="9079e806baf448ec9996ec7a02f9f107"/>
  <p:tag name="TAG_CONTENT_SUBINDEX" val="1"/>
</p:tagLst>
</file>

<file path=ppt/tags/tag10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2"/>
  <p:tag name="TAG_CONTENT_DIAGRAM_INDEX" val="9079e806baf448ec9996ec7a02f9f107"/>
  <p:tag name="TAG_CONTENT_SUBINDEX" val="2"/>
</p:tagLst>
</file>

<file path=ppt/tags/tag10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3"/>
  <p:tag name="TAG_CONTENT_DIAGRAM_INDEX" val="9079e806baf448ec9996ec7a02f9f107"/>
  <p:tag name="TAG_CONTENT_SUBINDEX" val="3"/>
</p:tagLst>
</file>

<file path=ppt/tags/tag10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MASK"/>
  <p:tag name="TAG_CONTENT_GROUPINDEX" val="4"/>
  <p:tag name="TAG_CONTENT_DIAGRAM_INDEX" val="9079e806baf448ec9996ec7a02f9f107"/>
  <p:tag name="TAG_CONTENT_SUBINDEX" val="4"/>
</p:tagLst>
</file>

<file path=ppt/tags/tag107.xml><?xml version="1.0" encoding="utf-8"?>
<p:tagLst xmlns:a="http://schemas.openxmlformats.org/drawingml/2006/main" xmlns:r="http://schemas.openxmlformats.org/officeDocument/2006/relationships" xmlns:p="http://schemas.openxmlformats.org/presentationml/2006/main">
  <p:tag name="YOO_CHATSHAPE_TYPE" val="YOO_CHATSHAPE_MASK"/>
  <p:tag name="TAG_CONTENT_DIAGRAM_INDEX" val="c9be6dc24b754397b2789a97960c6b51"/>
</p:tagLst>
</file>

<file path=ppt/tags/tag10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1"/>
  <p:tag name="TAG_CONTENT_DIAGRAM_INDEX" val="9079e806baf448ec9996ec7a02f9f107"/>
  <p:tag name="TAG_CONTENT_SUBINDEX" val="1"/>
</p:tagLst>
</file>

<file path=ppt/tags/tag10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1"/>
  <p:tag name="TAG_CONTENT_DIAGRAM_INDEX" val="9079e806baf448ec9996ec7a02f9f107"/>
  <p:tag name="TAG_CONTENT_SUBINDEX" val="1"/>
  <p:tag name="TAG_CHATSHAPE_LINK" val="sp:icon1"/>
</p:tagLst>
</file>

<file path=ppt/tags/tag11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1"/>
  <p:tag name="TAG_CONTENT_DIAGRAM_INDEX" val="9079e806baf448ec9996ec7a02f9f107"/>
  <p:tag name="TAG_CONTENT_SUBINDEX" val="1"/>
  <p:tag name="TAG_CHATSHAPE_LINK" val="sp:关键词1"/>
</p:tagLst>
</file>

<file path=ppt/tags/tag11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1"/>
  <p:tag name="TAG_CONTENT_DIAGRAM_INDEX" val="9079e806baf448ec9996ec7a02f9f107"/>
  <p:tag name="TAG_CONTENT_SUBINDEX" val="0"/>
  <p:tag name="TAG_CHATSHAPE_LINK" val="sp:子标题1"/>
</p:tagLst>
</file>

<file path=ppt/tags/tag11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1"/>
  <p:tag name="TAG_CONTENT_DIAGRAM_INDEX" val="9079e806baf448ec9996ec7a02f9f107"/>
  <p:tag name="TAG_CONTENT_SUBINDEX" val="2"/>
  <p:tag name="TAG_CHATSHAPE_LINK" val="sp:关键词2"/>
</p:tagLst>
</file>

<file path=ppt/tags/tag11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1"/>
  <p:tag name="TAG_CONTENT_DIAGRAM_INDEX" val="9079e806baf448ec9996ec7a02f9f107"/>
  <p:tag name="TAG_CONTENT_SUBINDEX" val="1"/>
  <p:tag name="TAG_CHATSHAPE_LINK" val="sp:子标题1"/>
</p:tagLst>
</file>

<file path=ppt/tags/tag11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1"/>
  <p:tag name="TAG_CONTENT_DIAGRAM_INDEX" val="9079e806baf448ec9996ec7a02f9f107"/>
  <p:tag name="TAG_CONTENT_SUBINDEX" val="3"/>
  <p:tag name="TAG_CHATSHAPE_LINK" val="sp:关键词3"/>
</p:tagLst>
</file>

<file path=ppt/tags/tag11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1"/>
  <p:tag name="TAG_CONTENT_DIAGRAM_INDEX" val="9079e806baf448ec9996ec7a02f9f107"/>
  <p:tag name="TAG_CONTENT_SUBINDEX" val="2"/>
  <p:tag name="TAG_CHATSHAPE_LINK" val="sp:子标题1"/>
</p:tagLst>
</file>

<file path=ppt/tags/tag116.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24 44C35.0457 44 44 35.0457 44 24C44 12.9543 35.0457 4 24 4C12.9543 4 4 12.9543 4 24C4 35.0457 12.9543 44 24 44Z&quot; fill=&quot;#2F88FF&quot; stroke=&quot;black&quot; stroke-width=&quot;4&quot; stroke-linejoin=&quot;round&quot;/&gt;&#10;&lt;path d=&quot;M19 18L15 22&quot; stroke=&quot;white&quot; stroke-width=&quot;4&quot; stroke-linecap=&quot;round&quot; stroke-linejoin=&quot;round&quot;/&gt;&#10;&lt;path d=&quot;M15 18L19 22&quot; stroke=&quot;white&quot; stroke-width=&quot;4&quot; stroke-linecap=&quot;round&quot; stroke-linejoin=&quot;round&quot;/&gt;&#10;&lt;path d=&quot;M33 18L29 22&quot; stroke=&quot;white&quot; stroke-width=&quot;4&quot; stroke-linecap=&quot;round&quot; stroke-linejoin=&quot;round&quot;/&gt;&#10;&lt;path d=&quot;M29 18L33 22&quot; stroke=&quot;white&quot; stroke-width=&quot;4&quot; stroke-linecap=&quot;round&quot; stroke-linejoin=&quot;round&quot;/&gt;&#10;&lt;rect x=&quot;20&quot; y=&quot;28&quot; width=&quot;8&quot; height=&quot;8&quot; rx=&quot;4&quot; fill=&quot;#43CCF8&quot; stroke=&quot;white&quot; stroke-width=&quot;4&quot; stroke-linecap=&quot;round&quot; stroke-linejoin=&quot;round&quot;/&gt;&#10;&lt;/svg&gt;"/>
  <p:tag name="YOO_CHATSHAPE_ICON_STRING" val="机器学习算法简介"/>
  <p:tag name="YOO_CHATSHAPE_TYPE" val="YOO_CHATSHAPE_ICON"/>
  <p:tag name="TAG_CONTENT_GROUPINDEX" val="1"/>
  <p:tag name="TAG_CONTENT_DIAGRAM_INDEX" val="9079e806baf448ec9996ec7a02f9f107"/>
  <p:tag name="TAG_CONTENT_SUBINDEX" val="1"/>
</p:tagLst>
</file>

<file path=ppt/tags/tag11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2"/>
  <p:tag name="TAG_CONTENT_DIAGRAM_INDEX" val="9079e806baf448ec9996ec7a02f9f107"/>
  <p:tag name="TAG_CONTENT_SUBINDEX" val="2"/>
</p:tagLst>
</file>

<file path=ppt/tags/tag11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2"/>
  <p:tag name="TAG_CONTENT_DIAGRAM_INDEX" val="9079e806baf448ec9996ec7a02f9f107"/>
  <p:tag name="TAG_CONTENT_SUBINDEX" val="1"/>
  <p:tag name="TAG_CHATSHAPE_LINK" val="sp:关键词1"/>
</p:tagLst>
</file>

<file path=ppt/tags/tag11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2"/>
  <p:tag name="TAG_CONTENT_DIAGRAM_INDEX" val="9079e806baf448ec9996ec7a02f9f107"/>
  <p:tag name="TAG_CONTENT_SUBINDEX" val="0"/>
  <p:tag name="TAG_CHATSHAPE_LINK" val="sp:子标题2"/>
</p:tagLst>
</file>

<file path=ppt/tags/tag12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2"/>
  <p:tag name="TAG_CONTENT_DIAGRAM_INDEX" val="9079e806baf448ec9996ec7a02f9f107"/>
  <p:tag name="TAG_CONTENT_SUBINDEX" val="2"/>
  <p:tag name="TAG_CHATSHAPE_LINK" val="sp:关键词2"/>
</p:tagLst>
</file>

<file path=ppt/tags/tag12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2"/>
  <p:tag name="TAG_CONTENT_DIAGRAM_INDEX" val="9079e806baf448ec9996ec7a02f9f107"/>
  <p:tag name="TAG_CONTENT_SUBINDEX" val="1"/>
  <p:tag name="TAG_CHATSHAPE_LINK" val="sp:子标题2"/>
</p:tagLst>
</file>

<file path=ppt/tags/tag12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2"/>
  <p:tag name="TAG_CONTENT_DIAGRAM_INDEX" val="9079e806baf448ec9996ec7a02f9f107"/>
  <p:tag name="TAG_CONTENT_SUBINDEX" val="2"/>
  <p:tag name="TAG_CHATSHAPE_LINK" val="sp:icon2"/>
</p:tagLst>
</file>

<file path=ppt/tags/tag123.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rect x=&quot;6&quot; y=&quot;6&quot; width=&quot;36&quot; height=&quot;36&quot; rx=&quot;3&quot; fill=&quot;#2F88FF&quot; stroke=&quot;black&quot; stroke-width=&quot;4&quot; stroke-linecap=&quot;round&quot; stroke-linejoin=&quot;round&quot;/&gt;&#10;&lt;path d=&quot;M18 32V36&quot; stroke=&quot;white&quot; stroke-width=&quot;4&quot; stroke-linecap=&quot;round&quot;/&gt;&#10;&lt;path d=&quot;M24 24V36&quot; stroke=&quot;white&quot; stroke-width=&quot;4&quot; stroke-linecap=&quot;round&quot;/&gt;&#10;&lt;path d=&quot;M30 28V36&quot; stroke=&quot;white&quot; stroke-width=&quot;4&quot; stroke-linecap=&quot;round&quot;/&gt;&#10;&lt;/svg&gt;"/>
  <p:tag name="YOO_CHATSHAPE_ICON_STRING" val="机器学习算法简介"/>
  <p:tag name="YOO_CHATSHAPE_TYPE" val="YOO_CHATSHAPE_ICON"/>
  <p:tag name="TAG_CONTENT_GROUPINDEX" val="2"/>
  <p:tag name="TAG_CONTENT_DIAGRAM_INDEX" val="9079e806baf448ec9996ec7a02f9f107"/>
  <p:tag name="TAG_CONTENT_SUBINDEX" val="2"/>
</p:tagLst>
</file>

<file path=ppt/tags/tag12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3"/>
  <p:tag name="TAG_CONTENT_DIAGRAM_INDEX" val="9079e806baf448ec9996ec7a02f9f107"/>
  <p:tag name="TAG_CONTENT_SUBINDEX" val="3"/>
</p:tagLst>
</file>

<file path=ppt/tags/tag12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3"/>
  <p:tag name="TAG_CONTENT_DIAGRAM_INDEX" val="9079e806baf448ec9996ec7a02f9f107"/>
  <p:tag name="TAG_CONTENT_SUBINDEX" val="1"/>
  <p:tag name="TAG_CHATSHAPE_LINK" val="sp:关键词1"/>
</p:tagLst>
</file>

<file path=ppt/tags/tag12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3"/>
  <p:tag name="TAG_CONTENT_DIAGRAM_INDEX" val="9079e806baf448ec9996ec7a02f9f107"/>
  <p:tag name="TAG_CONTENT_SUBINDEX" val="0"/>
  <p:tag name="TAG_CHATSHAPE_LINK" val="sp:子标题3"/>
</p:tagLst>
</file>

<file path=ppt/tags/tag12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3"/>
  <p:tag name="TAG_CONTENT_DIAGRAM_INDEX" val="9079e806baf448ec9996ec7a02f9f107"/>
  <p:tag name="TAG_CONTENT_SUBINDEX" val="2"/>
  <p:tag name="TAG_CHATSHAPE_LINK" val="sp:关键词2"/>
</p:tagLst>
</file>

<file path=ppt/tags/tag12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3"/>
  <p:tag name="TAG_CONTENT_DIAGRAM_INDEX" val="9079e806baf448ec9996ec7a02f9f107"/>
  <p:tag name="TAG_CONTENT_SUBINDEX" val="1"/>
  <p:tag name="TAG_CHATSHAPE_LINK" val="sp:子标题3"/>
</p:tagLst>
</file>

<file path=ppt/tags/tag12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3"/>
  <p:tag name="TAG_CONTENT_DIAGRAM_INDEX" val="9079e806baf448ec9996ec7a02f9f107"/>
  <p:tag name="TAG_CONTENT_SUBINDEX" val="3"/>
  <p:tag name="TAG_CHATSHAPE_LINK" val="sp:icon3"/>
</p:tagLst>
</file>

<file path=ppt/tags/tag130.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39.3 6H8.7C7.20883 6 6 7.20883 6 8.7V39.3C6 40.7912 7.20883 42 8.7 42H39.3C40.7912 42 42 40.7912 42 39.3V8.7C42 7.20883 40.7912 6 39.3 6Z&quot; fill=&quot;#2F88FF&quot; stroke=&quot;black&quot; stroke-width=&quot;4&quot; stroke-linejoin=&quot;round&quot;/&gt;&#10;&lt;path d=&quot;M36 27L29 30&quot; stroke=&quot;white&quot; stroke-width=&quot;4&quot; stroke-linecap=&quot;round&quot; stroke-linejoin=&quot;round&quot;/&gt;&#10;&lt;path d=&quot;M21 33L14 36&quot; stroke=&quot;white&quot; stroke-width=&quot;4&quot; stroke-linecap=&quot;round&quot; stroke-linejoin=&quot;round&quot;/&gt;&#10;&lt;path d=&quot;M16 29C18 26.1046 19 24.1046 19 23C19 21.3431 17.6569 20 16 20C14.3431 20 13 21.3431 13 23C13 24.1046 14 26.1046 16 29Z&quot; fill=&quot;#43CCF8&quot; stroke=&quot;white&quot; stroke-width=&quot;4&quot; stroke-linejoin=&quot;round&quot;/&gt;&#10;&lt;path d=&quot;M32 22C34 19.1046 35 17.1046 35 16C35 14.3431 33.6569 13 32 13C30.3431 13 29 14.3431 29 16C29 17.1046 30 19.1046 32 22Z&quot; fill=&quot;#43CCF8&quot; stroke=&quot;white&quot; stroke-width=&quot;4&quot; stroke-linejoin=&quot;round&quot;/&gt;&#10;&lt;/svg&gt;"/>
  <p:tag name="YOO_CHATSHAPE_ICON_STRING" val="机器学习算法简介"/>
  <p:tag name="YOO_CHATSHAPE_TYPE" val="YOO_CHATSHAPE_ICON"/>
  <p:tag name="TAG_CONTENT_GROUPINDEX" val="3"/>
  <p:tag name="TAG_CONTENT_DIAGRAM_INDEX" val="9079e806baf448ec9996ec7a02f9f107"/>
  <p:tag name="TAG_CONTENT_SUBINDEX" val="3"/>
</p:tagLst>
</file>

<file path=ppt/tags/tag13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4"/>
  <p:tag name="TAG_CONTENT_DIAGRAM_INDEX" val="9079e806baf448ec9996ec7a02f9f107"/>
  <p:tag name="TAG_CONTENT_SUBINDEX" val="4"/>
</p:tagLst>
</file>

<file path=ppt/tags/tag13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9079e806baf448ec9996ec7a02f9f107"/>
  <p:tag name="TAG_CONTENT_SUBINDEX" val="1"/>
  <p:tag name="TAG_CHATSHAPE_LINK" val="sp:关键词1"/>
</p:tagLst>
</file>

<file path=ppt/tags/tag13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9079e806baf448ec9996ec7a02f9f107"/>
  <p:tag name="TAG_CONTENT_SUBINDEX" val="0"/>
  <p:tag name="TAG_CHATSHAPE_LINK" val="sp:子标题4"/>
</p:tagLst>
</file>

<file path=ppt/tags/tag13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9079e806baf448ec9996ec7a02f9f107"/>
  <p:tag name="TAG_CONTENT_SUBINDEX" val="2"/>
  <p:tag name="TAG_CHATSHAPE_LINK" val="sp:关键词2"/>
</p:tagLst>
</file>

<file path=ppt/tags/tag13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9079e806baf448ec9996ec7a02f9f107"/>
  <p:tag name="TAG_CONTENT_SUBINDEX" val="1"/>
  <p:tag name="TAG_CHATSHAPE_LINK" val="sp:子标题4"/>
</p:tagLst>
</file>

<file path=ppt/tags/tag13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9079e806baf448ec9996ec7a02f9f107"/>
  <p:tag name="TAG_CONTENT_SUBINDEX" val="3"/>
  <p:tag name="TAG_CHATSHAPE_LINK" val="sp:关键词3"/>
</p:tagLst>
</file>

<file path=ppt/tags/tag13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KEYWORD"/>
  <p:tag name="TAG_CONTENT_GROUPINDEX" val="4"/>
  <p:tag name="TAG_CONTENT_DIAGRAM_INDEX" val="9079e806baf448ec9996ec7a02f9f107"/>
  <p:tag name="TAG_CONTENT_SUBINDEX" val="2"/>
  <p:tag name="TAG_CHATSHAPE_LINK" val="sp:子标题4"/>
</p:tagLst>
</file>

<file path=ppt/tags/tag13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9079e806baf448ec9996ec7a02f9f107"/>
  <p:tag name="TAG_CONTENT_SUBINDEX" val="4"/>
  <p:tag name="TAG_CHATSHAPE_LINK" val="sp:icon4"/>
</p:tagLst>
</file>

<file path=ppt/tags/tag139.xml><?xml version="1.0" encoding="utf-8"?>
<p:tagLst xmlns:a="http://schemas.openxmlformats.org/drawingml/2006/main" xmlns:r="http://schemas.openxmlformats.org/officeDocument/2006/relationships" xmlns:p="http://schemas.openxmlformats.org/presentationml/2006/main">
  <p:tag name="YOO_CHATSHAPE_ICON_CODE" val="&lt;svg width=&quot;48&quot; height=&quot;48&quot; viewBox=&quot;0 0 48 48&quot; fill=&quot;none&quot; xmlns=&quot;http://www.w3.org/2000/svg&quot;&gt;&#10;&lt;path d=&quot;M20.7847 18.7299C21.0654 18.4492 21.5205 18.4492 21.8012 18.7299L29.27 26.1987C29.5507 26.4794 29.5507 26.9345 29.27 27.2152L17.7574 38.7278C15.4143 41.0709 11.6153 41.0709 9.27215 38.7278C6.92901 36.3846 6.92901 32.5856 9.27215 30.2425L20.7847 18.7299Z&quot; fill=&quot;#2F88FF&quot; stroke=&quot;black&quot; stroke-width=&quot;4&quot;/&gt;&#10;&lt;path d=&quot;M42.5813 22.389C42.9302 22.04 42.9302 21.4742 42.5813 21.1252L26.8745 5.4184C26.5255 5.06942 25.9597 5.06942 25.6107 5.4184L24.8284 6.20073C20.1421 10.887 20.1421 18.485 24.8284 23.1713V23.1713C29.5146 27.8576 37.1126 27.8576 41.7989 23.1713L42.5813 22.389Z&quot; stroke=&quot;black&quot; stroke-width=&quot;4&quot;/&gt;&#10;&lt;path d=&quot;M19.8787 28.1211L18.4644 29.5353&quot; stroke=&quot;white&quot; stroke-width=&quot;4&quot; stroke-linecap=&quot;round&quot; stroke-linejoin=&quot;round&quot;/&gt;&#10;&lt;path d=&quot;M27.657 17.5146L30.4854 20.3431&quot; stroke=&quot;black&quot; stroke-width=&quot;4&quot; stroke-linecap=&quot;round&quot; stroke-linejoin=&quot;round&quot;/&gt;&#10;&lt;/svg&gt;"/>
  <p:tag name="YOO_CHATSHAPE_ICON_STRING" val="机器学习算法简介"/>
  <p:tag name="YOO_CHATSHAPE_TYPE" val="YOO_CHATSHAPE_ICON"/>
  <p:tag name="TAG_CONTENT_GROUPINDEX" val="4"/>
  <p:tag name="TAG_CONTENT_DIAGRAM_INDEX" val="9079e806baf448ec9996ec7a02f9f107"/>
  <p:tag name="TAG_CONTENT_SUBINDEX" val="4"/>
</p:tagLst>
</file>

<file path=ppt/tags/tag140.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c9be6dc24b754397b2789a97960c6b51"/>
</p:tagLst>
</file>

<file path=ppt/tags/tag141.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42.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d97907802645432baac88e2577685abc"/>
</p:tagLst>
</file>

<file path=ppt/tags/tag143.xml><?xml version="1.0" encoding="utf-8"?>
<p:tagLst xmlns:a="http://schemas.openxmlformats.org/drawingml/2006/main" xmlns:r="http://schemas.openxmlformats.org/officeDocument/2006/relationships" xmlns:p="http://schemas.openxmlformats.org/presentationml/2006/main">
  <p:tag name="TAG_CONTENT_GROUPINDEX" val="4"/>
  <p:tag name="TAG_CONTENT_GROUPCOUNT" val="4"/>
  <p:tag name="TAG_CONTENT_DIAGRAM_INDEX" val="53f18d0391d9442d9c8d45a5a44e807c"/>
  <p:tag name="TAG_CONTENT_SUBINDEX" val="4"/>
  <p:tag name="TAG_CHATSHAPE_LINK" val="sp:icon4"/>
  <p:tag name="YOO_CHATSHAPE_TYPE" val="YOO_CHATSHAPE_DECORATION"/>
</p:tagLst>
</file>

<file path=ppt/tags/tag144.xml><?xml version="1.0" encoding="utf-8"?>
<p:tagLst xmlns:a="http://schemas.openxmlformats.org/drawingml/2006/main" xmlns:r="http://schemas.openxmlformats.org/officeDocument/2006/relationships" xmlns:p="http://schemas.openxmlformats.org/presentationml/2006/main">
  <p:tag name="TAG_CONTENT_GROUPINDEX" val="4"/>
  <p:tag name="TAG_CONTENT_GROUPCOUNT" val="4"/>
  <p:tag name="TAG_CONTENT_DIAGRAM_INDEX" val="53f18d0391d9442d9c8d45a5a44e807c"/>
  <p:tag name="TAG_CONTENT_SUBINDEX" val="4"/>
  <p:tag name="TAG_CHATSHAPE_LINK" val="sp:icon4"/>
  <p:tag name="YOO_CHATSHAPE_TYPE" val="YOO_CHATSHAPE_DECORATION"/>
</p:tagLst>
</file>

<file path=ppt/tags/tag145.xml><?xml version="1.0" encoding="utf-8"?>
<p:tagLst xmlns:a="http://schemas.openxmlformats.org/drawingml/2006/main" xmlns:r="http://schemas.openxmlformats.org/officeDocument/2006/relationships" xmlns:p="http://schemas.openxmlformats.org/presentationml/2006/main">
  <p:tag name="TAG_CONTENT_GROUPINDEX" val="4"/>
  <p:tag name="TAG_CONTENT_GROUPCOUNT" val="4"/>
  <p:tag name="TAG_CONTENT_DIAGRAM_INDEX" val="53f18d0391d9442d9c8d45a5a44e807c"/>
  <p:tag name="TAG_CONTENT_SUBINDEX" val="4"/>
  <p:tag name="TAG_CHATSHAPE_LINK" val="sp:icon4"/>
  <p:tag name="YOO_CHATSHAPE_TYPE" val="YOO_CHATSHAPE_DECORATION"/>
</p:tagLst>
</file>

<file path=ppt/tags/tag146.xml><?xml version="1.0" encoding="utf-8"?>
<p:tagLst xmlns:a="http://schemas.openxmlformats.org/drawingml/2006/main" xmlns:r="http://schemas.openxmlformats.org/officeDocument/2006/relationships" xmlns:p="http://schemas.openxmlformats.org/presentationml/2006/main">
  <p:tag name="TAG_CONTENT_GROUPINDEX" val="4"/>
  <p:tag name="TAG_CONTENT_GROUPCOUNT" val="4"/>
  <p:tag name="TAG_CONTENT_DIAGRAM_INDEX" val="53f18d0391d9442d9c8d45a5a44e807c"/>
  <p:tag name="TAG_CONTENT_SUBINDEX" val="4"/>
  <p:tag name="TAG_CHATSHAPE_LINK" val="sp:icon4"/>
  <p:tag name="YOO_CHATSHAPE_TYPE" val="YOO_CHATSHAPE_DECORATION"/>
</p:tagLst>
</file>

<file path=ppt/tags/tag147.xml><?xml version="1.0" encoding="utf-8"?>
<p:tagLst xmlns:a="http://schemas.openxmlformats.org/drawingml/2006/main" xmlns:r="http://schemas.openxmlformats.org/officeDocument/2006/relationships" xmlns:p="http://schemas.openxmlformats.org/presentationml/2006/main">
  <p:tag name="TAG_CONTENT_GROUPINDEX" val="3"/>
  <p:tag name="TAG_CONTENT_GROUPCOUNT" val="4"/>
  <p:tag name="TAG_CONTENT_DIAGRAM_INDEX" val="53f18d0391d9442d9c8d45a5a44e807c"/>
  <p:tag name="TAG_CONTENT_SUBINDEX" val="3"/>
  <p:tag name="TAG_CHATSHAPE_LINK" val="sp:icon3"/>
  <p:tag name="YOO_CHATSHAPE_TYPE" val="YOO_CHATSHAPE_DECORATION"/>
</p:tagLst>
</file>

<file path=ppt/tags/tag148.xml><?xml version="1.0" encoding="utf-8"?>
<p:tagLst xmlns:a="http://schemas.openxmlformats.org/drawingml/2006/main" xmlns:r="http://schemas.openxmlformats.org/officeDocument/2006/relationships" xmlns:p="http://schemas.openxmlformats.org/presentationml/2006/main">
  <p:tag name="TAG_CONTENT_GROUPINDEX" val="3"/>
  <p:tag name="TAG_CONTENT_GROUPCOUNT" val="4"/>
  <p:tag name="TAG_CONTENT_DIAGRAM_INDEX" val="53f18d0391d9442d9c8d45a5a44e807c"/>
  <p:tag name="TAG_CONTENT_SUBINDEX" val="3"/>
  <p:tag name="TAG_CHATSHAPE_LINK" val="sp:icon3"/>
  <p:tag name="YOO_CHATSHAPE_TYPE" val="YOO_CHATSHAPE_DECORATION"/>
</p:tagLst>
</file>

<file path=ppt/tags/tag149.xml><?xml version="1.0" encoding="utf-8"?>
<p:tagLst xmlns:a="http://schemas.openxmlformats.org/drawingml/2006/main" xmlns:r="http://schemas.openxmlformats.org/officeDocument/2006/relationships" xmlns:p="http://schemas.openxmlformats.org/presentationml/2006/main">
  <p:tag name="TAG_CONTENT_GROUPINDEX" val="3"/>
  <p:tag name="TAG_CONTENT_GROUPCOUNT" val="4"/>
  <p:tag name="TAG_CONTENT_DIAGRAM_INDEX" val="53f18d0391d9442d9c8d45a5a44e807c"/>
  <p:tag name="TAG_CONTENT_SUBINDEX" val="3"/>
  <p:tag name="TAG_CHATSHAPE_LINK" val="sp:icon3"/>
  <p:tag name="YOO_CHATSHAPE_TYPE" val="YOO_CHATSHAPE_DECORATION"/>
</p:tagLst>
</file>

<file path=ppt/tags/tag150.xml><?xml version="1.0" encoding="utf-8"?>
<p:tagLst xmlns:a="http://schemas.openxmlformats.org/drawingml/2006/main" xmlns:r="http://schemas.openxmlformats.org/officeDocument/2006/relationships" xmlns:p="http://schemas.openxmlformats.org/presentationml/2006/main">
  <p:tag name="TAG_CONTENT_GROUPINDEX" val="3"/>
  <p:tag name="TAG_CONTENT_GROUPCOUNT" val="4"/>
  <p:tag name="TAG_CONTENT_DIAGRAM_INDEX" val="53f18d0391d9442d9c8d45a5a44e807c"/>
  <p:tag name="TAG_CONTENT_SUBINDEX" val="3"/>
  <p:tag name="TAG_CHATSHAPE_LINK" val="sp:icon3"/>
  <p:tag name="YOO_CHATSHAPE_TYPE" val="YOO_CHATSHAPE_DECORATION"/>
</p:tagLst>
</file>

<file path=ppt/tags/tag151.xml><?xml version="1.0" encoding="utf-8"?>
<p:tagLst xmlns:a="http://schemas.openxmlformats.org/drawingml/2006/main" xmlns:r="http://schemas.openxmlformats.org/officeDocument/2006/relationships" xmlns:p="http://schemas.openxmlformats.org/presentationml/2006/main">
  <p:tag name="TAG_CONTENT_GROUPINDEX" val="2"/>
  <p:tag name="TAG_CONTENT_GROUPCOUNT" val="4"/>
  <p:tag name="TAG_CONTENT_DIAGRAM_INDEX" val="53f18d0391d9442d9c8d45a5a44e807c"/>
  <p:tag name="TAG_CONTENT_SUBINDEX" val="2"/>
  <p:tag name="TAG_CHATSHAPE_LINK" val="sp:icon2"/>
  <p:tag name="YOO_CHATSHAPE_TYPE" val="YOO_CHATSHAPE_DECORATION"/>
</p:tagLst>
</file>

<file path=ppt/tags/tag152.xml><?xml version="1.0" encoding="utf-8"?>
<p:tagLst xmlns:a="http://schemas.openxmlformats.org/drawingml/2006/main" xmlns:r="http://schemas.openxmlformats.org/officeDocument/2006/relationships" xmlns:p="http://schemas.openxmlformats.org/presentationml/2006/main">
  <p:tag name="TAG_CONTENT_GROUPINDEX" val="2"/>
  <p:tag name="TAG_CONTENT_GROUPCOUNT" val="4"/>
  <p:tag name="TAG_CONTENT_DIAGRAM_INDEX" val="53f18d0391d9442d9c8d45a5a44e807c"/>
  <p:tag name="TAG_CONTENT_SUBINDEX" val="2"/>
  <p:tag name="TAG_CHATSHAPE_LINK" val="sp:icon2"/>
  <p:tag name="YOO_CHATSHAPE_TYPE" val="YOO_CHATSHAPE_DECORATION"/>
</p:tagLst>
</file>

<file path=ppt/tags/tag153.xml><?xml version="1.0" encoding="utf-8"?>
<p:tagLst xmlns:a="http://schemas.openxmlformats.org/drawingml/2006/main" xmlns:r="http://schemas.openxmlformats.org/officeDocument/2006/relationships" xmlns:p="http://schemas.openxmlformats.org/presentationml/2006/main">
  <p:tag name="TAG_CONTENT_GROUPINDEX" val="2"/>
  <p:tag name="TAG_CONTENT_GROUPCOUNT" val="4"/>
  <p:tag name="TAG_CONTENT_DIAGRAM_INDEX" val="53f18d0391d9442d9c8d45a5a44e807c"/>
  <p:tag name="TAG_CONTENT_SUBINDEX" val="2"/>
  <p:tag name="TAG_CHATSHAPE_LINK" val="sp:icon2"/>
  <p:tag name="YOO_CHATSHAPE_TYPE" val="YOO_CHATSHAPE_DECORATION"/>
</p:tagLst>
</file>

<file path=ppt/tags/tag154.xml><?xml version="1.0" encoding="utf-8"?>
<p:tagLst xmlns:a="http://schemas.openxmlformats.org/drawingml/2006/main" xmlns:r="http://schemas.openxmlformats.org/officeDocument/2006/relationships" xmlns:p="http://schemas.openxmlformats.org/presentationml/2006/main">
  <p:tag name="TAG_CONTENT_GROUPINDEX" val="2"/>
  <p:tag name="TAG_CONTENT_GROUPCOUNT" val="4"/>
  <p:tag name="TAG_CONTENT_DIAGRAM_INDEX" val="53f18d0391d9442d9c8d45a5a44e807c"/>
  <p:tag name="TAG_CONTENT_SUBINDEX" val="2"/>
  <p:tag name="TAG_CHATSHAPE_LINK" val="sp:icon2"/>
  <p:tag name="YOO_CHATSHAPE_TYPE" val="YOO_CHATSHAPE_DECORATION"/>
</p:tagLst>
</file>

<file path=ppt/tags/tag155.xml><?xml version="1.0" encoding="utf-8"?>
<p:tagLst xmlns:a="http://schemas.openxmlformats.org/drawingml/2006/main" xmlns:r="http://schemas.openxmlformats.org/officeDocument/2006/relationships" xmlns:p="http://schemas.openxmlformats.org/presentationml/2006/main">
  <p:tag name="TAG_CONTENT_GROUPINDEX" val="1"/>
  <p:tag name="TAG_CONTENT_GROUPCOUNT" val="4"/>
  <p:tag name="TAG_CONTENT_DIAGRAM_INDEX" val="53f18d0391d9442d9c8d45a5a44e807c"/>
  <p:tag name="TAG_CONTENT_SUBINDEX" val="1"/>
  <p:tag name="TAG_CHATSHAPE_LINK" val="sp:icon1"/>
  <p:tag name="YOO_CHATSHAPE_TYPE" val="YOO_CHATSHAPE_DECORATION"/>
</p:tagLst>
</file>

<file path=ppt/tags/tag156.xml><?xml version="1.0" encoding="utf-8"?>
<p:tagLst xmlns:a="http://schemas.openxmlformats.org/drawingml/2006/main" xmlns:r="http://schemas.openxmlformats.org/officeDocument/2006/relationships" xmlns:p="http://schemas.openxmlformats.org/presentationml/2006/main">
  <p:tag name="TAG_CONTENT_GROUPINDEX" val="1"/>
  <p:tag name="TAG_CONTENT_GROUPCOUNT" val="4"/>
  <p:tag name="TAG_CONTENT_DIAGRAM_INDEX" val="53f18d0391d9442d9c8d45a5a44e807c"/>
  <p:tag name="TAG_CONTENT_SUBINDEX" val="1"/>
  <p:tag name="TAG_CHATSHAPE_LINK" val="sp:icon1"/>
  <p:tag name="YOO_CHATSHAPE_TYPE" val="YOO_CHATSHAPE_DECORATION"/>
</p:tagLst>
</file>

<file path=ppt/tags/tag157.xml><?xml version="1.0" encoding="utf-8"?>
<p:tagLst xmlns:a="http://schemas.openxmlformats.org/drawingml/2006/main" xmlns:r="http://schemas.openxmlformats.org/officeDocument/2006/relationships" xmlns:p="http://schemas.openxmlformats.org/presentationml/2006/main">
  <p:tag name="TAG_CONTENT_GROUPINDEX" val="1"/>
  <p:tag name="TAG_CONTENT_GROUPCOUNT" val="4"/>
  <p:tag name="TAG_CONTENT_DIAGRAM_INDEX" val="53f18d0391d9442d9c8d45a5a44e807c"/>
  <p:tag name="TAG_CONTENT_SUBINDEX" val="1"/>
  <p:tag name="TAG_CHATSHAPE_LINK" val="sp:icon1"/>
  <p:tag name="YOO_CHATSHAPE_TYPE" val="YOO_CHATSHAPE_DECORATION"/>
</p:tagLst>
</file>

<file path=ppt/tags/tag158.xml><?xml version="1.0" encoding="utf-8"?>
<p:tagLst xmlns:a="http://schemas.openxmlformats.org/drawingml/2006/main" xmlns:r="http://schemas.openxmlformats.org/officeDocument/2006/relationships" xmlns:p="http://schemas.openxmlformats.org/presentationml/2006/main">
  <p:tag name="TAG_CONTENT_GROUPINDEX" val="1"/>
  <p:tag name="TAG_CONTENT_GROUPCOUNT" val="4"/>
  <p:tag name="TAG_CONTENT_DIAGRAM_INDEX" val="53f18d0391d9442d9c8d45a5a44e807c"/>
  <p:tag name="TAG_CONTENT_SUBINDEX" val="1"/>
  <p:tag name="TAG_CHATSHAPE_LINK" val="sp:icon1"/>
  <p:tag name="YOO_CHATSHAPE_TYPE" val="YOO_CHATSHAPE_DECORATION"/>
</p:tagLst>
</file>

<file path=ppt/tags/tag15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162.xml><?xml version="1.0" encoding="utf-8"?>
<p:tagLst xmlns:a="http://schemas.openxmlformats.org/drawingml/2006/main" xmlns:r="http://schemas.openxmlformats.org/officeDocument/2006/relationships" xmlns:p="http://schemas.openxmlformats.org/presentationml/2006/main">
  <p:tag name="TAG_CONTENT_TYPE" val="1标题1内容2图"/>
  <p:tag name="YOO_CHATPAGE_TYPE" val="TAG_CHATPAGE_CONTENT"/>
  <p:tag name="YOO_CHATSHAPE_TITLE" val="机器学习流程与步骤"/>
  <p:tag name="TAG_CHATPAGE_CATALOG" val="机器学习流程与步骤"/>
  <p:tag name="YOO_CHATSHAPE_NUM" val="3"/>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63.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d97907802645432baac88e2577685abc"/>
</p:tagLst>
</file>

<file path=ppt/tags/tag164.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d97907802645432baac88e2577685abc"/>
</p:tagLst>
</file>

<file path=ppt/tags/tag165.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d97907802645432baac88e2577685abc"/>
</p:tagLst>
</file>

<file path=ppt/tags/tag166.xml><?xml version="1.0" encoding="utf-8"?>
<p:tagLst xmlns:a="http://schemas.openxmlformats.org/drawingml/2006/main" xmlns:r="http://schemas.openxmlformats.org/officeDocument/2006/relationships" xmlns:p="http://schemas.openxmlformats.org/presentationml/2006/main">
  <p:tag name="TAG_CHATSHAPE_IMAGE_FILE" val="C:\Users\qbz95\AppData\Roaming\BIYOO\temp\e68d339bc5d349f6bc1856131f45d85f.cc0"/>
  <p:tag name="TAG_CHATSHAPE_IMAGE_URL" val="https://image.yoojober.com/motion/resource-photo/ori/4da/4dacd4877f174d730f4443f04a091349.jpg-chatppt.cc0"/>
  <p:tag name="YOO_CHATSHAPE_TYPE" val="YOO_CHATSHAPE_IMAGE"/>
  <p:tag name="TAG_CONTENT_DIAGRAM_INDEX" val="d97907802645432baac88e2577685abc"/>
  <p:tag name="TAG_CONTENT_SUBINDEX" val="2"/>
</p:tagLst>
</file>

<file path=ppt/tags/tag167.xml><?xml version="1.0" encoding="utf-8"?>
<p:tagLst xmlns:a="http://schemas.openxmlformats.org/drawingml/2006/main" xmlns:r="http://schemas.openxmlformats.org/officeDocument/2006/relationships" xmlns:p="http://schemas.openxmlformats.org/presentationml/2006/main">
  <p:tag name="TAG_CHATSHAPE_IMAGE_FILE" val="C:\Users\qbz95\AppData\Roaming\BIYOO\temp\a54758ae37d848e2bcbcbef6c6196ef5.cc0"/>
  <p:tag name="TAG_CHATSHAPE_IMAGE_URL" val="https://image.yoojober.com/motion/resource-photo/ori/be6/be6e5fd8d688ee42c5358ac074e63507.jpg-chatppt.cc0"/>
  <p:tag name="YOO_CHATSHAPE_TYPE" val="YOO_CHATSHAPE_IMAGE"/>
  <p:tag name="TAG_CONTENT_DIAGRAM_INDEX" val="d97907802645432baac88e2577685abc"/>
  <p:tag name="TAG_CONTENT_SUBINDEX" val="1"/>
</p:tagLst>
</file>

<file path=ppt/tags/tag168.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d97907802645432baac88e2577685abc"/>
</p:tagLst>
</file>

<file path=ppt/tags/tag169.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6"/>
</p:tagLst>
</file>

<file path=ppt/tags/tag170.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6"/>
</p:tagLst>
</file>

<file path=ppt/tags/tag171.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6"/>
</p:tagLst>
</file>

<file path=ppt/tags/tag172.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6"/>
</p:tagLst>
</file>

<file path=ppt/tags/tag173.xml><?xml version="1.0" encoding="utf-8"?>
<p:tagLst xmlns:a="http://schemas.openxmlformats.org/drawingml/2006/main" xmlns:r="http://schemas.openxmlformats.org/officeDocument/2006/relationships" xmlns:p="http://schemas.openxmlformats.org/presentationml/2006/main">
  <p:tag name="YOO_CHATSHAPE_TYPE" val="YOO_CHATSHAPE_CONTENT"/>
  <p:tag name="TAG_CONTENT_DIAGRAM_INDEX" val="d97907802645432baac88e2577685abc"/>
  <p:tag name="TAG_CHAT_TEXT_BEAUTIFYSTYLE" val="1,1,False,False"/>
</p:tagLst>
</file>

<file path=ppt/tags/tag174.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d97907802645432baac88e2577685abc"/>
</p:tagLst>
</file>

<file path=ppt/tags/tag175.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176.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870526b7a97940b7abd656e603f842dc"/>
</p:tagLst>
</file>

<file path=ppt/tags/tag177.xml><?xml version="1.0" encoding="utf-8"?>
<p:tagLst xmlns:a="http://schemas.openxmlformats.org/drawingml/2006/main" xmlns:r="http://schemas.openxmlformats.org/officeDocument/2006/relationships" xmlns:p="http://schemas.openxmlformats.org/presentationml/2006/main">
  <p:tag name="TAG_CONTENT_TYPE" val="二级大纲4"/>
  <p:tag name="YOO_CHATPAGE_TYPE" val="TAG_CHATPAGE_MULTCONTENT"/>
  <p:tag name="YOO_CHATSHAPE_TITLE" val="机器学习中的数学与统计学"/>
  <p:tag name="TAG_CHATPAGE_CATALOG" val="机器学习中的数学与统计学"/>
  <p:tag name="YOO_CHATSHAPE_NUM" val="4"/>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178.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179.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180.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181.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182.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ONTENT"/>
  <p:tag name="TAG_CONTENT_DIAGRAM_INDEX" val="5a1687cd27b942b6aa7b235182d13933"/>
  <p:tag name="TAG_CONTENT_SUBINDEX" val="11"/>
</p:tagLst>
</file>

<file path=ppt/tags/tag183.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ONTENT"/>
  <p:tag name="TAG_CONTENT_DIAGRAM_INDEX" val="5a1687cd27b942b6aa7b235182d13933"/>
  <p:tag name="TAG_CONTENT_SUBINDEX" val="11"/>
</p:tagLst>
</file>

<file path=ppt/tags/tag18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1"/>
  <p:tag name="TAG_CONTENT_DIAGRAM_INDEX" val="5a1687cd27b942b6aa7b235182d13933"/>
</p:tagLst>
</file>

<file path=ppt/tags/tag18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2"/>
  <p:tag name="TAG_CONTENT_DIAGRAM_INDEX" val="5a1687cd27b942b6aa7b235182d13933"/>
</p:tagLst>
</file>

<file path=ppt/tags/tag18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3"/>
  <p:tag name="TAG_CONTENT_DIAGRAM_INDEX" val="5a1687cd27b942b6aa7b235182d13933"/>
</p:tagLst>
</file>

<file path=ppt/tags/tag18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DECORATE"/>
  <p:tag name="TAG_CONTENT_GROUPINDEX" val="4"/>
  <p:tag name="TAG_CONTENT_DIAGRAM_INDEX" val="5a1687cd27b942b6aa7b235182d13933"/>
</p:tagLst>
</file>

<file path=ppt/tags/tag18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1"/>
  <p:tag name="TAG_CONTENT_DIAGRAM_INDEX" val="5a1687cd27b942b6aa7b235182d13933"/>
  <p:tag name="TAG_CONTENT_SUBINDEX" val="1"/>
</p:tagLst>
</file>

<file path=ppt/tags/tag18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2"/>
  <p:tag name="TAG_CONTENT_DIAGRAM_INDEX" val="5a1687cd27b942b6aa7b235182d13933"/>
  <p:tag name="TAG_CONTENT_SUBINDEX" val="2"/>
</p:tagLst>
</file>

<file path=ppt/tags/tag19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3"/>
  <p:tag name="TAG_CONTENT_DIAGRAM_INDEX" val="5a1687cd27b942b6aa7b235182d13933"/>
  <p:tag name="TAG_CONTENT_SUBINDEX" val="3"/>
</p:tagLst>
</file>

<file path=ppt/tags/tag19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4"/>
  <p:tag name="TAG_CONTENT_DIAGRAM_INDEX" val="5a1687cd27b942b6aa7b235182d13933"/>
  <p:tag name="TAG_CONTENT_SUBINDEX" val="4"/>
</p:tagLst>
</file>

<file path=ppt/tags/tag192.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870526b7a97940b7abd656e603f842dc"/>
</p:tagLst>
</file>

<file path=ppt/tags/tag193.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194.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19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1"/>
  <p:tag name="TAG_CONTENT_DIAGRAM_INDEX" val="5a1687cd27b942b6aa7b235182d13933"/>
  <p:tag name="TAG_CONTENT_SUBINDEX" val="1"/>
</p:tagLst>
</file>

<file path=ppt/tags/tag19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2"/>
  <p:tag name="TAG_CONTENT_DIAGRAM_INDEX" val="5a1687cd27b942b6aa7b235182d13933"/>
  <p:tag name="TAG_CONTENT_SUBINDEX" val="2"/>
</p:tagLst>
</file>

<file path=ppt/tags/tag19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3"/>
  <p:tag name="TAG_CONTENT_DIAGRAM_INDEX" val="5a1687cd27b942b6aa7b235182d13933"/>
  <p:tag name="TAG_CONTENT_SUBINDEX" val="3"/>
</p:tagLst>
</file>

<file path=ppt/tags/tag19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4"/>
  <p:tag name="TAG_CONTENT_DIAGRAM_INDEX" val="5a1687cd27b942b6aa7b235182d13933"/>
  <p:tag name="TAG_CONTENT_SUBINDEX" val="4"/>
</p:tagLst>
</file>

<file path=ppt/tags/tag199.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870526b7a97940b7abd656e603f842dc"/>
</p:tagLst>
</file>

<file path=ppt/tags/tag200.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201.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2045c33d1d0f4006b1365d216e7a9e7b"/>
</p:tagLst>
</file>

<file path=ppt/tags/tag202.xml><?xml version="1.0" encoding="utf-8"?>
<p:tagLst xmlns:a="http://schemas.openxmlformats.org/drawingml/2006/main" xmlns:r="http://schemas.openxmlformats.org/officeDocument/2006/relationships" xmlns:p="http://schemas.openxmlformats.org/presentationml/2006/main">
  <p:tag name="TAG_CONTENT_TYPE" val="二级大纲4"/>
  <p:tag name="YOO_CHATPAGE_TYPE" val="TAG_CHATPAGE_MULTCONTENT"/>
  <p:tag name="YOO_CHATSHAPE_TITLE" val="机器学习实战案例分析"/>
  <p:tag name="TAG_CHATPAGE_CATALOG" val="机器学习实战案例分析"/>
  <p:tag name="YOO_CHATSHAPE_NUM" val="5"/>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203.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2045c33d1d0f4006b1365d216e7a9e7b"/>
</p:tagLst>
</file>

<file path=ppt/tags/tag204.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1"/>
  <p:tag name="TAG_CONTENT_DIAGRAM_INDEX" val="c1cf1166edfc466db6ab68f3f69629c0"/>
  <p:tag name="TAG_CONTENT_SUBINDEX" val="1"/>
</p:tagLst>
</file>

<file path=ppt/tags/tag205.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1"/>
  <p:tag name="TAG_CONTENT_DIAGRAM_INDEX" val="c1cf1166edfc466db6ab68f3f69629c0"/>
  <p:tag name="TAG_CONTENT_SUBINDEX" val="1"/>
</p:tagLst>
</file>

<file path=ppt/tags/tag206.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4"/>
  <p:tag name="TAG_CONTENT_DIAGRAM_INDEX" val="c1cf1166edfc466db6ab68f3f69629c0"/>
  <p:tag name="TAG_CONTENT_SUBINDEX" val="4"/>
</p:tagLst>
</file>

<file path=ppt/tags/tag207.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4"/>
  <p:tag name="TAG_CONTENT_DIAGRAM_INDEX" val="c1cf1166edfc466db6ab68f3f69629c0"/>
  <p:tag name="TAG_CONTENT_SUBINDEX" val="4"/>
</p:tagLst>
</file>

<file path=ppt/tags/tag208.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2"/>
  <p:tag name="TAG_CONTENT_DIAGRAM_INDEX" val="c1cf1166edfc466db6ab68f3f69629c0"/>
  <p:tag name="TAG_CONTENT_SUBINDEX" val="2"/>
</p:tagLst>
</file>

<file path=ppt/tags/tag209.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2"/>
  <p:tag name="TAG_CONTENT_DIAGRAM_INDEX" val="c1cf1166edfc466db6ab68f3f69629c0"/>
  <p:tag name="TAG_CONTENT_SUBINDEX" val="2"/>
</p:tagLst>
</file>

<file path=ppt/tags/tag210.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TITLE"/>
  <p:tag name="TAG_CONTENT_GROUPINDEX" val="3"/>
  <p:tag name="TAG_CONTENT_DIAGRAM_INDEX" val="c1cf1166edfc466db6ab68f3f69629c0"/>
  <p:tag name="TAG_CONTENT_SUBINDEX" val="3"/>
</p:tagLst>
</file>

<file path=ppt/tags/tag211.xml><?xml version="1.0" encoding="utf-8"?>
<p:tagLst xmlns:a="http://schemas.openxmlformats.org/drawingml/2006/main" xmlns:r="http://schemas.openxmlformats.org/officeDocument/2006/relationships" xmlns:p="http://schemas.openxmlformats.org/presentationml/2006/main">
  <p:tag name="TAG_CONTENT_GROUPCOUNT" val="4"/>
  <p:tag name="YOO_CHATSHAPE_TYPE" val="YOO_CHATSHAPE_CHILDCONTENT"/>
  <p:tag name="TAG_CONTENT_GROUPINDEX" val="3"/>
  <p:tag name="TAG_CONTENT_DIAGRAM_INDEX" val="c1cf1166edfc466db6ab68f3f69629c0"/>
  <p:tag name="TAG_CONTENT_SUBINDEX" val="3"/>
</p:tagLst>
</file>

<file path=ppt/tags/tag212.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2045c33d1d0f4006b1365d216e7a9e7b"/>
</p:tagLst>
</file>

<file path=ppt/tags/tag213.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2045c33d1d0f4006b1365d216e7a9e7b"/>
</p:tagLst>
</file>

<file path=ppt/tags/tag214.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2045c33d1d0f4006b1365d216e7a9e7b"/>
</p:tagLst>
</file>

<file path=ppt/tags/tag215.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2045c33d1d0f4006b1365d216e7a9e7b"/>
</p:tagLst>
</file>

<file path=ppt/tags/tag216.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217.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5be64da6ca75475c8863a1ab15958c30"/>
</p:tagLst>
</file>

<file path=ppt/tags/tag218.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1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20.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2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2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2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24.xml><?xml version="1.0" encoding="utf-8"?>
<p:tagLst xmlns:a="http://schemas.openxmlformats.org/drawingml/2006/main" xmlns:r="http://schemas.openxmlformats.org/officeDocument/2006/relationships" xmlns:p="http://schemas.openxmlformats.org/presentationml/2006/main">
  <p:tag name="TAG_CONTENT_TYPE" val="1标题1内容2图"/>
  <p:tag name="YOO_CHATPAGE_TYPE" val="TAG_CHATPAGE_CONTENT"/>
  <p:tag name="YOO_CHATSHAPE_TITLE" val="未来趋势与挑战"/>
  <p:tag name="TAG_CHATPAGE_CATALOG" val="未来趋势与挑战"/>
  <p:tag name="YOO_CHATSHAPE_NUM" val="6"/>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225.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5be64da6ca75475c8863a1ab15958c30"/>
</p:tagLst>
</file>

<file path=ppt/tags/tag226.xml><?xml version="1.0" encoding="utf-8"?>
<p:tagLst xmlns:a="http://schemas.openxmlformats.org/drawingml/2006/main" xmlns:r="http://schemas.openxmlformats.org/officeDocument/2006/relationships" xmlns:p="http://schemas.openxmlformats.org/presentationml/2006/main">
  <p:tag name="TAG_CHATSHAPE_IMAGE_FILE" val="C:\Users\qbz95\AppData\Roaming\BIYOO\temp\7bd5f7d90882495eb864b216f747deae.cc0"/>
  <p:tag name="TAG_CHATSHAPE_IMAGE_URL" val="https://image.yoojober.com/motion/resource-photo/ori/fae/faee2278f91c0cc777441d31e639903a.jpg-chatppt.cc0"/>
  <p:tag name="YOO_CHATSHAPE_TYPE" val="YOO_CHATSHAPE_IMAGE"/>
  <p:tag name="TAG_CONTENT_DIAGRAM_INDEX" val="5be64da6ca75475c8863a1ab15958c30"/>
  <p:tag name="TAG_CONTENT_SUBINDEX" val="1"/>
</p:tagLst>
</file>

<file path=ppt/tags/tag227.xml><?xml version="1.0" encoding="utf-8"?>
<p:tagLst xmlns:a="http://schemas.openxmlformats.org/drawingml/2006/main" xmlns:r="http://schemas.openxmlformats.org/officeDocument/2006/relationships" xmlns:p="http://schemas.openxmlformats.org/presentationml/2006/main">
  <p:tag name="TAG_CHATSHAPE_IMAGE_FILE" val="C:\Users\qbz95\AppData\Roaming\BIYOO\temp\f3b1b5be0c9d4299af39d60b424171e3.cc0"/>
  <p:tag name="TAG_CHATSHAPE_IMAGE_URL" val="https://image.yoojober.com/motion/resource-photo/ori/bd1/bd1d1c4e37a03778cc16135abdb826f8.jpg-chatppt.cc0"/>
  <p:tag name="YOO_CHATSHAPE_TYPE" val="YOO_CHATSHAPE_IMAGE"/>
  <p:tag name="TAG_CONTENT_DIAGRAM_INDEX" val="5be64da6ca75475c8863a1ab15958c30"/>
  <p:tag name="TAG_CONTENT_SUBINDEX" val="2"/>
</p:tagLst>
</file>

<file path=ppt/tags/tag228.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5be64da6ca75475c8863a1ab15958c30"/>
</p:tagLst>
</file>

<file path=ppt/tags/tag229.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5be64da6ca75475c8863a1ab15958c30"/>
</p:tagLst>
</file>

<file path=ppt/tags/tag230.xml><?xml version="1.0" encoding="utf-8"?>
<p:tagLst xmlns:a="http://schemas.openxmlformats.org/drawingml/2006/main" xmlns:r="http://schemas.openxmlformats.org/officeDocument/2006/relationships" xmlns:p="http://schemas.openxmlformats.org/presentationml/2006/main">
  <p:tag name="YOO_CHATSHAPE_TYPE" val="YOO_CHATSHAPE_TITLE"/>
  <p:tag name="TAG_CONTENT_DIAGRAM_INDEX" val="5be64da6ca75475c8863a1ab15958c30"/>
</p:tagLst>
</file>

<file path=ppt/tags/tag231.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2.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3.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4.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5.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6.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7.xml><?xml version="1.0" encoding="utf-8"?>
<p:tagLst xmlns:a="http://schemas.openxmlformats.org/drawingml/2006/main" xmlns:r="http://schemas.openxmlformats.org/officeDocument/2006/relationships" xmlns:p="http://schemas.openxmlformats.org/presentationml/2006/main">
  <p:tag name="TAG_CHAT_DIAGRAM_TYPE" val="TAG_CHAT_DIAGRAM_TEXTSHAPE"/>
  <p:tag name="TAG_CHAT_DIAGRAM_LINKSHAPE" val="10"/>
</p:tagLst>
</file>

<file path=ppt/tags/tag238.xml><?xml version="1.0" encoding="utf-8"?>
<p:tagLst xmlns:a="http://schemas.openxmlformats.org/drawingml/2006/main" xmlns:r="http://schemas.openxmlformats.org/officeDocument/2006/relationships" xmlns:p="http://schemas.openxmlformats.org/presentationml/2006/main">
  <p:tag name="YOO_CHATSHAPE_TYPE" val="YOO_CHATSHAPE_CONTENT"/>
  <p:tag name="TAG_CONTENT_DIAGRAM_INDEX" val="5be64da6ca75475c8863a1ab15958c30"/>
  <p:tag name="TAG_CHAT_TEXT_BEAUTIFYSTYLE" val="3,False,False,False,False,False,False,True"/>
</p:tagLst>
</file>

<file path=ppt/tags/tag239.xml><?xml version="1.0" encoding="utf-8"?>
<p:tagLst xmlns:a="http://schemas.openxmlformats.org/drawingml/2006/main" xmlns:r="http://schemas.openxmlformats.org/officeDocument/2006/relationships" xmlns:p="http://schemas.openxmlformats.org/presentationml/2006/main">
  <p:tag name="YOO_CHATSHAPE_TYPE" val="YOO_CHATSHAPE_DECORATION"/>
  <p:tag name="TAG_CONTENT_DIAGRAM_INDEX" val="5be64da6ca75475c8863a1ab15958c30"/>
</p:tagLst>
</file>

<file path=ppt/tags/tag240.xml><?xml version="1.0" encoding="utf-8"?>
<p:tagLst xmlns:a="http://schemas.openxmlformats.org/drawingml/2006/main" xmlns:r="http://schemas.openxmlformats.org/officeDocument/2006/relationships" xmlns:p="http://schemas.openxmlformats.org/presentationml/2006/main">
  <p:tag name="YOO_CHATSHAPE_TYPE" val="YOO_CHATSHAPE_TITLE_ICON"/>
</p:tagLst>
</file>

<file path=ppt/tags/tag241.xml><?xml version="1.0" encoding="utf-8"?>
<p:tagLst xmlns:a="http://schemas.openxmlformats.org/drawingml/2006/main" xmlns:r="http://schemas.openxmlformats.org/officeDocument/2006/relationships" xmlns:p="http://schemas.openxmlformats.org/presentationml/2006/main">
  <p:tag name="TAG_CHATPAGE_ENABLE_CHANGEBACK" val="TRUE"/>
  <p:tag name="YOO_CHATPAGE_TYPE" val="TAG_CHATPAGE_END"/>
  <p:tag name="TAG_AIGCCREATORID" val="AIGC生成内容仅供参考-2025/11/2 21:26:14 -908878"/>
  <p:tag name="YOO_PROTECTION_DATA" val="\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
</p:tagLst>
</file>

<file path=ppt/tags/tag24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4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4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45.xml><?xml version="1.0" encoding="utf-8"?>
<p:tagLst xmlns:a="http://schemas.openxmlformats.org/drawingml/2006/main" xmlns:r="http://schemas.openxmlformats.org/officeDocument/2006/relationships" xmlns:p="http://schemas.openxmlformats.org/presentationml/2006/main">
  <p:tag name="YOO_CHATSHAPE_TYPE" val="YOO_CHATSHAPE_TITLE"/>
</p:tagLst>
</file>

<file path=ppt/tags/tag246.xml><?xml version="1.0" encoding="utf-8"?>
<p:tagLst xmlns:a="http://schemas.openxmlformats.org/drawingml/2006/main" xmlns:r="http://schemas.openxmlformats.org/officeDocument/2006/relationships" xmlns:p="http://schemas.openxmlformats.org/presentationml/2006/main">
  <p:tag name="TAG_CHATSHAPE_LINK" val="sp:翻译"/>
  <p:tag name="YOO_CHATSHAPE_TYPE" val="YOO_CHATSHAPE_SUBTITLE"/>
</p:tagLst>
</file>

<file path=ppt/tags/tag24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48.xml><?xml version="1.0" encoding="utf-8"?>
<p:tagLst xmlns:a="http://schemas.openxmlformats.org/drawingml/2006/main" xmlns:r="http://schemas.openxmlformats.org/officeDocument/2006/relationships" xmlns:p="http://schemas.openxmlformats.org/presentationml/2006/main">
  <p:tag name="YOO_CHATSHAPE_TYPE" val="YOO_CHATSHAPE_AUTHOR"/>
  <p:tag name="YOO_CHATSHAPE_AUTHOR" val="DaringGryp.."/>
</p:tagLst>
</file>

<file path=ppt/tags/tag249.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0.xml><?xml version="1.0" encoding="utf-8"?>
<p:tagLst xmlns:a="http://schemas.openxmlformats.org/drawingml/2006/main" xmlns:r="http://schemas.openxmlformats.org/officeDocument/2006/relationships" xmlns:p="http://schemas.openxmlformats.org/presentationml/2006/main">
  <p:tag name="YOO_CHATSHAPE_TYPE" val="YOO_CHATSHAPE_DATE"/>
  <p:tag name="YOO_CHATSHAPE_DATE" val="2025/11/2"/>
  <p:tag name="YOO_CHATSHAPE_AUTHOR" val="DaringGryp.."/>
</p:tagLst>
</file>

<file path=ppt/tags/tag251.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2.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3.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4.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5.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6.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7.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ags/tag258.xml><?xml version="1.0" encoding="utf-8"?>
<p:tagLst xmlns:a="http://schemas.openxmlformats.org/drawingml/2006/main" xmlns:r="http://schemas.openxmlformats.org/officeDocument/2006/relationships" xmlns:p="http://schemas.openxmlformats.org/presentationml/2006/main">
  <p:tag name="YOO_CHATSHAPE_TYPE" val="YOO_CHATSHAPE_DECORATION"/>
</p:tagLst>
</file>

<file path=ppt/theme/theme1.xml><?xml version="1.0" encoding="utf-8"?>
<a:theme xmlns:a="http://schemas.openxmlformats.org/drawingml/2006/main" name="2b1ce6d8c79c3e8cd47f98dcdd1fc6cb_fgBFe9SBeYZn">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_-1973835645">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主题​​_1475407612">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主题​​_-254653630">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主题​​_-1998990386">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主题​​_-166755629">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主题​​_-1546654154">
  <a:themeElements>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1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2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3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4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5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8.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69.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0.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1.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2.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3.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4.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5.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6.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ppt/theme/themeOverride77.xml><?xml version="1.0" encoding="utf-8"?>
<a:themeOverride xmlns:a="http://schemas.openxmlformats.org/drawingml/2006/main">
  <a:clrScheme name="Office">
    <a:dk1>
      <a:srgbClr val="293600"/>
    </a:dk1>
    <a:lt1>
      <a:srgbClr val="FBFDF6"/>
    </a:lt1>
    <a:dk2>
      <a:srgbClr val="FFFFFF"/>
    </a:dk2>
    <a:lt2>
      <a:srgbClr val="2D3F09"/>
    </a:lt2>
    <a:accent1>
      <a:srgbClr val="36D289"/>
    </a:accent1>
    <a:accent2>
      <a:srgbClr val="269A63"/>
    </a:accent2>
    <a:accent3>
      <a:srgbClr val="4FB961"/>
    </a:accent3>
    <a:accent4>
      <a:srgbClr val="B2FFA8"/>
    </a:accent4>
    <a:accent5>
      <a:srgbClr val="D0FFB7"/>
    </a:accent5>
    <a:accent6>
      <a:srgbClr val="F2F5DE"/>
    </a:accent6>
    <a:hlink>
      <a:srgbClr val="5F5F5F"/>
    </a:hlink>
    <a:folHlink>
      <a:srgbClr val="91919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item1.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2.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3.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4.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5.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6.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7.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8.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9.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10.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11.xml><?xml version="1.0" encoding="utf-8"?>
<yoo_protection_data>\u007b\u0022\u0049\u0044\u0022\u003a\u0022\u0034\u0066\u0030\u0038\u0061\u0037\u0065\u0032\u0065\u0039\u0063\u0063\u0034\u0066\u0032\u0038\u0061\u0066\u0030\u0036\u0034\u0062\u0066\u0064\u0036\u0030\u0032\u0038\u0037\u0063\u0030\u0030\u0022\u002c\u0022\u0054\u0069\u006d\u0065\u0022\u003a\u0022\u0032\u0030\u0032\u0035\u002f\u0031\u0031\u002f\u0030\u0032\u0020\u0032\u0031\u003a\u0032\u0034\u003a\u0031\u0030\u0022\u002c\u0022\u0055\u0073\u0065\u0072\u0049\u0044\u0022\u003a\u0022\u0039\u0030\u0038\u0038\u0037\u0038\u0022\u002c\u0022\u0054\u0065\u0061\u006d\u0049\u0044\u0022\u003a\u006e\u0075\u006c\u006c\u002c\u0022\u0049\u0073\u0053\u0075\u0070\u0065\u0072\u0056\u0069\u0070\u0022\u003a\u0074\u0072\u0075\u0065\u002c\u0022\u0050\u0072\u006f\u0074\u0065\u0063\u0074\u0053\u0074\u0061\u0074\u0075\u0073\u0022\u003a\u0030\u007d</yoo_protection_data>
</file>

<file path=customXml/itemProps1.xml><?xml version="1.0" encoding="utf-8"?>
<ds:datastoreItem xmlns:ds="http://schemas.openxmlformats.org/officeDocument/2006/customXml" ds:itemID="{9D012036-FA5C-4DD1-B46F-7EF0198A0092}">
  <ds:schemaRefs/>
</ds:datastoreItem>
</file>

<file path=customXml/itemProps2.xml><?xml version="1.0" encoding="utf-8"?>
<ds:datastoreItem xmlns:ds="http://schemas.openxmlformats.org/officeDocument/2006/customXml" ds:itemID="{97EA4CC0-CAD6-4FA4-8061-480941CCD66E}">
  <ds:schemaRefs/>
</ds:datastoreItem>
</file>

<file path=customXml/itemProps3.xml><?xml version="1.0" encoding="utf-8"?>
<ds:datastoreItem xmlns:ds="http://schemas.openxmlformats.org/officeDocument/2006/customXml" ds:itemID="{8989E53A-4280-44CC-9004-64CE2086AD42}">
  <ds:schemaRefs/>
</ds:datastoreItem>
</file>

<file path=customXml/itemProps4.xml><?xml version="1.0" encoding="utf-8"?>
<ds:datastoreItem xmlns:ds="http://schemas.openxmlformats.org/officeDocument/2006/customXml" ds:itemID="{D0D24236-D463-4BB9-9510-A43346A7FF87}">
  <ds:schemaRefs/>
</ds:datastoreItem>
</file>

<file path=customXml/itemProps5.xml><?xml version="1.0" encoding="utf-8"?>
<ds:datastoreItem xmlns:ds="http://schemas.openxmlformats.org/officeDocument/2006/customXml" ds:itemID="{514299A3-A4EA-424F-AA19-0BDB701806E3}">
  <ds:schemaRefs/>
</ds:datastoreItem>
</file>

<file path=customXml/itemProps6.xml><?xml version="1.0" encoding="utf-8"?>
<ds:datastoreItem xmlns:ds="http://schemas.openxmlformats.org/officeDocument/2006/customXml" ds:itemID="{274D47FD-CD61-47D5-9534-A1C1604EE626}">
  <ds:schemaRefs/>
</ds:datastoreItem>
</file>

<file path=customXml/itemProps7.xml><?xml version="1.0" encoding="utf-8"?>
<ds:datastoreItem xmlns:ds="http://schemas.openxmlformats.org/officeDocument/2006/customXml" ds:itemID="{C63035A8-FA3E-4369-94B0-5C10355DE82D}">
  <ds:schemaRefs/>
</ds:datastoreItem>
</file>

<file path=customXml/itemProps8.xml><?xml version="1.0" encoding="utf-8"?>
<ds:datastoreItem xmlns:ds="http://schemas.openxmlformats.org/officeDocument/2006/customXml" ds:itemID="{0B3F9497-C596-4A38-BC62-579E96E843E7}">
  <ds:schemaRefs/>
</ds:datastoreItem>
</file>

<file path=customXml/itemProps9.xml><?xml version="1.0" encoding="utf-8"?>
<ds:datastoreItem xmlns:ds="http://schemas.openxmlformats.org/officeDocument/2006/customXml" ds:itemID="{E64766E3-0D13-4196-88B2-26A80A692866}">
  <ds:schemaRefs/>
</ds:datastoreItem>
</file>

<file path=customXml/itemProps10.xml><?xml version="1.0" encoding="utf-8"?>
<ds:datastoreItem xmlns:ds="http://schemas.openxmlformats.org/officeDocument/2006/customXml" ds:itemID="{2A51D8C7-186A-4325-8FE5-72FB1D7A77E0}">
  <ds:schemaRefs/>
</ds:datastoreItem>
</file>

<file path=customXml/itemProps11.xml><?xml version="1.0" encoding="utf-8"?>
<ds:datastoreItem xmlns:ds="http://schemas.openxmlformats.org/officeDocument/2006/customXml" ds:itemID="{8BAD7E6D-AD42-44CD-AC9A-11B3A3BA1719}">
  <ds:schemaRefs/>
</ds:datastoreItem>
</file>

<file path=docProps/app.xml><?xml version="1.0" encoding="utf-8"?>
<Properties xmlns="http://schemas.openxmlformats.org/officeDocument/2006/extended-properties" xmlns:vt="http://schemas.openxmlformats.org/officeDocument/2006/docPropsVTypes">
  <Template>2b1ce6d8c79c3e8cd47f98dcdd1fc6cb_fgBFe9SBeYZn</Template>
  <TotalTime>7</TotalTime>
  <Words>860</Words>
  <Application>Microsoft Office PowerPoint</Application>
  <PresentationFormat>宽屏</PresentationFormat>
  <Paragraphs>123</Paragraphs>
  <Slides>9</Slides>
  <Notes>9</Notes>
  <HiddenSlides>0</HiddenSlides>
  <MMClips>0</MMClips>
  <ScaleCrop>false</ScaleCrop>
  <HeadingPairs>
    <vt:vector size="6" baseType="variant">
      <vt:variant>
        <vt:lpstr>已用的字体</vt:lpstr>
      </vt:variant>
      <vt:variant>
        <vt:i4>12</vt:i4>
      </vt:variant>
      <vt:variant>
        <vt:lpstr>主题</vt:lpstr>
      </vt:variant>
      <vt:variant>
        <vt:i4>7</vt:i4>
      </vt:variant>
      <vt:variant>
        <vt:lpstr>幻灯片标题</vt:lpstr>
      </vt:variant>
      <vt:variant>
        <vt:i4>9</vt:i4>
      </vt:variant>
    </vt:vector>
  </HeadingPairs>
  <TitlesOfParts>
    <vt:vector size="28" baseType="lpstr">
      <vt:lpstr>OPPOSans B</vt:lpstr>
      <vt:lpstr>OPPOSans R</vt:lpstr>
      <vt:lpstr>Roboto Regular</vt:lpstr>
      <vt:lpstr>sohogothicpro-regular</vt:lpstr>
      <vt:lpstr>等线</vt:lpstr>
      <vt:lpstr>等线 Light</vt:lpstr>
      <vt:lpstr>思源黑体 Medium</vt:lpstr>
      <vt:lpstr>微软雅黑</vt:lpstr>
      <vt:lpstr>Arial</vt:lpstr>
      <vt:lpstr>Poppins</vt:lpstr>
      <vt:lpstr>Roboto</vt:lpstr>
      <vt:lpstr>Wingdings</vt:lpstr>
      <vt:lpstr>2b1ce6d8c79c3e8cd47f98dcdd1fc6cb_fgBFe9SBeYZn</vt:lpstr>
      <vt:lpstr>Office 主题​​_-1973835645</vt:lpstr>
      <vt:lpstr>Office 主题​​_1475407612</vt:lpstr>
      <vt:lpstr>Office 主题​​_-254653630</vt:lpstr>
      <vt:lpstr>Office 主题​​_-1998990386</vt:lpstr>
      <vt:lpstr>Office 主题​​_-166755629</vt:lpstr>
      <vt:lpstr>Office 主题​​_-1546654154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俣豪 冯</dc:creator>
  <cp:keywords>AIGC生成内容仅供参考-2025/11/2 21:24:10 -908878</cp:keywords>
  <cp:lastModifiedBy>俣豪 冯</cp:lastModifiedBy>
  <cp:revision>1</cp:revision>
  <dcterms:created xsi:type="dcterms:W3CDTF">2025-11-02T13:24:10Z</dcterms:created>
  <dcterms:modified xsi:type="dcterms:W3CDTF">2025-11-02T13:31:56Z</dcterms:modified>
</cp:coreProperties>
</file>