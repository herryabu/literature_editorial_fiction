
<file path=[Content_Types].xml><?xml version="1.0" encoding="utf-8"?>
<Types xmlns="http://schemas.openxmlformats.org/package/2006/content-types">
  <Default Extension="cc0"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theme/themeOverride66.xml" ContentType="application/vnd.openxmlformats-officedocument.themeOverrid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Override67.xml" ContentType="application/vnd.openxmlformats-officedocument.themeOverride+xml"/>
  <Override PartName="/ppt/theme/themeOverride68.xml" ContentType="application/vnd.openxmlformats-officedocument.themeOverride+xml"/>
  <Override PartName="/ppt/theme/themeOverride69.xml" ContentType="application/vnd.openxmlformats-officedocument.themeOverride+xml"/>
  <Override PartName="/ppt/theme/themeOverride70.xml" ContentType="application/vnd.openxmlformats-officedocument.themeOverride+xml"/>
  <Override PartName="/ppt/theme/themeOverride71.xml" ContentType="application/vnd.openxmlformats-officedocument.themeOverride+xml"/>
  <Override PartName="/ppt/theme/themeOverride72.xml" ContentType="application/vnd.openxmlformats-officedocument.themeOverride+xml"/>
  <Override PartName="/ppt/theme/themeOverride73.xml" ContentType="application/vnd.openxmlformats-officedocument.themeOverride+xml"/>
  <Override PartName="/ppt/theme/themeOverride74.xml" ContentType="application/vnd.openxmlformats-officedocument.themeOverride+xml"/>
  <Override PartName="/ppt/theme/themeOverride75.xml" ContentType="application/vnd.openxmlformats-officedocument.themeOverride+xml"/>
  <Override PartName="/ppt/theme/themeOverride76.xml" ContentType="application/vnd.openxmlformats-officedocument.themeOverride+xml"/>
  <Override PartName="/ppt/theme/themeOverride77.xml" ContentType="application/vnd.openxmlformats-officedocument.themeOverride+xml"/>
  <Override PartName="/ppt/theme/theme8.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2.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3.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4.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5.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6.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7.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8.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2"/>
    <p:sldMasterId id="2147483672" r:id="rId13"/>
    <p:sldMasterId id="2147483684" r:id="rId14"/>
    <p:sldMasterId id="2147483696" r:id="rId15"/>
    <p:sldMasterId id="2147483708" r:id="rId16"/>
    <p:sldMasterId id="2147483720" r:id="rId17"/>
    <p:sldMasterId id="2147483732" r:id="rId18"/>
  </p:sldMasterIdLst>
  <p:notesMasterIdLst>
    <p:notesMasterId r:id="rId28"/>
  </p:notesMasterIdLst>
  <p:sldIdLst>
    <p:sldId id="256" r:id="rId19"/>
    <p:sldId id="258" r:id="rId20"/>
    <p:sldId id="301" r:id="rId21"/>
    <p:sldId id="11090038" r:id="rId22"/>
    <p:sldId id="336" r:id="rId23"/>
    <p:sldId id="355" r:id="rId24"/>
    <p:sldId id="11090041" r:id="rId25"/>
    <p:sldId id="414" r:id="rId26"/>
    <p:sldId id="257"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67" y="4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2.xml"/><Relationship Id="rId18" Type="http://schemas.openxmlformats.org/officeDocument/2006/relationships/slideMaster" Target="slideMasters/slideMaster7.xml"/><Relationship Id="rId26"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slide" Target="slides/slide3.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Master" Target="slideMasters/slideMaster6.xml"/><Relationship Id="rId25" Type="http://schemas.openxmlformats.org/officeDocument/2006/relationships/slide" Target="slides/slide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Master" Target="slideMasters/slideMaster5.xml"/><Relationship Id="rId20" Type="http://schemas.openxmlformats.org/officeDocument/2006/relationships/slide" Target="slides/slide2.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6.xml"/><Relationship Id="rId32"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Master" Target="slideMasters/slideMaster4.xml"/><Relationship Id="rId23" Type="http://schemas.openxmlformats.org/officeDocument/2006/relationships/slide" Target="slides/slide5.xml"/><Relationship Id="rId28" Type="http://schemas.openxmlformats.org/officeDocument/2006/relationships/notesMaster" Target="notesMasters/notesMaster1.xml"/><Relationship Id="rId10" Type="http://schemas.openxmlformats.org/officeDocument/2006/relationships/customXml" Target="../customXml/item10.xml"/><Relationship Id="rId19" Type="http://schemas.openxmlformats.org/officeDocument/2006/relationships/slide" Target="slides/slide1.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3.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presProps" Target="presProps.xml"/><Relationship Id="rId8" Type="http://schemas.openxmlformats.org/officeDocument/2006/relationships/customXml" Target="../customXml/item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083710-B3C7-4C43-9F44-7959B187E0AC}" type="datetimeFigureOut">
              <a:rPr lang="zh-CN" altLang="en-US" smtClean="0"/>
              <a:t>2025/11/2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A2871-1DB4-4AE0-B621-FC41F16AE44D}" type="slidenum">
              <a:rPr lang="zh-CN" altLang="en-US" smtClean="0"/>
              <a:t>‹#›</a:t>
            </a:fld>
            <a:endParaRPr lang="zh-CN" altLang="en-US"/>
          </a:p>
        </p:txBody>
      </p:sp>
    </p:spTree>
    <p:extLst>
      <p:ext uri="{BB962C8B-B14F-4D97-AF65-F5344CB8AC3E}">
        <p14:creationId xmlns:p14="http://schemas.microsoft.com/office/powerpoint/2010/main" val="44574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D9C4D103-9D00-4B5A-A765-A72A559B0B9E}" type="slidenum">
              <a:rPr lang="zh-CN" altLang="en-US" smtClean="0"/>
              <a:t>1</a:t>
            </a:fld>
            <a:endParaRPr lang="zh-CN" altLang="en-US"/>
          </a:p>
        </p:txBody>
      </p:sp>
    </p:spTree>
    <p:extLst>
      <p:ext uri="{BB962C8B-B14F-4D97-AF65-F5344CB8AC3E}">
        <p14:creationId xmlns:p14="http://schemas.microsoft.com/office/powerpoint/2010/main" val="1432187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D9C4D103-9D00-4B5A-A765-A72A559B0B9E}" type="slidenum">
              <a:rPr lang="zh-CN" altLang="en-US" smtClean="0"/>
              <a:t>2</a:t>
            </a:fld>
            <a:endParaRPr lang="zh-CN" altLang="en-US"/>
          </a:p>
        </p:txBody>
      </p:sp>
    </p:spTree>
    <p:extLst>
      <p:ext uri="{BB962C8B-B14F-4D97-AF65-F5344CB8AC3E}">
        <p14:creationId xmlns:p14="http://schemas.microsoft.com/office/powerpoint/2010/main" val="2604345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dirty="0"/>
          </a:p>
        </p:txBody>
      </p:sp>
      <p:sp>
        <p:nvSpPr>
          <p:cNvPr id="4" name="灯片编号占位符 3"/>
          <p:cNvSpPr>
            <a:spLocks noGrp="1"/>
          </p:cNvSpPr>
          <p:nvPr>
            <p:ph type="sldNum" sz="quarter" idx="5"/>
          </p:nvPr>
        </p:nvSpPr>
        <p:spPr/>
        <p:txBody>
          <a:bodyPr/>
          <a:lstStyle/>
          <a:p>
            <a:fld id="{642C383F-7835-4816-A137-47151F96A997}" type="slidenum">
              <a:rPr lang="zh-CN" altLang="en-US" smtClean="0"/>
              <a:t>3</a:t>
            </a:fld>
            <a:endParaRPr lang="zh-CN" altLang="en-US"/>
          </a:p>
        </p:txBody>
      </p:sp>
    </p:spTree>
    <p:extLst>
      <p:ext uri="{BB962C8B-B14F-4D97-AF65-F5344CB8AC3E}">
        <p14:creationId xmlns:p14="http://schemas.microsoft.com/office/powerpoint/2010/main" val="1071936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2F4188F3-69D3-4061-9271-EC28C4778B56}" type="slidenum">
              <a:rPr lang="zh-CN" altLang="en-US" smtClean="0"/>
              <a:t>4</a:t>
            </a:fld>
            <a:endParaRPr lang="zh-CN" altLang="en-US"/>
          </a:p>
        </p:txBody>
      </p:sp>
    </p:spTree>
    <p:extLst>
      <p:ext uri="{BB962C8B-B14F-4D97-AF65-F5344CB8AC3E}">
        <p14:creationId xmlns:p14="http://schemas.microsoft.com/office/powerpoint/2010/main" val="2290293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dirty="0"/>
          </a:p>
        </p:txBody>
      </p:sp>
      <p:sp>
        <p:nvSpPr>
          <p:cNvPr id="4" name="灯片编号占位符 3"/>
          <p:cNvSpPr>
            <a:spLocks noGrp="1"/>
          </p:cNvSpPr>
          <p:nvPr>
            <p:ph type="sldNum" sz="quarter" idx="5"/>
          </p:nvPr>
        </p:nvSpPr>
        <p:spPr/>
        <p:txBody>
          <a:bodyPr/>
          <a:lstStyle/>
          <a:p>
            <a:fld id="{D8A74383-5C3A-46DA-B392-F2DF5C0028B9}" type="slidenum">
              <a:rPr lang="zh-CN" altLang="en-US" smtClean="0"/>
              <a:t>5</a:t>
            </a:fld>
            <a:endParaRPr lang="zh-CN" altLang="en-US"/>
          </a:p>
        </p:txBody>
      </p:sp>
    </p:spTree>
    <p:extLst>
      <p:ext uri="{BB962C8B-B14F-4D97-AF65-F5344CB8AC3E}">
        <p14:creationId xmlns:p14="http://schemas.microsoft.com/office/powerpoint/2010/main" val="3717381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642C383F-7835-4816-A137-47151F96A997}" type="slidenum">
              <a:rPr lang="zh-CN" altLang="en-US" smtClean="0"/>
              <a:t>6</a:t>
            </a:fld>
            <a:endParaRPr lang="zh-CN" altLang="en-US"/>
          </a:p>
        </p:txBody>
      </p:sp>
    </p:spTree>
    <p:extLst>
      <p:ext uri="{BB962C8B-B14F-4D97-AF65-F5344CB8AC3E}">
        <p14:creationId xmlns:p14="http://schemas.microsoft.com/office/powerpoint/2010/main" val="1287739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2F4188F3-69D3-4061-9271-EC28C4778B56}" type="slidenum">
              <a:rPr lang="zh-CN" altLang="en-US" smtClean="0"/>
              <a:t>7</a:t>
            </a:fld>
            <a:endParaRPr lang="zh-CN" altLang="en-US"/>
          </a:p>
        </p:txBody>
      </p:sp>
    </p:spTree>
    <p:extLst>
      <p:ext uri="{BB962C8B-B14F-4D97-AF65-F5344CB8AC3E}">
        <p14:creationId xmlns:p14="http://schemas.microsoft.com/office/powerpoint/2010/main" val="3645717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642C383F-7835-4816-A137-47151F96A997}" type="slidenum">
              <a:rPr lang="zh-CN" altLang="en-US" smtClean="0"/>
              <a:t>8</a:t>
            </a:fld>
            <a:endParaRPr lang="zh-CN" altLang="en-US"/>
          </a:p>
        </p:txBody>
      </p:sp>
    </p:spTree>
    <p:extLst>
      <p:ext uri="{BB962C8B-B14F-4D97-AF65-F5344CB8AC3E}">
        <p14:creationId xmlns:p14="http://schemas.microsoft.com/office/powerpoint/2010/main" val="1219021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21:14:24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D9C4D103-9D00-4B5A-A765-A72A559B0B9E}" type="slidenum">
              <a:rPr lang="zh-CN" altLang="en-US" smtClean="0"/>
              <a:t>9</a:t>
            </a:fld>
            <a:endParaRPr lang="zh-CN" altLang="en-US"/>
          </a:p>
        </p:txBody>
      </p:sp>
    </p:spTree>
    <p:extLst>
      <p:ext uri="{BB962C8B-B14F-4D97-AF65-F5344CB8AC3E}">
        <p14:creationId xmlns:p14="http://schemas.microsoft.com/office/powerpoint/2010/main" val="20066951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7.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8.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4.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5.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6.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7.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8.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9.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0.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1.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2.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3.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4.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5.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6.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7.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8.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9.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0.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2.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3.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4.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5.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6.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7.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8.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9.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0.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1.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2.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3.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4.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5.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6.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7.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8.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9.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0.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1.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2.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3.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4.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5.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6.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8.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9.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0.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1.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2.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3.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4.xml"/></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5.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6.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67.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68.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69.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0.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1.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2.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3.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4.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5.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6.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D29F50-153F-5C44-E54D-AFED893060F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377F1B7-9BEC-70E2-E0A5-87410EAE6E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216C28E-7340-03FB-0C62-4F8D3CE0EAAE}"/>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A81F95C-2F15-7186-396F-356F9FA3EE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8318201-FCF0-FD2D-50EC-9F35354C20D2}"/>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4198077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22D25-13A5-9B10-DE04-5D98563C6D6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486405-D518-A3A2-DE8D-D8A62DF0F53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E3ECF6-0147-638A-8ADA-595B75816BAC}"/>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4656A10-B7AF-30E7-3719-FC8E37B65B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0798C4-1602-41C1-12C5-536DB51E73AB}"/>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2913038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048E44-77D8-AF28-0AC4-B41104FAD93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C67D4A0-70C5-E02C-FE63-BAFA239154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30BCDA9-3273-9610-57AA-45F0E242E47C}"/>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F5185B8-B2C2-E92C-82A5-7FDD667B41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CC05A3-A219-11A5-86A1-A3CB4954186D}"/>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2809430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C870E8-AF2C-B2D0-9FB0-06C3D723AD5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2914129-FE3F-AB3C-7581-5AC84933902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5C7E570-5823-D5D5-057A-4D675725E9F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DB82556-9199-E9BE-7624-85D8325995F2}"/>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57CF5EC2-5A28-F3C0-8CF2-D1174FB99AA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2F917E1-83E1-A4EB-61ED-03333105B533}"/>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3220930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FA3D8F-F93E-F1F4-FF93-D037ACD6BEA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5CFF8BA-BC07-E84B-0883-140159509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984593D-F0B6-422A-C776-6E2EC589B2E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DAF378-77C6-8DC7-2685-692667127A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48EB893-88F1-9C63-5C59-14C794BBB8E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7992A-B4A0-4D87-C23B-C05229E7AAB3}"/>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1B425575-80E8-C17A-B8FA-483D33FFACD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885FBD3-1A23-F22F-E8E4-6EA689C49192}"/>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2488588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36FA70-55C8-43AA-12D6-553ED31181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E840B18-5C0E-05E2-53FD-233630494661}"/>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EB78B92D-1CC7-4663-3B66-410AFAB168E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9EC0266-D04E-7CB8-3E6B-605249C285C9}"/>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382989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DD0E415-6150-419A-959E-E8E3147A07C6}"/>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8326947D-1577-7D71-0393-5329CC455DB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9EE0A6E-2455-401C-27E0-8D0CE7B7603B}"/>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2986308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A90CF-8C3C-9A9E-4DE7-05957A0254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34627A3-511D-9123-7381-4895BEDACB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C693824-A8E6-03E1-C3A4-C014A1E2A6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3EC972-5C64-718C-755D-E43E3966B6EB}"/>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F6FECB4D-B35B-FEC0-C6D2-0DD9431CE7C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A47EE1-EA9C-D3E1-1D45-5E82E340A045}"/>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154172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CDA3A6-6FE3-6336-330C-A491E217D34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F212FA7-3B6F-D17E-24B6-7E39E6492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96784A95-2B9C-A319-90CA-18E27B8DF2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2918389-1274-58B1-CA50-BD25CC8FD613}"/>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7A3C0A5D-FA60-A5BF-6072-063662340E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210482-0DC3-CC61-FF09-7B1A7EA56405}"/>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2717132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427E14-6813-650D-8145-AB95389E734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2B73596-D98A-1C7B-E432-6DC64B27136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BB3A43-DDE9-FAB7-93A8-7A9E0FD45B0E}"/>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39EAABD-4078-8472-8A13-6126413A2B2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8A6195-8E36-95B8-67AF-9E5D21D227CE}"/>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2892695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5543F39-996D-3C82-AFD8-B0A65BA471B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2FC09BD-59C9-1C1F-3313-CF9913B4986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5278FF2-6635-F46F-3E10-0D87E6851FE7}"/>
              </a:ext>
            </a:extLst>
          </p:cNvPr>
          <p:cNvSpPr>
            <a:spLocks noGrp="1"/>
          </p:cNvSpPr>
          <p:nvPr>
            <p:ph type="dt" sz="half" idx="10"/>
          </p:nvPr>
        </p:nvSpPr>
        <p:spPr/>
        <p:txBody>
          <a:bodyPr/>
          <a:lstStyle/>
          <a:p>
            <a:fld id="{C3739A6C-67AE-459C-8460-F66A16115B7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5749F146-740B-6DD1-A286-FF4A55E34B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264E1E-CB18-FA8A-59A1-ACAE86FF9A05}"/>
              </a:ext>
            </a:extLst>
          </p:cNvPr>
          <p:cNvSpPr>
            <a:spLocks noGrp="1"/>
          </p:cNvSpPr>
          <p:nvPr>
            <p:ph type="sldNum" sz="quarter" idx="12"/>
          </p:nvPr>
        </p:nvSpPr>
        <p:spPr/>
        <p:txBody>
          <a:body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3581930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B9B9D-7C10-F56F-1B8C-D4BF530262C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1781AE7-41DE-B6C0-44D4-2678E03E32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A40C264-1471-8C06-94F3-F4E0C4EB7F5E}"/>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AB9A284-8FB3-2298-6A44-A1374049BFC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FF7636-811C-1B86-6E03-C888599CAA74}"/>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1455634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70A71B-FEF8-CDA7-573D-3E283A07105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A2A085-2180-0CCE-3CFD-84BABC460AA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F1B2AE-1EC9-B43A-A705-3AEBB024902E}"/>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D939CABF-3E27-2533-C2F6-46014AE7F4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4D35F3-E7C2-51E8-A626-8705E9754B4C}"/>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3455909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C6674D-8C03-496F-701C-71E0AA95495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552CBD8-F189-ED54-6E85-97ACD7560D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634DFF8-B65D-4B0F-DA89-78D8DDBE5A63}"/>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D8C04BBB-F611-0BBB-61C9-A37A63F4D1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E1D77C-9EA8-478C-F1A0-BEC1F6CF6C15}"/>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11742597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A0939B-C096-8655-7265-21C19B31FA3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1542137-2982-9801-2A1D-340D14B753C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B54591B-45D3-E686-5B2E-08337DD247F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7B1DBEC-BFC8-A8F8-635E-57F51B10D50A}"/>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955AFE2A-8C81-E327-0233-C2D0668B253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B30B9AD-B2ED-12B6-3082-C396256D1BD3}"/>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2612640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145BB-2C27-F146-72EF-4437FD3079A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36A37BF-00BA-B2B4-B1AC-5AAF0157B5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7890214-60DF-D586-20F8-C2691F96B1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D4B08CD-6E18-5811-1253-FC5705341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D2122BC-5E86-99AD-23D0-29C0E44820F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74E405D-8162-C95F-AF45-1E2CFCFCD234}"/>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343F9E88-7F4D-57EB-A325-D773B49BC96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B5354C1-E259-B105-57CD-2D31D23AD39B}"/>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19558789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1A453F-3055-2B54-019C-46DADD97830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CA57A34-4533-2D1D-FD0F-51825213DF64}"/>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4DFB550C-5014-0AA1-FA7D-6C5966AB9DE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CCCE0B1-64A9-F43D-FE29-A906C12908CB}"/>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7952881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854F77C-D7B6-C5E3-D489-BC19C06A5120}"/>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8954A821-F15D-05FD-1B40-961FB688568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32B783-2D64-39C7-216A-63F37882DA95}"/>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30446742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A0ACA5-88B4-5F01-71AE-9D886E05D52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8015AFE-F3E6-39AF-EA21-5DFEB3BA89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D1FA7D1-A478-6814-ED4A-7A9AED71F0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DFFC21F-9266-C813-3BDE-0AF9CC79BA67}"/>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94762327-1BED-34A3-85BC-3D6E3438B4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BBEEE1E-AF0C-AA8F-FA79-84F92E863101}"/>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3067711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D544F4-C69C-3A69-D1F1-B3D19A7FAD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C484F1-A80C-B83C-CCA2-047905896F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526EEE8-BC60-CFE2-95E8-267BCA1AAC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DD5B1E-D9F5-3E93-217E-C2EE4834401B}"/>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11BB45F8-1F35-77BB-6D8D-569A5F7E2D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8704C29-45B3-9333-F825-02695F8133D2}"/>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36013998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473F9D-3510-8F5A-FF91-AC1199D5D47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386D2D-C029-26A3-6C42-FF950D1C708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0047187-AE17-CC50-F230-D868BED74F97}"/>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8965C3B-8732-79B0-8396-3890E230BC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D5E7AE9-735B-943C-031A-0525984AB387}"/>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1473180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D9259C3-01B4-78C7-5569-814F99C6A92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37B4950-C281-8318-63B1-285E89076B1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08222BC-4836-B60D-E355-C170A00B70D5}"/>
              </a:ext>
            </a:extLst>
          </p:cNvPr>
          <p:cNvSpPr>
            <a:spLocks noGrp="1"/>
          </p:cNvSpPr>
          <p:nvPr>
            <p:ph type="dt" sz="half" idx="10"/>
          </p:nvPr>
        </p:nvSpPr>
        <p:spPr/>
        <p:txBody>
          <a:bodyPr/>
          <a:lstStyle/>
          <a:p>
            <a:fld id="{3BF2C56F-C4F4-4FCB-B4B1-C9C7B2E3D02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F34BEF94-411B-EA88-90E7-67C56A9593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E7185F-31A9-4828-CA19-EC7344F72105}"/>
              </a:ext>
            </a:extLst>
          </p:cNvPr>
          <p:cNvSpPr>
            <a:spLocks noGrp="1"/>
          </p:cNvSpPr>
          <p:nvPr>
            <p:ph type="sldNum" sz="quarter" idx="12"/>
          </p:nvPr>
        </p:nvSpPr>
        <p:spPr/>
        <p:txBody>
          <a:body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2468164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41E36B-DD28-C6E3-7B09-A4E10543899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8066ABA-77E1-A48F-999C-0D678D557B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939B9F-977C-DC4E-9257-D788BFE60483}"/>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7BB3EAF1-B941-ADC8-4CD9-C6B9A654ED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A4F70F-334C-8C26-6B85-452D1461E025}"/>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42703064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D1437-F9EA-57A7-E2DF-00E6DDA72F0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E72DA05-E910-FF54-231D-5D77F787512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2D16F8-E8A1-8F1A-0FCE-C85BF5CC9C6E}"/>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79B08696-3438-243B-1486-2BC31689D4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6D68B6-691C-3669-535F-8528C7311D73}"/>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39757148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C8DEC-E73B-5835-65B8-4A93FBB136B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756C4CB-8603-D532-A5ED-E727854B94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A729825-F6D2-8165-6578-46681E8EF96B}"/>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177FBE41-8C54-6A3B-6936-AFAC276B1F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3EDD35-9735-52F2-9DF4-160C60BDA338}"/>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6055779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D8CE6B-9BBB-0061-FB2B-569F48A3C15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AB528E6-6200-7F53-F063-2D4F700923B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5256A5B-9C9F-E704-9F17-D7164539761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0385E71-2C74-A669-9D3E-285BAD7BAE98}"/>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36117395-82EE-8BDA-911A-B1AFBB896B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D9499E3-82DC-C6DD-46B7-F5A9F6EF4FF5}"/>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17518629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588E12-5E5F-1C9F-3452-97061794914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50DD67D-B1F1-CE2B-077F-6D751C247C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03A953E-6008-6D20-E960-9092A6EF99D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EAC0429-8EF9-05A5-F2F6-4D5965109C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AC49FB6-3D5D-208D-A487-1A60B5D0A37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B95574E-C596-7121-41AA-3109398EE339}"/>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4AA4863E-3E52-FDBD-8DB4-1EE0D8A6A32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EAE9464-3D6F-E955-DBEC-76B30AD15C3C}"/>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3984125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4292ED-B68B-218A-6E3C-C40C220A196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82EC732-8412-C760-6669-9412D4E0B77F}"/>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36329EFF-5AB8-1FC1-154C-6B6E07DFF6F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E055B23-80FB-95B7-DAFC-652264512A9A}"/>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27840323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982FF1-22DF-E80F-989C-33A86506247D}"/>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5F297F26-FA81-3F61-2C6F-6FBD874043E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78A8100-FBD1-548F-2D03-C99ADF232CA3}"/>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30371078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8B514-CD75-E739-8834-7C69615AE4F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FBE6B7C-5420-4287-96D8-EE7F286738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61D11D1-1A6F-6089-0157-FB7FDB214E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3E0EE3C-259F-15F2-A71B-23B41785755A}"/>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0649828A-3B3A-DA61-48EB-37779EC15E1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E0006B-686B-A004-F927-5B6E56455AD8}"/>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1683497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2969B-4AC3-400F-7AD4-A75F2C0C5B9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2343604-8E0D-C75B-8977-DDD51AA2BC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0243124-B474-588A-130C-14ABA5BA64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F78A2D-961E-8DC1-A038-C98A0E88560B}"/>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349B695C-7594-01C6-78DA-3CD054AD3F7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E7E094-1A96-F287-2CCD-CF2DC9F38B7F}"/>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13716849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0E6EDC-D377-F3D0-79E0-47260588760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5403382-108F-C3E2-26CA-7A2263B0D4C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8AA68B6-6407-0C27-7751-CBEA1C98D0A8}"/>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B5A4E2EC-A11C-3B2E-849A-2D59844C25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948F79-671D-0261-FDA7-CFB7C1CDD3C2}"/>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35182662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83BE513-2FD2-8DCC-B7A3-779025FAA48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1472A87-DD82-15E7-2023-953173187F3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8220BF-6DE1-2F8B-BA76-51BA344A1D3B}"/>
              </a:ext>
            </a:extLst>
          </p:cNvPr>
          <p:cNvSpPr>
            <a:spLocks noGrp="1"/>
          </p:cNvSpPr>
          <p:nvPr>
            <p:ph type="dt" sz="half" idx="10"/>
          </p:nvPr>
        </p:nvSpPr>
        <p:spPr/>
        <p:txBody>
          <a:bodyPr/>
          <a:lstStyle/>
          <a:p>
            <a:fld id="{7FDB2FCB-E1DF-4C8E-91E7-BE93FC609F8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E27D619A-A130-7A4E-BB39-9708A12169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37BCD4-81BA-E4F5-9519-F4E633FD673B}"/>
              </a:ext>
            </a:extLst>
          </p:cNvPr>
          <p:cNvSpPr>
            <a:spLocks noGrp="1"/>
          </p:cNvSpPr>
          <p:nvPr>
            <p:ph type="sldNum" sz="quarter" idx="12"/>
          </p:nvPr>
        </p:nvSpPr>
        <p:spPr/>
        <p:txBody>
          <a:body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11653714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C5BD7F-F6CF-7A11-910F-9CFEF7F9AD8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2358C5A-9627-5BE9-8313-6AF5EA3C24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2995068-AF15-2764-1F41-2773E45F16A5}"/>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D9F96B3-1ED1-7F0B-6A35-2B1188F557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352814-D3CD-D49A-4EAD-E9D6990778DC}"/>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36536937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4F7722-0ACD-9A7F-2650-2EE9A4EEA0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F1ADB56-476F-9BA9-92DC-30790CB054B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4B4420-749A-5B03-510A-105F76F37039}"/>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A68808B6-3108-17D5-939F-8EAF344949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1638A9-31DC-895E-4BDD-6B66A12F090B}"/>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32789311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26A7E2-5545-7F4C-C763-004EF528148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546BDB6-6AB3-5098-3FD2-884749248B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42FBD6C-AC01-B705-9BD2-36A671427794}"/>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088A44F5-6102-1917-6D5D-8334A901E4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AD6EDB1-4887-A99A-E104-25E1917FE803}"/>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32421297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02720F-DC28-630C-6316-E1CC019D32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627F30-2ADB-A2E4-BD3A-EEE507CDA6A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5B9E42B-5327-6D57-8DD1-A3706B92B62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67555C1-928E-2127-6A08-6522C5C0AE4E}"/>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EB6F604B-9F8B-C856-688A-C4246E7D792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11A528-9B8E-6C17-C69F-3BE581014299}"/>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17570470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44474D-E59A-A1EC-C27E-397B35CD57F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42CADC-9D19-3C3A-3D5D-F995513957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2688220-9D17-256C-6DAE-DAD427F0B08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F768154-8F33-207C-9695-1600136BA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81EC1D-D342-01DE-109E-23686AC3A29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60AB02A-D52F-4F92-B221-D2B8C4A2273D}"/>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5EAFC9DA-9398-3461-CA28-A125B014275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8767C3-7F27-DD04-7A39-5C6D8464B407}"/>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4711153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CBDD2A-D016-8420-B0C9-7BC81341593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B9D673B-FC3A-8E3B-3CF5-B6F729DB0036}"/>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56DE8C11-AD73-CCFE-278C-D56004B38F8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FCAF7-034D-B8B5-B4B4-EE34C670E473}"/>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6256177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E80FB3D-B6D6-4EAE-BD52-52CC52000942}"/>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6DFEFDE7-7FAA-5CBD-9F83-968FF9AD3B2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91B3A26-872B-2AB2-B208-C97B85C0F85D}"/>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34014157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0C50F6-353D-C0AE-3545-BB8C5D93DB4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240EEDD-595C-40B7-206F-4BB873793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65C4338-5FCD-C299-4E95-1760FAA00C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16A68E2-ED92-3AC4-ED26-E159B411FDF1}"/>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04A54498-E7E1-7C84-2830-40CB179A0D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CBB03F-6265-CBA2-F2AF-02E247E8A6FE}"/>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9070922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FF03EB-359B-EBB3-2483-7A3E88ABB8C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FC4B016-2BFC-00B9-79D2-C1F04E9389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FBECDD4-E8BE-A3D8-3023-498ABF68E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A7FF582-C00A-37E5-B68F-7CA5B30C74FE}"/>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10E0F128-06B3-75D3-C51E-4D258978A63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CDF3FB-DCBE-AC6C-A737-F308F935CD4E}"/>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23184137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26B73-1FF8-DA53-447F-F3C3A83F694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7F1B411-7707-10AB-390E-E307B932A77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25B8C86-560F-F6AA-64AB-AB9C1E01C31A}"/>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6783F026-B42C-1A1C-C20A-8BC7F691AE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D5DC98B-F0EB-ECCF-A949-5BA2D19EA784}"/>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13782792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7CECBA-BFF3-1CCF-46AD-CDBB95E2E9C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3AA2916-D069-599D-FCF8-914E4FD11A8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F4E953E-7233-DCCC-65AA-94346C98AF6F}"/>
              </a:ext>
            </a:extLst>
          </p:cNvPr>
          <p:cNvSpPr>
            <a:spLocks noGrp="1"/>
          </p:cNvSpPr>
          <p:nvPr>
            <p:ph type="dt" sz="half" idx="10"/>
          </p:nvPr>
        </p:nvSpPr>
        <p:spPr/>
        <p:txBody>
          <a:bodyPr/>
          <a:lstStyle/>
          <a:p>
            <a:fld id="{B0988107-3619-495E-A3E4-ABFC8BAB67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502547F1-F75C-A705-CC10-C350B8EA8A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4CA77E-97BE-CE61-B350-7A91130A6EC6}"/>
              </a:ext>
            </a:extLst>
          </p:cNvPr>
          <p:cNvSpPr>
            <a:spLocks noGrp="1"/>
          </p:cNvSpPr>
          <p:nvPr>
            <p:ph type="sldNum" sz="quarter" idx="12"/>
          </p:nvPr>
        </p:nvSpPr>
        <p:spPr/>
        <p:txBody>
          <a:body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3040916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B1D8E-2265-762A-E2BB-85DEBA6F867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490650-78CC-BC7A-347E-AA16FFFF60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D430C77-C119-BF7B-C490-D7A404D861C1}"/>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5492AD4-78BA-9BDE-0AEC-D4BDE52BA9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8DFA4E7-B0E1-BC64-E6D3-7D726863AEC2}"/>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16579383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5543FC-EF94-B9E9-B2C3-B0656CCF190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850A0C4-D123-6070-0B4B-087B47B5754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C10336-6BF9-9985-F569-3446CC25DC66}"/>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AA17DC15-9054-E53B-F3FD-AD725A6C70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B4E6A6-5007-CED6-4191-AC7FFD25731D}"/>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23241416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16F2C8-CA18-AD82-4E2A-704301C6EE9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91B0ACF-AA6B-4CED-A923-64D3697AC5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7B7B131-08C5-60E1-10FC-49B5B485F42E}"/>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90AE652-A30C-1AA2-4F5B-B238C65D65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466E2E-F685-19B0-15D2-6567B04C2F26}"/>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37917787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94B280-9EE6-CDE4-CF7B-E336D4CB4D4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A778B3F-4F8E-26A4-9207-64442E1D875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F3AC04F-F0FE-AB60-8BCC-0E8AEFC7BE0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C3F540C-DA23-73EB-FF18-8FC0A4EB3909}"/>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A7C0853F-EEBE-C6B3-9FED-DE30F35EF1B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6C9E118-16A3-FDCC-AA5F-C385B61AF3A6}"/>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17802180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ECD764-FFE9-65AC-A68A-0876C7FC659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47BD579-C9A3-9FE2-7B47-2BE687B546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C970BE6-EFE2-3D48-51F1-B0114EF698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7B2F7FC-1CE9-6029-0C4C-922B208613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3CC33DC-87C0-05FE-7B08-D07E3543AFF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5B373A3-2575-2881-C314-22B8402A5A94}"/>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BD09649F-56EE-9950-D83A-5CE393E999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ADF2DB4-00AD-80D5-B714-86081FE43DAB}"/>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15901257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E7E0A1-3C44-3B37-2A88-A0A9716C4EA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EC31E3B-D526-B210-2A78-539AB85CE3D1}"/>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3B5342BE-07AA-9AE1-566A-6C275E6B7BA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0C1A41C-3A3B-37F1-FEEB-1EDEE154EFD9}"/>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37251854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94BE84E-ED8A-0692-9C69-5C38A216DC20}"/>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CE401C61-C1BC-1F8D-960B-C14EA0DE3B6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C4997FA-4AE8-5127-EBFC-A66DC0608DA6}"/>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10609377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70C2E5-A174-00BF-D389-56D5CF5F630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B2C4078-73D4-B775-6C2D-682B957DF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0114726-D58A-07FE-3806-17375370FB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D2B3B1-DF4F-21E5-4B37-9429DDF932CF}"/>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C12B0731-A22A-259F-001A-2514C4ABB06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54B2C1-B862-2DFA-B2E3-C2F80AC140A7}"/>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23372014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FA57D-B202-8FD8-2B74-59153ACFC15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794CFAE-9B41-3FC4-EE8C-D0BB9BFFC0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70C2375-F00A-5496-A209-36B32C2CE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4C1F66-E69A-A2EC-16BA-A8714B664501}"/>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335F1661-3284-54A9-BF32-318D304E22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3844FC-B1B9-217E-ED15-9E6E44304515}"/>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5831618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80FFBB-1A5F-2065-B83B-6F234AF488A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8D2FC13-824F-E3D9-BD1F-E2729708793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EC51134-8B69-C8DE-034E-65ED3B71E895}"/>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F04F8DA7-EF08-C30B-61F3-A19E8ED4EC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D70FE0-C637-00D8-7E3B-14D1DDAD6D7A}"/>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263883773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AD1AD1C-6B35-59E9-5923-569E98C487B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DF5D635-BACF-4EB7-92C9-AF890187000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759308-B8FE-DD2C-8CB2-3584D1E07865}"/>
              </a:ext>
            </a:extLst>
          </p:cNvPr>
          <p:cNvSpPr>
            <a:spLocks noGrp="1"/>
          </p:cNvSpPr>
          <p:nvPr>
            <p:ph type="dt" sz="half" idx="10"/>
          </p:nvPr>
        </p:nvSpPr>
        <p:spPr/>
        <p:txBody>
          <a:bodyPr/>
          <a:lstStyle/>
          <a:p>
            <a:fld id="{9FC27DA4-9B48-4BA1-8BD3-588962F1D78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031AEC0-AC17-098C-12B2-6C2F677409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09AA496-98D4-B2F0-6F1A-71E9719B8430}"/>
              </a:ext>
            </a:extLst>
          </p:cNvPr>
          <p:cNvSpPr>
            <a:spLocks noGrp="1"/>
          </p:cNvSpPr>
          <p:nvPr>
            <p:ph type="sldNum" sz="quarter" idx="12"/>
          </p:nvPr>
        </p:nvSpPr>
        <p:spPr/>
        <p:txBody>
          <a:body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517997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2620C-5960-63FA-765F-BE727AD0CBF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F78DC9E-F388-7431-858F-2004CBC98D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2B2C90-3DA0-214A-9DDA-4648DBCCEE93}"/>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CC8332B-C9D8-22E2-10B7-20F251C332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1F615B-9588-0BE7-6755-230424BB33FC}"/>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2177294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E0C40-4100-8069-B5CB-1B75392824C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75E1E6-6510-1BAA-1357-BD56A3FFE48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B88F3E-6CA2-3401-C0C5-5D33E3B9A609}"/>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05B1489A-9FBA-07A0-7B88-B2CBC640F08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D114DE-6762-4BB5-3AA1-40090DA63EF8}"/>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4390716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505E9-E386-427B-FBD8-7421D09C0C3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BDE01D7-6DA0-AA6A-A509-8C5C47E71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1B0F550-720F-1BEF-7FA9-DF2F28E34BA0}"/>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04C77D2-9DFE-42AD-264D-BF1307273E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B48576-4778-765E-941E-516E067D78CE}"/>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5046832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28904-E8C0-08C2-A03B-531033E5E4E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A762E8-94BF-6E7F-CF51-2DDFC0AD30E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9BDA41E-5BE3-E1AD-F248-EAE96B14255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A9F5659-DD0A-F291-ECFC-1948A4D8857E}"/>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0CFF45F6-2387-8D50-C5DC-18697A3A65D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6524643-B369-4C92-28D2-165B1D7688A9}"/>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23717437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AFA06-96F0-03D8-AC3E-CB99E627DF2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0310276-A237-7EB4-485E-C0BC771E01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02A4967-5573-5B82-941C-DACA97731CD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B1B2E94-8398-7FB9-52F4-5B0A76690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412D260-1BE7-FEA8-DF10-7B923EE3425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F389B42-8EC1-66CC-3BF0-5296A86120B4}"/>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64FE1C56-0331-25CD-E9F0-434FB597EF9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F98E184-AA11-DD2D-79DB-809C8822E2B6}"/>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20854064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8CCA7D-C0F0-1F09-C78A-B60447CD62D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35536DD-7464-8A74-C67E-45C5A3C46958}"/>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270C1530-D950-4B16-C0C1-369A58D2C14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E8B481C-BB19-1AF1-70F0-D0FFD61EB6ED}"/>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7642889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CCCB70-1371-6BDC-85A2-C8C5FB8A1C79}"/>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EF03A646-BEA5-A293-F55B-3E8574890D7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2A95F61-46B2-C37A-A7AF-0BC0A2357E09}"/>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9735033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0FFE6F-7ECB-369A-6EAB-6FB05A5BC99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3F4F7A8-B08C-424D-5A56-CCB5C70316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90D8AE9-3B28-5EA7-6698-73CF54E361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752D1B0-CA92-40B0-0C24-B607FCC48B83}"/>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E95DDEBE-A6EE-BE1D-37AF-F68A0AE53A3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27E0FDB-9934-BF22-9F3F-DEF3C3AFE7CE}"/>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350904813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236AE1-DCB7-01C4-D26A-C834C92436F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CEE4790-4C87-7292-AB2D-049A09686F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A7E160A-0404-59C0-2D83-6ACA4785C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6A14D25-F900-222F-BF9C-E4EBB921B8CB}"/>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EF6F1649-4BE3-EEB4-CC82-E9E1BD31D24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0DC2143-69FD-E9FE-E326-497572FC6A56}"/>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427807629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653A24-F1AE-FD69-6F2B-882979BEC3F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9AAEC1C-BE12-5878-2738-B0437CC9B69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E6470F-BD60-6420-EA8D-31DCB02DCBCA}"/>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A2AB5845-E2EF-D2F4-0178-EE983BF37D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7E45A4-92E1-759B-234B-1954E6CC3398}"/>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330679122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1EE5547-D5E2-1841-FADF-6E672E0CCD1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C1EB7A-ED04-6CC3-05CB-E48733807D2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6131AA-89C5-2892-6533-0295FFBF8E0B}"/>
              </a:ext>
            </a:extLst>
          </p:cNvPr>
          <p:cNvSpPr>
            <a:spLocks noGrp="1"/>
          </p:cNvSpPr>
          <p:nvPr>
            <p:ph type="dt" sz="half" idx="10"/>
          </p:nvPr>
        </p:nvSpPr>
        <p:spPr/>
        <p:txBody>
          <a:bodyPr/>
          <a:lstStyle/>
          <a:p>
            <a:fld id="{0B92ADF1-9236-44ED-9EB1-6CD24CC7F3D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A014D1CA-1D1C-11C2-0DB8-B4D640056F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E70D51-2F8E-CFCA-0524-A56C2B64CBC7}"/>
              </a:ext>
            </a:extLst>
          </p:cNvPr>
          <p:cNvSpPr>
            <a:spLocks noGrp="1"/>
          </p:cNvSpPr>
          <p:nvPr>
            <p:ph type="sldNum" sz="quarter" idx="12"/>
          </p:nvPr>
        </p:nvSpPr>
        <p:spPr/>
        <p:txBody>
          <a:body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59481687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67CFB-C97D-6BA6-93A3-FAB503E273F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246B49A-6E8B-727A-DFE3-03A0B25C28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915CB08-1EEC-7F25-B250-6B6DDC37E426}"/>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4279378-743C-1D38-B636-77543F75B6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5C1A9A-8F9C-CB51-E7E4-C9C38DD10A86}"/>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223494406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269290-B622-3F73-1115-7E90F757EAA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E88285B-4AE9-483B-986F-47531981C75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B3A0B9-4C99-BFFD-3228-B119E55D69C2}"/>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F033FA3-4668-656A-B412-DC39EFF7463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9B1D33-748F-FFC4-DB4B-656813B258E4}"/>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35176365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CE8CF0-3FD5-A47E-8723-4212B79069A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0023EBB-5B7F-F9D1-E7CD-871795CF26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FB5F15-DE5F-54D9-5378-731665C6B82B}"/>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91CBE98-0438-9381-6ACE-7F464629D1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53C66C-318C-F7CF-B38D-6D1D584603D2}"/>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41117108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CE0F33-957B-B4D3-EEB7-1DA61BB3C7A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6F885E1-64CC-F8AF-80F0-05E0FDEE6CE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5588496-0DF1-1AD2-0733-6F2BAE4A5DD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0166DBD-2DDE-6694-0B90-A51506415261}"/>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28C82730-900D-4F4A-0F59-8C8E2E97276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34076C-A594-ED6E-3FA8-41512F1522CB}"/>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8278034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A260A5-9121-FA0A-BA00-925F3DCE880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6BD97-8219-69D4-68F9-3E3D13A904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CF5A842-D271-0FD4-F71F-F97E271C2AB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31E1D93-32C8-9DE3-1D3A-FAE7C33695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7EFDA10-6DE1-2C94-658A-7A378410871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5F2E4AA-BE84-635D-3CAB-CD8C54133DCB}"/>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1D8CBB1A-C964-DB4D-B7DD-AC455FC9AC4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469C113-6A0E-2D50-492D-BCFA1F5512F8}"/>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10658414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74F7A-9DD8-09B7-630C-05D9D5DBE34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DA7093C-495A-36D0-7002-779E925CF2F2}"/>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8F225F46-C8FD-85BF-2768-F6B07ACD8EA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052B12A-D3D2-D69D-C20D-0B872012B8FF}"/>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273887988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231F6E-CE77-6EE7-5249-B51F22A40702}"/>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723BB75B-1341-0A0B-5A97-F2995A76795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0C2A58-B4A5-A9DF-B8C9-162CF30CB51D}"/>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105898518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5481BF-AFC9-51A4-51FE-D9A1A2E788B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B8F0F3F-D7A0-98E3-7293-562C268F13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27BEC78-E1DE-010E-BF2B-F10A9BAAE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74EDCD8-CA79-C535-ED8E-DEF0AFBC15CE}"/>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DB4BDEB3-1A9A-593D-BA7E-5DE20E0E394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ACD97A1-7F7C-2F21-08F7-41E7D3A2B498}"/>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269988215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ECE52A-2C13-CEEF-645F-78C9B04BC81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EB32513-419D-4812-F4F5-8DE92B07F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40AC306-6DF8-5818-4934-A35396D0AE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4FC727D-30D2-2547-B63D-4DE17AD910F5}"/>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36335C3C-336A-5FDC-5403-7F9A84E1CC4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AC99D6-A01D-12BD-C16B-6F52138E2FDA}"/>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299663210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00D15C-1D83-DB06-6B95-EB678B2DD58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7BEF1AE-1835-FF99-0646-F5B04A32911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988981-6F5C-6ECD-04E7-1AA42B12D25C}"/>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C604FB1-5653-FCBE-C33A-35C48B9141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B24C48F-DB06-7C65-7BE7-C6DD677CF12B}"/>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162541518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8C102C6-5E96-AEB0-D69E-631E9B8A309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07ADC0D-0B65-E10C-D806-76A3EEDDC15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763AB-1096-FD3B-C9DA-D11E12154348}"/>
              </a:ext>
            </a:extLst>
          </p:cNvPr>
          <p:cNvSpPr>
            <a:spLocks noGrp="1"/>
          </p:cNvSpPr>
          <p:nvPr>
            <p:ph type="dt" sz="half" idx="10"/>
          </p:nvPr>
        </p:nvSpPr>
        <p:spPr/>
        <p:txBody>
          <a:bodyPr/>
          <a:lstStyle/>
          <a:p>
            <a:fld id="{F20A60D1-D8CF-4B96-A1CD-EE35949BD0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1BD5697D-395C-B496-9C3E-91E4AE2C212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7D0EE8-D32C-548A-04AB-782858E76AAB}"/>
              </a:ext>
            </a:extLst>
          </p:cNvPr>
          <p:cNvSpPr>
            <a:spLocks noGrp="1"/>
          </p:cNvSpPr>
          <p:nvPr>
            <p:ph type="sldNum" sz="quarter" idx="12"/>
          </p:nvPr>
        </p:nvSpPr>
        <p:spPr/>
        <p:txBody>
          <a:body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329632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3483FB6-95D1-F0E8-F10C-8934F79333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C14AD40-C227-FDFB-64F2-476620D36E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6FA57A-005B-F7F7-38E4-28B9BCBD3F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739A6C-67AE-459C-8460-F66A16115B7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B0EF54A7-275E-5422-05FB-A172889D38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2834519-3FC2-B7BE-BC79-C5F7696DD1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307214-F27B-4757-A55F-C6AB53462D52}" type="slidenum">
              <a:rPr lang="zh-CN" altLang="en-US" smtClean="0"/>
              <a:t>‹#›</a:t>
            </a:fld>
            <a:endParaRPr lang="zh-CN" altLang="en-US"/>
          </a:p>
        </p:txBody>
      </p:sp>
    </p:spTree>
    <p:extLst>
      <p:ext uri="{BB962C8B-B14F-4D97-AF65-F5344CB8AC3E}">
        <p14:creationId xmlns:p14="http://schemas.microsoft.com/office/powerpoint/2010/main" val="3616021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C2FC624-3BB6-2B6B-9A03-02EAC9D45B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E9B20D9-339E-D4B3-372B-6E3F1AD88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1BB747-FD5D-AA5D-A0D8-58BCFE9633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F2C56F-C4F4-4FCB-B4B1-C9C7B2E3D02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0B56CD70-F618-4AFF-A765-7D6A706E2E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9674DB7D-895B-D6EF-ADB1-E410636AA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CDC53A-9347-44D0-8D04-B2D2FC7BBBBD}" type="slidenum">
              <a:rPr lang="zh-CN" altLang="en-US" smtClean="0"/>
              <a:t>‹#›</a:t>
            </a:fld>
            <a:endParaRPr lang="zh-CN" altLang="en-US"/>
          </a:p>
        </p:txBody>
      </p:sp>
    </p:spTree>
    <p:extLst>
      <p:ext uri="{BB962C8B-B14F-4D97-AF65-F5344CB8AC3E}">
        <p14:creationId xmlns:p14="http://schemas.microsoft.com/office/powerpoint/2010/main" val="34321197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30F46BA-0C18-B030-5CA4-FC48484B31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A14673-CEF1-2DAB-5395-B79DC4C451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309DDA-80E0-05C7-3A49-542C69C20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DB2FCB-E1DF-4C8E-91E7-BE93FC609F8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F6B3FB3-3EC5-7946-E4CA-9D60E73D15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D988BB7-F8E5-76F6-FE75-239854A9E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4053B-5280-4561-950D-39F3071AB04B}" type="slidenum">
              <a:rPr lang="zh-CN" altLang="en-US" smtClean="0"/>
              <a:t>‹#›</a:t>
            </a:fld>
            <a:endParaRPr lang="zh-CN" altLang="en-US"/>
          </a:p>
        </p:txBody>
      </p:sp>
    </p:spTree>
    <p:extLst>
      <p:ext uri="{BB962C8B-B14F-4D97-AF65-F5344CB8AC3E}">
        <p14:creationId xmlns:p14="http://schemas.microsoft.com/office/powerpoint/2010/main" val="229852680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A26A9A-51B4-CB25-7330-F04D20D0B4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B20D03A-3167-A836-166E-1DFD2D076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9E3A815-37E9-C981-FBEC-E3C3B1F23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988107-3619-495E-A3E4-ABFC8BAB67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5F08136-EB77-0AE3-5B5E-DC377E2829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03A85C95-B4F0-B176-5C5A-12440272AF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6183D3-D8B7-4219-8A59-EEC5F82C3304}" type="slidenum">
              <a:rPr lang="zh-CN" altLang="en-US" smtClean="0"/>
              <a:t>‹#›</a:t>
            </a:fld>
            <a:endParaRPr lang="zh-CN" altLang="en-US"/>
          </a:p>
        </p:txBody>
      </p:sp>
    </p:spTree>
    <p:extLst>
      <p:ext uri="{BB962C8B-B14F-4D97-AF65-F5344CB8AC3E}">
        <p14:creationId xmlns:p14="http://schemas.microsoft.com/office/powerpoint/2010/main" val="310360649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4AF4D64-490B-51AE-E586-90A78F5A4C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C226364-0511-DFFE-B9C6-4BD5753224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7D0F45-4688-1746-1E03-9AB7F0889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C27DA4-9B48-4BA1-8BD3-588962F1D78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E7C6463F-C4CD-6EC9-F49F-EFFE098F74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48ECDFA5-996D-EEF1-8E45-EEF4909AD0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4C1BA7-69FF-4421-AF08-0BF1765AB638}" type="slidenum">
              <a:rPr lang="zh-CN" altLang="en-US" smtClean="0"/>
              <a:t>‹#›</a:t>
            </a:fld>
            <a:endParaRPr lang="zh-CN" altLang="en-US"/>
          </a:p>
        </p:txBody>
      </p:sp>
    </p:spTree>
    <p:extLst>
      <p:ext uri="{BB962C8B-B14F-4D97-AF65-F5344CB8AC3E}">
        <p14:creationId xmlns:p14="http://schemas.microsoft.com/office/powerpoint/2010/main" val="33019987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6E702D1-73C8-55D0-2506-1E8CB1AE47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9EA80B-8DEB-5822-5C40-CA7CCE14D0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937F3A9-94C8-EDD2-FDF9-3B806535F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92ADF1-9236-44ED-9EB1-6CD24CC7F3D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4B651A2-8954-82C3-1E40-02F87BD82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55094977-6C3C-DC7B-2C9A-F80C424D71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B885AF-8937-4816-9D5D-652AC7827EF7}" type="slidenum">
              <a:rPr lang="zh-CN" altLang="en-US" smtClean="0"/>
              <a:t>‹#›</a:t>
            </a:fld>
            <a:endParaRPr lang="zh-CN" altLang="en-US"/>
          </a:p>
        </p:txBody>
      </p:sp>
    </p:spTree>
    <p:extLst>
      <p:ext uri="{BB962C8B-B14F-4D97-AF65-F5344CB8AC3E}">
        <p14:creationId xmlns:p14="http://schemas.microsoft.com/office/powerpoint/2010/main" val="19773148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CE0EEE3-F56C-E788-395B-2EE8DC8F16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90BE8CE-DF18-6C32-0F29-6216D6ABC5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56EEA25-C3AA-3499-B51C-460CE8970A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0A60D1-D8CF-4B96-A1CD-EE35949BD04C}"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58C3B24-6BD7-215F-1FF8-28178BC508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A71EB89E-A169-7FDA-6FFA-84F9DD9157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17790D-EF25-4A4F-91E3-8C45BE62A879}" type="slidenum">
              <a:rPr lang="zh-CN" altLang="en-US" smtClean="0"/>
              <a:t>‹#›</a:t>
            </a:fld>
            <a:endParaRPr lang="zh-CN" altLang="en-US"/>
          </a:p>
        </p:txBody>
      </p:sp>
    </p:spTree>
    <p:extLst>
      <p:ext uri="{BB962C8B-B14F-4D97-AF65-F5344CB8AC3E}">
        <p14:creationId xmlns:p14="http://schemas.microsoft.com/office/powerpoint/2010/main" val="383695206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1.png"/><Relationship Id="rId1" Type="http://schemas.openxmlformats.org/officeDocument/2006/relationships/customXml" Target="../../customXml/item3.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xml.rels><?xml version="1.0" encoding="UTF-8" standalone="yes"?>
<Relationships xmlns="http://schemas.openxmlformats.org/package/2006/relationships"><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tags" Target="../tags/tag42.xml"/><Relationship Id="rId3" Type="http://schemas.openxmlformats.org/officeDocument/2006/relationships/tags" Target="../tags/tag19.xml"/><Relationship Id="rId21" Type="http://schemas.openxmlformats.org/officeDocument/2006/relationships/tags" Target="../tags/tag37.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tags" Target="../tags/tag41.xml"/><Relationship Id="rId33" Type="http://schemas.openxmlformats.org/officeDocument/2006/relationships/image" Target="../media/image1.png"/><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tags" Target="../tags/tag36.xml"/><Relationship Id="rId29" Type="http://schemas.openxmlformats.org/officeDocument/2006/relationships/tags" Target="../tags/tag45.xml"/><Relationship Id="rId1" Type="http://schemas.openxmlformats.org/officeDocument/2006/relationships/customXml" Target="../../customXml/item4.x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tags" Target="../tags/tag40.xml"/><Relationship Id="rId32" Type="http://schemas.openxmlformats.org/officeDocument/2006/relationships/notesSlide" Target="../notesSlides/notesSlide2.xml"/><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tags" Target="../tags/tag39.xml"/><Relationship Id="rId28" Type="http://schemas.openxmlformats.org/officeDocument/2006/relationships/tags" Target="../tags/tag44.xml"/><Relationship Id="rId10" Type="http://schemas.openxmlformats.org/officeDocument/2006/relationships/tags" Target="../tags/tag26.xml"/><Relationship Id="rId19" Type="http://schemas.openxmlformats.org/officeDocument/2006/relationships/tags" Target="../tags/tag35.xml"/><Relationship Id="rId31" Type="http://schemas.openxmlformats.org/officeDocument/2006/relationships/slideLayout" Target="../slideLayouts/slideLayout7.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38.xml"/><Relationship Id="rId27" Type="http://schemas.openxmlformats.org/officeDocument/2006/relationships/tags" Target="../tags/tag43.xml"/><Relationship Id="rId30" Type="http://schemas.openxmlformats.org/officeDocument/2006/relationships/tags" Target="../tags/tag46.xml"/><Relationship Id="rId8" Type="http://schemas.openxmlformats.org/officeDocument/2006/relationships/tags" Target="../tags/tag24.xml"/></Relationships>
</file>

<file path=ppt/slides/_rels/slide3.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26" Type="http://schemas.openxmlformats.org/officeDocument/2006/relationships/tags" Target="../tags/tag71.xml"/><Relationship Id="rId3" Type="http://schemas.openxmlformats.org/officeDocument/2006/relationships/tags" Target="../tags/tag48.xml"/><Relationship Id="rId21" Type="http://schemas.openxmlformats.org/officeDocument/2006/relationships/tags" Target="../tags/tag66.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tags" Target="../tags/tag70.xml"/><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29" Type="http://schemas.openxmlformats.org/officeDocument/2006/relationships/notesSlide" Target="../notesSlides/notesSlide3.xml"/><Relationship Id="rId1" Type="http://schemas.openxmlformats.org/officeDocument/2006/relationships/customXml" Target="../../customXml/item5.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tags" Target="../tags/tag69.xml"/><Relationship Id="rId32" Type="http://schemas.openxmlformats.org/officeDocument/2006/relationships/image" Target="../media/image4.svg"/><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tags" Target="../tags/tag68.xml"/><Relationship Id="rId28" Type="http://schemas.openxmlformats.org/officeDocument/2006/relationships/slideLayout" Target="../slideLayouts/slideLayout13.xml"/><Relationship Id="rId10" Type="http://schemas.openxmlformats.org/officeDocument/2006/relationships/tags" Target="../tags/tag55.xml"/><Relationship Id="rId19" Type="http://schemas.openxmlformats.org/officeDocument/2006/relationships/tags" Target="../tags/tag64.xml"/><Relationship Id="rId31" Type="http://schemas.openxmlformats.org/officeDocument/2006/relationships/image" Target="../media/image3.png"/><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tags" Target="../tags/tag67.xml"/><Relationship Id="rId27" Type="http://schemas.openxmlformats.org/officeDocument/2006/relationships/tags" Target="../tags/tag72.xml"/><Relationship Id="rId30" Type="http://schemas.openxmlformats.org/officeDocument/2006/relationships/image" Target="../media/image2.cc0"/></Relationships>
</file>

<file path=ppt/slides/_rels/slide4.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notesSlide" Target="../notesSlides/notesSlide4.xml"/><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slideLayout" Target="../slideLayouts/slideLayout29.xml"/><Relationship Id="rId2" Type="http://schemas.openxmlformats.org/officeDocument/2006/relationships/tags" Target="../tags/tag73.xml"/><Relationship Id="rId1" Type="http://schemas.openxmlformats.org/officeDocument/2006/relationships/customXml" Target="../../customXml/item6.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5" Type="http://schemas.openxmlformats.org/officeDocument/2006/relationships/image" Target="../media/image4.svg"/><Relationship Id="rId10" Type="http://schemas.openxmlformats.org/officeDocument/2006/relationships/tags" Target="../tags/tag81.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image" Target="../media/image3.png"/></Relationships>
</file>

<file path=ppt/slides/_rels/slide5.xml.rels><?xml version="1.0" encoding="UTF-8" standalone="yes"?>
<Relationships xmlns="http://schemas.openxmlformats.org/package/2006/relationships"><Relationship Id="rId13" Type="http://schemas.openxmlformats.org/officeDocument/2006/relationships/tags" Target="../tags/tag94.xml"/><Relationship Id="rId18" Type="http://schemas.openxmlformats.org/officeDocument/2006/relationships/tags" Target="../tags/tag99.xml"/><Relationship Id="rId26" Type="http://schemas.openxmlformats.org/officeDocument/2006/relationships/image" Target="../media/image7.png"/><Relationship Id="rId3" Type="http://schemas.openxmlformats.org/officeDocument/2006/relationships/tags" Target="../tags/tag84.xml"/><Relationship Id="rId21" Type="http://schemas.openxmlformats.org/officeDocument/2006/relationships/tags" Target="../tags/tag102.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5" Type="http://schemas.openxmlformats.org/officeDocument/2006/relationships/image" Target="../media/image6.svg"/><Relationship Id="rId33" Type="http://schemas.openxmlformats.org/officeDocument/2006/relationships/image" Target="../media/image4.svg"/><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tags" Target="../tags/tag101.xml"/><Relationship Id="rId29" Type="http://schemas.openxmlformats.org/officeDocument/2006/relationships/image" Target="../media/image10.svg"/><Relationship Id="rId1" Type="http://schemas.openxmlformats.org/officeDocument/2006/relationships/customXml" Target="../../customXml/item7.xml"/><Relationship Id="rId6" Type="http://schemas.openxmlformats.org/officeDocument/2006/relationships/tags" Target="../tags/tag87.xml"/><Relationship Id="rId11" Type="http://schemas.openxmlformats.org/officeDocument/2006/relationships/tags" Target="../tags/tag92.xml"/><Relationship Id="rId24" Type="http://schemas.openxmlformats.org/officeDocument/2006/relationships/image" Target="../media/image5.png"/><Relationship Id="rId32" Type="http://schemas.openxmlformats.org/officeDocument/2006/relationships/image" Target="../media/image3.png"/><Relationship Id="rId5" Type="http://schemas.openxmlformats.org/officeDocument/2006/relationships/tags" Target="../tags/tag86.xml"/><Relationship Id="rId15" Type="http://schemas.openxmlformats.org/officeDocument/2006/relationships/tags" Target="../tags/tag96.xml"/><Relationship Id="rId23" Type="http://schemas.openxmlformats.org/officeDocument/2006/relationships/notesSlide" Target="../notesSlides/notesSlide5.xml"/><Relationship Id="rId28" Type="http://schemas.openxmlformats.org/officeDocument/2006/relationships/image" Target="../media/image9.png"/><Relationship Id="rId10" Type="http://schemas.openxmlformats.org/officeDocument/2006/relationships/tags" Target="../tags/tag91.xml"/><Relationship Id="rId19" Type="http://schemas.openxmlformats.org/officeDocument/2006/relationships/tags" Target="../tags/tag100.xml"/><Relationship Id="rId31" Type="http://schemas.openxmlformats.org/officeDocument/2006/relationships/image" Target="../media/image12.svg"/><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 Id="rId22" Type="http://schemas.openxmlformats.org/officeDocument/2006/relationships/slideLayout" Target="../slideLayouts/slideLayout40.xml"/><Relationship Id="rId27" Type="http://schemas.openxmlformats.org/officeDocument/2006/relationships/image" Target="../media/image8.svg"/><Relationship Id="rId30" Type="http://schemas.openxmlformats.org/officeDocument/2006/relationships/image" Target="../media/image11.png"/><Relationship Id="rId8" Type="http://schemas.openxmlformats.org/officeDocument/2006/relationships/tags" Target="../tags/tag89.xml"/></Relationships>
</file>

<file path=ppt/slides/_rels/slide6.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tags" Target="../tags/tag114.xml"/><Relationship Id="rId18" Type="http://schemas.openxmlformats.org/officeDocument/2006/relationships/tags" Target="../tags/tag119.xml"/><Relationship Id="rId26" Type="http://schemas.openxmlformats.org/officeDocument/2006/relationships/image" Target="../media/image15.svg"/><Relationship Id="rId3" Type="http://schemas.openxmlformats.org/officeDocument/2006/relationships/tags" Target="../tags/tag104.xml"/><Relationship Id="rId21" Type="http://schemas.openxmlformats.org/officeDocument/2006/relationships/tags" Target="../tags/tag122.xml"/><Relationship Id="rId7" Type="http://schemas.openxmlformats.org/officeDocument/2006/relationships/tags" Target="../tags/tag108.xml"/><Relationship Id="rId12" Type="http://schemas.openxmlformats.org/officeDocument/2006/relationships/tags" Target="../tags/tag113.xml"/><Relationship Id="rId17" Type="http://schemas.openxmlformats.org/officeDocument/2006/relationships/tags" Target="../tags/tag118.xml"/><Relationship Id="rId25" Type="http://schemas.openxmlformats.org/officeDocument/2006/relationships/image" Target="../media/image14.png"/><Relationship Id="rId2" Type="http://schemas.openxmlformats.org/officeDocument/2006/relationships/tags" Target="../tags/tag103.xml"/><Relationship Id="rId16" Type="http://schemas.openxmlformats.org/officeDocument/2006/relationships/tags" Target="../tags/tag117.xml"/><Relationship Id="rId20" Type="http://schemas.openxmlformats.org/officeDocument/2006/relationships/tags" Target="../tags/tag121.xml"/><Relationship Id="rId29" Type="http://schemas.openxmlformats.org/officeDocument/2006/relationships/image" Target="../media/image18.png"/><Relationship Id="rId1" Type="http://schemas.openxmlformats.org/officeDocument/2006/relationships/customXml" Target="../../customXml/item8.xml"/><Relationship Id="rId6" Type="http://schemas.openxmlformats.org/officeDocument/2006/relationships/tags" Target="../tags/tag107.xml"/><Relationship Id="rId11" Type="http://schemas.openxmlformats.org/officeDocument/2006/relationships/tags" Target="../tags/tag112.xml"/><Relationship Id="rId24" Type="http://schemas.openxmlformats.org/officeDocument/2006/relationships/image" Target="../media/image13.cc0"/><Relationship Id="rId32" Type="http://schemas.openxmlformats.org/officeDocument/2006/relationships/image" Target="../media/image4.svg"/><Relationship Id="rId5" Type="http://schemas.openxmlformats.org/officeDocument/2006/relationships/tags" Target="../tags/tag106.xml"/><Relationship Id="rId15" Type="http://schemas.openxmlformats.org/officeDocument/2006/relationships/tags" Target="../tags/tag116.xml"/><Relationship Id="rId23" Type="http://schemas.openxmlformats.org/officeDocument/2006/relationships/notesSlide" Target="../notesSlides/notesSlide6.xml"/><Relationship Id="rId28" Type="http://schemas.openxmlformats.org/officeDocument/2006/relationships/image" Target="../media/image17.svg"/><Relationship Id="rId10" Type="http://schemas.openxmlformats.org/officeDocument/2006/relationships/tags" Target="../tags/tag111.xml"/><Relationship Id="rId19" Type="http://schemas.openxmlformats.org/officeDocument/2006/relationships/tags" Target="../tags/tag120.xml"/><Relationship Id="rId31" Type="http://schemas.openxmlformats.org/officeDocument/2006/relationships/image" Target="../media/image3.png"/><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tags" Target="../tags/tag115.xml"/><Relationship Id="rId22" Type="http://schemas.openxmlformats.org/officeDocument/2006/relationships/slideLayout" Target="../slideLayouts/slideLayout46.xml"/><Relationship Id="rId27" Type="http://schemas.openxmlformats.org/officeDocument/2006/relationships/image" Target="../media/image16.png"/><Relationship Id="rId30"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tags" Target="../tags/tag129.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image" Target="../media/image4.svg"/><Relationship Id="rId2" Type="http://schemas.openxmlformats.org/officeDocument/2006/relationships/tags" Target="../tags/tag123.xml"/><Relationship Id="rId1" Type="http://schemas.openxmlformats.org/officeDocument/2006/relationships/customXml" Target="../../customXml/item9.xml"/><Relationship Id="rId6" Type="http://schemas.openxmlformats.org/officeDocument/2006/relationships/tags" Target="../tags/tag127.xml"/><Relationship Id="rId11" Type="http://schemas.openxmlformats.org/officeDocument/2006/relationships/image" Target="../media/image3.png"/><Relationship Id="rId5" Type="http://schemas.openxmlformats.org/officeDocument/2006/relationships/tags" Target="../tags/tag126.xml"/><Relationship Id="rId10" Type="http://schemas.openxmlformats.org/officeDocument/2006/relationships/notesSlide" Target="../notesSlides/notesSlide7.xml"/><Relationship Id="rId4" Type="http://schemas.openxmlformats.org/officeDocument/2006/relationships/tags" Target="../tags/tag125.xml"/><Relationship Id="rId9" Type="http://schemas.openxmlformats.org/officeDocument/2006/relationships/slideLayout" Target="../slideLayouts/slideLayout62.xml"/></Relationships>
</file>

<file path=ppt/slides/_rels/slide8.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tags" Target="../tags/tag141.xml"/><Relationship Id="rId18" Type="http://schemas.openxmlformats.org/officeDocument/2006/relationships/tags" Target="../tags/tag146.xml"/><Relationship Id="rId26" Type="http://schemas.openxmlformats.org/officeDocument/2006/relationships/tags" Target="../tags/tag154.xml"/><Relationship Id="rId3" Type="http://schemas.openxmlformats.org/officeDocument/2006/relationships/tags" Target="../tags/tag131.xml"/><Relationship Id="rId21" Type="http://schemas.openxmlformats.org/officeDocument/2006/relationships/tags" Target="../tags/tag149.xml"/><Relationship Id="rId7" Type="http://schemas.openxmlformats.org/officeDocument/2006/relationships/tags" Target="../tags/tag135.xml"/><Relationship Id="rId12" Type="http://schemas.openxmlformats.org/officeDocument/2006/relationships/tags" Target="../tags/tag140.xml"/><Relationship Id="rId17" Type="http://schemas.openxmlformats.org/officeDocument/2006/relationships/tags" Target="../tags/tag145.xml"/><Relationship Id="rId25" Type="http://schemas.openxmlformats.org/officeDocument/2006/relationships/tags" Target="../tags/tag153.xml"/><Relationship Id="rId2" Type="http://schemas.openxmlformats.org/officeDocument/2006/relationships/tags" Target="../tags/tag130.xml"/><Relationship Id="rId16" Type="http://schemas.openxmlformats.org/officeDocument/2006/relationships/tags" Target="../tags/tag144.xml"/><Relationship Id="rId20" Type="http://schemas.openxmlformats.org/officeDocument/2006/relationships/tags" Target="../tags/tag148.xml"/><Relationship Id="rId29" Type="http://schemas.openxmlformats.org/officeDocument/2006/relationships/image" Target="../media/image3.png"/><Relationship Id="rId1" Type="http://schemas.openxmlformats.org/officeDocument/2006/relationships/customXml" Target="../../customXml/item10.xml"/><Relationship Id="rId6" Type="http://schemas.openxmlformats.org/officeDocument/2006/relationships/tags" Target="../tags/tag134.xml"/><Relationship Id="rId11" Type="http://schemas.openxmlformats.org/officeDocument/2006/relationships/tags" Target="../tags/tag139.xml"/><Relationship Id="rId24" Type="http://schemas.openxmlformats.org/officeDocument/2006/relationships/tags" Target="../tags/tag152.xml"/><Relationship Id="rId5" Type="http://schemas.openxmlformats.org/officeDocument/2006/relationships/tags" Target="../tags/tag133.xml"/><Relationship Id="rId15" Type="http://schemas.openxmlformats.org/officeDocument/2006/relationships/tags" Target="../tags/tag143.xml"/><Relationship Id="rId23" Type="http://schemas.openxmlformats.org/officeDocument/2006/relationships/tags" Target="../tags/tag151.xml"/><Relationship Id="rId28" Type="http://schemas.openxmlformats.org/officeDocument/2006/relationships/notesSlide" Target="../notesSlides/notesSlide8.xml"/><Relationship Id="rId10" Type="http://schemas.openxmlformats.org/officeDocument/2006/relationships/tags" Target="../tags/tag138.xml"/><Relationship Id="rId19" Type="http://schemas.openxmlformats.org/officeDocument/2006/relationships/tags" Target="../tags/tag147.xml"/><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tags" Target="../tags/tag142.xml"/><Relationship Id="rId22" Type="http://schemas.openxmlformats.org/officeDocument/2006/relationships/tags" Target="../tags/tag150.xml"/><Relationship Id="rId27" Type="http://schemas.openxmlformats.org/officeDocument/2006/relationships/slideLayout" Target="../slideLayouts/slideLayout68.xml"/><Relationship Id="rId30"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tags" Target="../tags/tag161.xml"/><Relationship Id="rId13" Type="http://schemas.openxmlformats.org/officeDocument/2006/relationships/tags" Target="../tags/tag166.xml"/><Relationship Id="rId18" Type="http://schemas.openxmlformats.org/officeDocument/2006/relationships/slideLayout" Target="../slideLayouts/slideLayout7.xml"/><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tags" Target="../tags/tag165.xml"/><Relationship Id="rId17" Type="http://schemas.openxmlformats.org/officeDocument/2006/relationships/tags" Target="../tags/tag170.xml"/><Relationship Id="rId2" Type="http://schemas.openxmlformats.org/officeDocument/2006/relationships/tags" Target="../tags/tag155.xml"/><Relationship Id="rId16" Type="http://schemas.openxmlformats.org/officeDocument/2006/relationships/tags" Target="../tags/tag169.xml"/><Relationship Id="rId20" Type="http://schemas.openxmlformats.org/officeDocument/2006/relationships/image" Target="../media/image1.png"/><Relationship Id="rId1" Type="http://schemas.openxmlformats.org/officeDocument/2006/relationships/customXml" Target="../../customXml/item11.xml"/><Relationship Id="rId6" Type="http://schemas.openxmlformats.org/officeDocument/2006/relationships/tags" Target="../tags/tag159.xml"/><Relationship Id="rId11" Type="http://schemas.openxmlformats.org/officeDocument/2006/relationships/tags" Target="../tags/tag164.xml"/><Relationship Id="rId5" Type="http://schemas.openxmlformats.org/officeDocument/2006/relationships/tags" Target="../tags/tag158.xml"/><Relationship Id="rId15" Type="http://schemas.openxmlformats.org/officeDocument/2006/relationships/tags" Target="../tags/tag168.xml"/><Relationship Id="rId10" Type="http://schemas.openxmlformats.org/officeDocument/2006/relationships/tags" Target="../tags/tag163.xml"/><Relationship Id="rId19" Type="http://schemas.openxmlformats.org/officeDocument/2006/relationships/notesSlide" Target="../notesSlides/notesSlide9.xml"/><Relationship Id="rId4" Type="http://schemas.openxmlformats.org/officeDocument/2006/relationships/tags" Target="../tags/tag157.xml"/><Relationship Id="rId9" Type="http://schemas.openxmlformats.org/officeDocument/2006/relationships/tags" Target="../tags/tag162.xml"/><Relationship Id="rId14" Type="http://schemas.openxmlformats.org/officeDocument/2006/relationships/tags" Target="../tags/tag16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100000"/>
          </a:schemeClr>
        </a:solidFill>
        <a:effectLst/>
      </p:bgPr>
    </p:bg>
    <p:spTree>
      <p:nvGrpSpPr>
        <p:cNvPr id="1" name=""/>
        <p:cNvGrpSpPr/>
        <p:nvPr/>
      </p:nvGrpSpPr>
      <p:grpSpPr>
        <a:xfrm>
          <a:off x="0" y="0"/>
          <a:ext cx="0" cy="0"/>
          <a:chOff x="0" y="0"/>
          <a:chExt cx="0" cy="0"/>
        </a:xfrm>
      </p:grpSpPr>
      <p:sp>
        <p:nvSpPr>
          <p:cNvPr id="55" name="任意多边形: 形状 54">
            <a:extLst>
              <a:ext uri="{FF2B5EF4-FFF2-40B4-BE49-F238E27FC236}">
                <a16:creationId xmlns:a16="http://schemas.microsoft.com/office/drawing/2014/main" id="{EDB268C2-8AF1-3953-0AAA-97F8204D19F1}"/>
              </a:ext>
            </a:extLst>
          </p:cNvPr>
          <p:cNvSpPr/>
          <p:nvPr>
            <p:custDataLst>
              <p:tags r:id="rId3"/>
            </p:custDataLst>
          </p:nvPr>
        </p:nvSpPr>
        <p:spPr>
          <a:xfrm>
            <a:off x="5046676" y="-1"/>
            <a:ext cx="7145325" cy="5136264"/>
          </a:xfrm>
          <a:custGeom>
            <a:avLst/>
            <a:gdLst>
              <a:gd name="connsiteX0" fmla="*/ 0 w 7145325"/>
              <a:gd name="connsiteY0" fmla="*/ 0 h 5136264"/>
              <a:gd name="connsiteX1" fmla="*/ 7145325 w 7145325"/>
              <a:gd name="connsiteY1" fmla="*/ 0 h 5136264"/>
              <a:gd name="connsiteX2" fmla="*/ 7145325 w 7145325"/>
              <a:gd name="connsiteY2" fmla="*/ 2579627 h 5136264"/>
              <a:gd name="connsiteX3" fmla="*/ 4770705 w 7145325"/>
              <a:gd name="connsiteY3" fmla="*/ 5136264 h 5136264"/>
            </a:gdLst>
            <a:ahLst/>
            <a:cxnLst>
              <a:cxn ang="0">
                <a:pos x="connsiteX0" y="connsiteY0"/>
              </a:cxn>
              <a:cxn ang="0">
                <a:pos x="connsiteX1" y="connsiteY1"/>
              </a:cxn>
              <a:cxn ang="0">
                <a:pos x="connsiteX2" y="connsiteY2"/>
              </a:cxn>
              <a:cxn ang="0">
                <a:pos x="connsiteX3" y="connsiteY3"/>
              </a:cxn>
            </a:cxnLst>
            <a:rect l="l" t="t" r="r" b="b"/>
            <a:pathLst>
              <a:path w="7145325" h="5136264">
                <a:moveTo>
                  <a:pt x="0" y="0"/>
                </a:moveTo>
                <a:lnTo>
                  <a:pt x="7145325" y="0"/>
                </a:lnTo>
                <a:lnTo>
                  <a:pt x="7145325" y="2579627"/>
                </a:lnTo>
                <a:lnTo>
                  <a:pt x="4770705" y="5136264"/>
                </a:lnTo>
                <a:close/>
              </a:path>
            </a:pathLst>
          </a:custGeom>
          <a:solidFill>
            <a:schemeClr val="accent1"/>
          </a:solidFill>
          <a:ln w="8249"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92660FA2-E524-3C56-9083-DDD4F2619E9E}"/>
              </a:ext>
            </a:extLst>
          </p:cNvPr>
          <p:cNvSpPr/>
          <p:nvPr>
            <p:custDataLst>
              <p:tags r:id="rId4"/>
            </p:custDataLst>
          </p:nvPr>
        </p:nvSpPr>
        <p:spPr>
          <a:xfrm>
            <a:off x="-9081" y="5357718"/>
            <a:ext cx="1393470" cy="1500282"/>
          </a:xfrm>
          <a:custGeom>
            <a:avLst/>
            <a:gdLst>
              <a:gd name="connsiteX0" fmla="*/ 0 w 1393470"/>
              <a:gd name="connsiteY0" fmla="*/ 0 h 1500282"/>
              <a:gd name="connsiteX1" fmla="*/ 1393470 w 1393470"/>
              <a:gd name="connsiteY1" fmla="*/ 1500282 h 1500282"/>
              <a:gd name="connsiteX2" fmla="*/ 0 w 1393470"/>
              <a:gd name="connsiteY2" fmla="*/ 1500282 h 1500282"/>
            </a:gdLst>
            <a:ahLst/>
            <a:cxnLst>
              <a:cxn ang="0">
                <a:pos x="connsiteX0" y="connsiteY0"/>
              </a:cxn>
              <a:cxn ang="0">
                <a:pos x="connsiteX1" y="connsiteY1"/>
              </a:cxn>
              <a:cxn ang="0">
                <a:pos x="connsiteX2" y="connsiteY2"/>
              </a:cxn>
            </a:cxnLst>
            <a:rect l="l" t="t" r="r" b="b"/>
            <a:pathLst>
              <a:path w="1393470" h="1500282">
                <a:moveTo>
                  <a:pt x="0" y="0"/>
                </a:moveTo>
                <a:lnTo>
                  <a:pt x="1393470" y="1500282"/>
                </a:lnTo>
                <a:lnTo>
                  <a:pt x="0" y="1500282"/>
                </a:lnTo>
                <a:close/>
              </a:path>
            </a:pathLst>
          </a:custGeom>
          <a:solidFill>
            <a:schemeClr val="accent1"/>
          </a:solidFill>
          <a:ln w="8249" cap="flat">
            <a:noFill/>
            <a:prstDash val="solid"/>
            <a:miter/>
          </a:ln>
        </p:spPr>
        <p:txBody>
          <a:bodyPr rtlCol="0" anchor="ctr"/>
          <a:lstStyle/>
          <a:p>
            <a:endParaRPr lang="zh-CN" altLang="en-US"/>
          </a:p>
        </p:txBody>
      </p:sp>
      <p:sp>
        <p:nvSpPr>
          <p:cNvPr id="12" name="矩形 11">
            <a:extLst>
              <a:ext uri="{FF2B5EF4-FFF2-40B4-BE49-F238E27FC236}">
                <a16:creationId xmlns:a16="http://schemas.microsoft.com/office/drawing/2014/main" id="{025B5B1B-0278-BCAF-6F4A-EA8A705F3D7A}"/>
              </a:ext>
            </a:extLst>
          </p:cNvPr>
          <p:cNvSpPr/>
          <p:nvPr>
            <p:custDataLst>
              <p:tags r:id="rId5"/>
            </p:custDataLst>
          </p:nvPr>
        </p:nvSpPr>
        <p:spPr>
          <a:xfrm flipH="1">
            <a:off x="696866" y="5523717"/>
            <a:ext cx="3358936" cy="3989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Text1">
            <a:extLst>
              <a:ext uri="{FF2B5EF4-FFF2-40B4-BE49-F238E27FC236}">
                <a16:creationId xmlns:a16="http://schemas.microsoft.com/office/drawing/2014/main" id="{8809FB38-E3E3-DAB0-6783-BE307E45DA20}"/>
              </a:ext>
            </a:extLst>
          </p:cNvPr>
          <p:cNvSpPr txBox="1"/>
          <p:nvPr>
            <p:custDataLst>
              <p:tags r:id="rId6"/>
            </p:custDataLst>
          </p:nvPr>
        </p:nvSpPr>
        <p:spPr>
          <a:xfrm flipH="1">
            <a:off x="861119" y="3999580"/>
            <a:ext cx="5174406" cy="828675"/>
          </a:xfrm>
          <a:prstGeom prst="rect">
            <a:avLst/>
          </a:prstGeom>
          <a:noFill/>
        </p:spPr>
        <p:txBody>
          <a:bodyPr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a:solidFill>
                  <a:schemeClr val="bg2"/>
                </a:solidFill>
                <a:latin typeface="微软雅黑" panose="020B0503020204020204" charset="-122"/>
                <a:ea typeface="微软雅黑" panose="020B0503020204020204" charset="-122"/>
              </a:rPr>
              <a:t>Big data - the key to unlocking the era of intelligence</a:t>
            </a:r>
            <a:endParaRPr lang="en-US" altLang="zh-CN" sz="1600" dirty="0">
              <a:solidFill>
                <a:schemeClr val="bg2"/>
              </a:solidFill>
              <a:latin typeface="微软雅黑" panose="020B0503020204020204" charset="-122"/>
              <a:ea typeface="微软雅黑" panose="020B0503020204020204" charset="-122"/>
            </a:endParaRPr>
          </a:p>
        </p:txBody>
      </p:sp>
      <p:sp>
        <p:nvSpPr>
          <p:cNvPr id="14" name="Text2">
            <a:extLst>
              <a:ext uri="{FF2B5EF4-FFF2-40B4-BE49-F238E27FC236}">
                <a16:creationId xmlns:a16="http://schemas.microsoft.com/office/drawing/2014/main" id="{76EE2BA5-E6C2-A053-E7B7-2EF88EFA6D63}"/>
              </a:ext>
            </a:extLst>
          </p:cNvPr>
          <p:cNvSpPr txBox="1"/>
          <p:nvPr>
            <p:custDataLst>
              <p:tags r:id="rId7"/>
            </p:custDataLst>
          </p:nvPr>
        </p:nvSpPr>
        <p:spPr>
          <a:xfrm flipH="1">
            <a:off x="1112049" y="5522768"/>
            <a:ext cx="2528570" cy="39878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a:solidFill>
                  <a:schemeClr val="tx2"/>
                </a:solidFill>
                <a:latin typeface="微软雅黑" panose="020B0503020204020204" charset="-122"/>
                <a:ea typeface="微软雅黑" panose="020B0503020204020204" charset="-122"/>
              </a:rPr>
              <a:t>FROM</a:t>
            </a:r>
            <a:r>
              <a:rPr lang="zh-CN" altLang="en-US" sz="1600" b="1">
                <a:solidFill>
                  <a:schemeClr val="tx2"/>
                </a:solidFill>
                <a:latin typeface="微软雅黑" panose="020B0503020204020204" charset="-122"/>
                <a:ea typeface="微软雅黑" panose="020B0503020204020204" charset="-122"/>
              </a:rPr>
              <a:t>：</a:t>
            </a:r>
            <a:r>
              <a:rPr lang="en-US" altLang="zh-CN" sz="1600" b="1">
                <a:solidFill>
                  <a:schemeClr val="tx2"/>
                </a:solidFill>
                <a:latin typeface="微软雅黑" panose="020B0503020204020204" charset="-122"/>
                <a:ea typeface="微软雅黑" panose="020B0503020204020204" charset="-122"/>
              </a:rPr>
              <a:t>DaringGryp..</a:t>
            </a:r>
            <a:endParaRPr lang="en-US" altLang="id-ID" sz="1600" b="1" dirty="0">
              <a:solidFill>
                <a:schemeClr val="tx2"/>
              </a:solidFill>
              <a:uFillTx/>
              <a:latin typeface="微软雅黑" panose="020B0503020204020204" charset="-122"/>
              <a:ea typeface="微软雅黑" panose="020B0503020204020204" charset="-122"/>
            </a:endParaRPr>
          </a:p>
        </p:txBody>
      </p:sp>
      <p:sp>
        <p:nvSpPr>
          <p:cNvPr id="15" name="Text3">
            <a:extLst>
              <a:ext uri="{FF2B5EF4-FFF2-40B4-BE49-F238E27FC236}">
                <a16:creationId xmlns:a16="http://schemas.microsoft.com/office/drawing/2014/main" id="{0AA47F8D-DF61-0620-EDD9-A085F1D7D095}"/>
              </a:ext>
            </a:extLst>
          </p:cNvPr>
          <p:cNvSpPr txBox="1"/>
          <p:nvPr>
            <p:custDataLst>
              <p:tags r:id="rId8"/>
            </p:custDataLst>
          </p:nvPr>
        </p:nvSpPr>
        <p:spPr>
          <a:xfrm flipH="1">
            <a:off x="1224339" y="5999018"/>
            <a:ext cx="2259330" cy="45593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rPr>
              <a:t>2025/11/2</a:t>
            </a:r>
            <a:endParaRPr lang="en-US" altLang="zh-CN" sz="1600" spc="300" dirty="0">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endParaRPr>
          </a:p>
        </p:txBody>
      </p:sp>
      <p:cxnSp>
        <p:nvCxnSpPr>
          <p:cNvPr id="16" name="直接连接符 15">
            <a:extLst>
              <a:ext uri="{FF2B5EF4-FFF2-40B4-BE49-F238E27FC236}">
                <a16:creationId xmlns:a16="http://schemas.microsoft.com/office/drawing/2014/main" id="{169B01D0-719F-AB4F-F7C9-045FBAA58C92}"/>
              </a:ext>
            </a:extLst>
          </p:cNvPr>
          <p:cNvCxnSpPr/>
          <p:nvPr>
            <p:custDataLst>
              <p:tags r:id="rId9"/>
            </p:custDataLst>
          </p:nvPr>
        </p:nvCxnSpPr>
        <p:spPr>
          <a:xfrm flipH="1">
            <a:off x="696652" y="4029288"/>
            <a:ext cx="0" cy="7692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4">
            <a:extLst>
              <a:ext uri="{FF2B5EF4-FFF2-40B4-BE49-F238E27FC236}">
                <a16:creationId xmlns:a16="http://schemas.microsoft.com/office/drawing/2014/main" id="{00C7BC46-AE61-B225-3746-733A428114B4}"/>
              </a:ext>
            </a:extLst>
          </p:cNvPr>
          <p:cNvSpPr txBox="1"/>
          <p:nvPr>
            <p:custDataLst>
              <p:tags r:id="rId10"/>
            </p:custDataLst>
          </p:nvPr>
        </p:nvSpPr>
        <p:spPr>
          <a:xfrm flipH="1">
            <a:off x="696866" y="1369109"/>
            <a:ext cx="6099481" cy="2129074"/>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6500" b="1">
                <a:latin typeface="微软雅黑" panose="020B0503020204020204" charset="-122"/>
                <a:ea typeface="微软雅黑" panose="020B0503020204020204" charset="-122"/>
              </a:rPr>
              <a:t>大数据</a:t>
            </a:r>
            <a:r>
              <a:rPr lang="en-US" altLang="zh-CN" sz="6500" b="1">
                <a:latin typeface="微软雅黑" panose="020B0503020204020204" charset="-122"/>
                <a:ea typeface="微软雅黑" panose="020B0503020204020204" charset="-122"/>
              </a:rPr>
              <a:t>——</a:t>
            </a:r>
            <a:r>
              <a:rPr lang="zh-CN" altLang="en-US" sz="6500" b="1">
                <a:latin typeface="微软雅黑" panose="020B0503020204020204" charset="-122"/>
                <a:ea typeface="微软雅黑" panose="020B0503020204020204" charset="-122"/>
              </a:rPr>
              <a:t>开启智能时代钥匙</a:t>
            </a:r>
            <a:endParaRPr lang="zh-CN" altLang="en-US" sz="6500" b="1" dirty="0">
              <a:latin typeface="微软雅黑" panose="020B0503020204020204" charset="-122"/>
              <a:ea typeface="微软雅黑" panose="020B0503020204020204" charset="-122"/>
            </a:endParaRPr>
          </a:p>
        </p:txBody>
      </p:sp>
      <p:sp>
        <p:nvSpPr>
          <p:cNvPr id="44" name="任意多边形: 形状 43">
            <a:extLst>
              <a:ext uri="{FF2B5EF4-FFF2-40B4-BE49-F238E27FC236}">
                <a16:creationId xmlns:a16="http://schemas.microsoft.com/office/drawing/2014/main" id="{05182092-1AC5-4D34-5BF4-80AAC63C3A61}"/>
              </a:ext>
            </a:extLst>
          </p:cNvPr>
          <p:cNvSpPr/>
          <p:nvPr>
            <p:custDataLst>
              <p:tags r:id="rId11"/>
            </p:custDataLst>
          </p:nvPr>
        </p:nvSpPr>
        <p:spPr>
          <a:xfrm flipV="1">
            <a:off x="10894206" y="5460728"/>
            <a:ext cx="1297794" cy="1397272"/>
          </a:xfrm>
          <a:custGeom>
            <a:avLst/>
            <a:gdLst>
              <a:gd name="connsiteX0" fmla="*/ 1297794 w 1297794"/>
              <a:gd name="connsiteY0" fmla="*/ 1397272 h 1397272"/>
              <a:gd name="connsiteX1" fmla="*/ 1297794 w 1297794"/>
              <a:gd name="connsiteY1" fmla="*/ 0 h 1397272"/>
              <a:gd name="connsiteX2" fmla="*/ 0 w 1297794"/>
              <a:gd name="connsiteY2" fmla="*/ 0 h 1397272"/>
            </a:gdLst>
            <a:ahLst/>
            <a:cxnLst>
              <a:cxn ang="0">
                <a:pos x="connsiteX0" y="connsiteY0"/>
              </a:cxn>
              <a:cxn ang="0">
                <a:pos x="connsiteX1" y="connsiteY1"/>
              </a:cxn>
              <a:cxn ang="0">
                <a:pos x="connsiteX2" y="connsiteY2"/>
              </a:cxn>
            </a:cxnLst>
            <a:rect l="l" t="t" r="r" b="b"/>
            <a:pathLst>
              <a:path w="1297794" h="1397272">
                <a:moveTo>
                  <a:pt x="1297794" y="1397272"/>
                </a:moveTo>
                <a:lnTo>
                  <a:pt x="1297794" y="0"/>
                </a:lnTo>
                <a:lnTo>
                  <a:pt x="0" y="0"/>
                </a:lnTo>
                <a:close/>
              </a:path>
            </a:pathLst>
          </a:custGeom>
          <a:solidFill>
            <a:schemeClr val="accent1"/>
          </a:solidFill>
          <a:ln w="8249"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9A4FC3F9-6906-DB7D-779C-8088E586C2D9}"/>
              </a:ext>
            </a:extLst>
          </p:cNvPr>
          <p:cNvSpPr/>
          <p:nvPr>
            <p:custDataLst>
              <p:tags r:id="rId12"/>
            </p:custDataLst>
          </p:nvPr>
        </p:nvSpPr>
        <p:spPr>
          <a:xfrm rot="2557806" flipH="1">
            <a:off x="10522589" y="3215484"/>
            <a:ext cx="939044" cy="4563474"/>
          </a:xfrm>
          <a:custGeom>
            <a:avLst/>
            <a:gdLst>
              <a:gd name="connsiteX0" fmla="*/ 939044 w 939044"/>
              <a:gd name="connsiteY0" fmla="*/ 0 h 4563474"/>
              <a:gd name="connsiteX1" fmla="*/ 0 w 939044"/>
              <a:gd name="connsiteY1" fmla="*/ 1020127 h 4563474"/>
              <a:gd name="connsiteX2" fmla="*/ 0 w 939044"/>
              <a:gd name="connsiteY2" fmla="*/ 3699068 h 4563474"/>
              <a:gd name="connsiteX3" fmla="*/ 939044 w 939044"/>
              <a:gd name="connsiteY3" fmla="*/ 4563474 h 4563474"/>
            </a:gdLst>
            <a:ahLst/>
            <a:cxnLst>
              <a:cxn ang="0">
                <a:pos x="connsiteX0" y="connsiteY0"/>
              </a:cxn>
              <a:cxn ang="0">
                <a:pos x="connsiteX1" y="connsiteY1"/>
              </a:cxn>
              <a:cxn ang="0">
                <a:pos x="connsiteX2" y="connsiteY2"/>
              </a:cxn>
              <a:cxn ang="0">
                <a:pos x="connsiteX3" y="connsiteY3"/>
              </a:cxn>
            </a:cxnLst>
            <a:rect l="l" t="t" r="r" b="b"/>
            <a:pathLst>
              <a:path w="939044" h="4563474">
                <a:moveTo>
                  <a:pt x="939044" y="0"/>
                </a:moveTo>
                <a:lnTo>
                  <a:pt x="0" y="1020127"/>
                </a:lnTo>
                <a:lnTo>
                  <a:pt x="0" y="3699068"/>
                </a:lnTo>
                <a:lnTo>
                  <a:pt x="939044" y="456347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25" name="直接连接符 24">
            <a:extLst>
              <a:ext uri="{FF2B5EF4-FFF2-40B4-BE49-F238E27FC236}">
                <a16:creationId xmlns:a16="http://schemas.microsoft.com/office/drawing/2014/main" id="{945FA6ED-0D30-DBCC-6E79-C588CC19154C}"/>
              </a:ext>
            </a:extLst>
          </p:cNvPr>
          <p:cNvCxnSpPr>
            <a:cxnSpLocks/>
          </p:cNvCxnSpPr>
          <p:nvPr>
            <p:custDataLst>
              <p:tags r:id="rId13"/>
            </p:custDataLst>
          </p:nvPr>
        </p:nvCxnSpPr>
        <p:spPr>
          <a:xfrm flipH="1">
            <a:off x="8822541" y="3228975"/>
            <a:ext cx="3369459" cy="362902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CEE1C3CB-472D-9B87-E5EA-B5B9603C50EE}"/>
              </a:ext>
            </a:extLst>
          </p:cNvPr>
          <p:cNvCxnSpPr>
            <a:cxnSpLocks/>
          </p:cNvCxnSpPr>
          <p:nvPr>
            <p:custDataLst>
              <p:tags r:id="rId14"/>
            </p:custDataLst>
          </p:nvPr>
        </p:nvCxnSpPr>
        <p:spPr>
          <a:xfrm flipH="1">
            <a:off x="10629900" y="5229225"/>
            <a:ext cx="1562100" cy="162877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任意多边形: 形状 58">
            <a:extLst>
              <a:ext uri="{FF2B5EF4-FFF2-40B4-BE49-F238E27FC236}">
                <a16:creationId xmlns:a16="http://schemas.microsoft.com/office/drawing/2014/main" id="{8FF2BB84-73D6-F1C7-9559-C2AB1AB4C97A}"/>
              </a:ext>
            </a:extLst>
          </p:cNvPr>
          <p:cNvSpPr/>
          <p:nvPr>
            <p:custDataLst>
              <p:tags r:id="rId15"/>
            </p:custDataLst>
          </p:nvPr>
        </p:nvSpPr>
        <p:spPr>
          <a:xfrm>
            <a:off x="5491319" y="-1"/>
            <a:ext cx="6700681" cy="4689641"/>
          </a:xfrm>
          <a:custGeom>
            <a:avLst/>
            <a:gdLst>
              <a:gd name="connsiteX0" fmla="*/ 0 w 7145325"/>
              <a:gd name="connsiteY0" fmla="*/ 0 h 5136264"/>
              <a:gd name="connsiteX1" fmla="*/ 7145325 w 7145325"/>
              <a:gd name="connsiteY1" fmla="*/ 0 h 5136264"/>
              <a:gd name="connsiteX2" fmla="*/ 7145325 w 7145325"/>
              <a:gd name="connsiteY2" fmla="*/ 2579627 h 5136264"/>
              <a:gd name="connsiteX3" fmla="*/ 4770705 w 7145325"/>
              <a:gd name="connsiteY3" fmla="*/ 5136264 h 5136264"/>
              <a:gd name="connsiteX0" fmla="*/ 0 w 7145325"/>
              <a:gd name="connsiteY0" fmla="*/ 0 h 4838324"/>
              <a:gd name="connsiteX1" fmla="*/ 7145325 w 7145325"/>
              <a:gd name="connsiteY1" fmla="*/ 0 h 4838324"/>
              <a:gd name="connsiteX2" fmla="*/ 7145325 w 7145325"/>
              <a:gd name="connsiteY2" fmla="*/ 2579627 h 4838324"/>
              <a:gd name="connsiteX3" fmla="*/ 4635278 w 7145325"/>
              <a:gd name="connsiteY3" fmla="*/ 4838324 h 4838324"/>
              <a:gd name="connsiteX4" fmla="*/ 0 w 7145325"/>
              <a:gd name="connsiteY4" fmla="*/ 0 h 4838324"/>
              <a:gd name="connsiteX0" fmla="*/ 0 w 7145325"/>
              <a:gd name="connsiteY0" fmla="*/ 0 h 4838324"/>
              <a:gd name="connsiteX1" fmla="*/ 7145325 w 7145325"/>
              <a:gd name="connsiteY1" fmla="*/ 0 h 4838324"/>
              <a:gd name="connsiteX2" fmla="*/ 7145325 w 7145325"/>
              <a:gd name="connsiteY2" fmla="*/ 2200430 h 4838324"/>
              <a:gd name="connsiteX3" fmla="*/ 4635278 w 7145325"/>
              <a:gd name="connsiteY3" fmla="*/ 4838324 h 4838324"/>
              <a:gd name="connsiteX4" fmla="*/ 0 w 7145325"/>
              <a:gd name="connsiteY4" fmla="*/ 0 h 4838324"/>
              <a:gd name="connsiteX0" fmla="*/ 0 w 7145325"/>
              <a:gd name="connsiteY0" fmla="*/ 0 h 5000837"/>
              <a:gd name="connsiteX1" fmla="*/ 7145325 w 7145325"/>
              <a:gd name="connsiteY1" fmla="*/ 0 h 5000837"/>
              <a:gd name="connsiteX2" fmla="*/ 7145325 w 7145325"/>
              <a:gd name="connsiteY2" fmla="*/ 2200430 h 5000837"/>
              <a:gd name="connsiteX3" fmla="*/ 4635278 w 7145325"/>
              <a:gd name="connsiteY3" fmla="*/ 5000837 h 5000837"/>
              <a:gd name="connsiteX4" fmla="*/ 0 w 7145325"/>
              <a:gd name="connsiteY4" fmla="*/ 0 h 5000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5325" h="5000837">
                <a:moveTo>
                  <a:pt x="0" y="0"/>
                </a:moveTo>
                <a:lnTo>
                  <a:pt x="7145325" y="0"/>
                </a:lnTo>
                <a:lnTo>
                  <a:pt x="7145325" y="2200430"/>
                </a:lnTo>
                <a:lnTo>
                  <a:pt x="4635278" y="5000837"/>
                </a:lnTo>
                <a:lnTo>
                  <a:pt x="0" y="0"/>
                </a:lnTo>
                <a:close/>
              </a:path>
            </a:pathLst>
          </a:custGeom>
          <a:gradFill>
            <a:gsLst>
              <a:gs pos="40000">
                <a:schemeClr val="accent2">
                  <a:alpha val="20000"/>
                </a:schemeClr>
              </a:gs>
              <a:gs pos="100000">
                <a:schemeClr val="accent2"/>
              </a:gs>
            </a:gsLst>
            <a:lin ang="5400000" scaled="1"/>
          </a:gradFill>
          <a:ln w="8249" cap="flat">
            <a:noFill/>
            <a:prstDash val="solid"/>
            <a:miter/>
          </a:ln>
          <a:effectLst>
            <a:outerShdw blurRad="50800" dist="38100" dir="5400000" algn="t" rotWithShape="0">
              <a:schemeClr val="accent2">
                <a:lumMod val="50000"/>
                <a:alpha val="40000"/>
              </a:schemeClr>
            </a:outerShdw>
          </a:effectLst>
        </p:spPr>
        <p:txBody>
          <a:bodyPr rtlCol="0" anchor="ctr"/>
          <a:lstStyle/>
          <a:p>
            <a:endParaRPr lang="zh-CN" altLang="en-US"/>
          </a:p>
        </p:txBody>
      </p:sp>
      <p:pic>
        <p:nvPicPr>
          <p:cNvPr id="57" name="shape 56">
            <a:extLst>
              <a:ext uri="{FF2B5EF4-FFF2-40B4-BE49-F238E27FC236}">
                <a16:creationId xmlns:a16="http://schemas.microsoft.com/office/drawing/2014/main" id="{D75233AE-EADE-69BB-7F51-F685DD4913B4}"/>
              </a:ext>
            </a:extLst>
          </p:cNvPr>
          <p:cNvPicPr>
            <a:picLocks noChangeAspect="1"/>
          </p:cNvPicPr>
          <p:nvPr>
            <p:custDataLst>
              <p:tags r:id="rId16"/>
            </p:custDataLst>
          </p:nvPr>
        </p:nvPicPr>
        <p:blipFill>
          <a:blip r:embed="rId20">
            <a:extLst>
              <a:ext uri="{28A0092B-C50C-407E-A947-70E740481C1C}">
                <a14:useLocalDpi xmlns:a14="http://schemas.microsoft.com/office/drawing/2010/main" val="0"/>
              </a:ext>
            </a:extLst>
          </a:blip>
          <a:srcRect l="24773" t="33084" r="23646" b="5465"/>
          <a:stretch>
            <a:fillRect/>
          </a:stretch>
        </p:blipFill>
        <p:spPr>
          <a:xfrm>
            <a:off x="5903148" y="-1"/>
            <a:ext cx="6288853" cy="4214265"/>
          </a:xfrm>
          <a:custGeom>
            <a:avLst/>
            <a:gdLst>
              <a:gd name="connsiteX0" fmla="*/ 0 w 6288853"/>
              <a:gd name="connsiteY0" fmla="*/ 0 h 4214265"/>
              <a:gd name="connsiteX1" fmla="*/ 6288853 w 6288853"/>
              <a:gd name="connsiteY1" fmla="*/ 0 h 4214265"/>
              <a:gd name="connsiteX2" fmla="*/ 6288853 w 6288853"/>
              <a:gd name="connsiteY2" fmla="*/ 1657624 h 4214265"/>
              <a:gd name="connsiteX3" fmla="*/ 3914232 w 6288853"/>
              <a:gd name="connsiteY3" fmla="*/ 4214265 h 4214265"/>
            </a:gdLst>
            <a:ahLst/>
            <a:cxnLst>
              <a:cxn ang="0">
                <a:pos x="connsiteX0" y="connsiteY0"/>
              </a:cxn>
              <a:cxn ang="0">
                <a:pos x="connsiteX1" y="connsiteY1"/>
              </a:cxn>
              <a:cxn ang="0">
                <a:pos x="connsiteX2" y="connsiteY2"/>
              </a:cxn>
              <a:cxn ang="0">
                <a:pos x="connsiteX3" y="connsiteY3"/>
              </a:cxn>
            </a:cxnLst>
            <a:rect l="l" t="t" r="r" b="b"/>
            <a:pathLst>
              <a:path w="6288853" h="4214265">
                <a:moveTo>
                  <a:pt x="0" y="0"/>
                </a:moveTo>
                <a:lnTo>
                  <a:pt x="6288853" y="0"/>
                </a:lnTo>
                <a:lnTo>
                  <a:pt x="6288853" y="1657624"/>
                </a:lnTo>
                <a:lnTo>
                  <a:pt x="3914232" y="4214265"/>
                </a:lnTo>
                <a:close/>
              </a:path>
            </a:pathLst>
          </a:custGeom>
          <a:effectLst>
            <a:outerShdw blurRad="76200" dist="63500" dir="5400000" algn="t" rotWithShape="0">
              <a:schemeClr val="accent1">
                <a:lumMod val="50000"/>
                <a:alpha val="70000"/>
              </a:schemeClr>
            </a:outerShdw>
          </a:effectLst>
        </p:spPr>
      </p:pic>
      <p:cxnSp>
        <p:nvCxnSpPr>
          <p:cNvPr id="61" name="直接连接符 60">
            <a:extLst>
              <a:ext uri="{FF2B5EF4-FFF2-40B4-BE49-F238E27FC236}">
                <a16:creationId xmlns:a16="http://schemas.microsoft.com/office/drawing/2014/main" id="{CE333D47-8165-3AF7-0648-600C90DBA156}"/>
              </a:ext>
            </a:extLst>
          </p:cNvPr>
          <p:cNvCxnSpPr/>
          <p:nvPr>
            <p:custDataLst>
              <p:tags r:id="rId17"/>
            </p:custDataLst>
          </p:nvPr>
        </p:nvCxnSpPr>
        <p:spPr>
          <a:xfrm>
            <a:off x="760152" y="1168400"/>
            <a:ext cx="4103948" cy="0"/>
          </a:xfrm>
          <a:prstGeom prst="line">
            <a:avLst/>
          </a:prstGeom>
          <a:ln w="38100"/>
        </p:spPr>
        <p:style>
          <a:lnRef idx="1">
            <a:schemeClr val="accent1"/>
          </a:lnRef>
          <a:fillRef idx="0">
            <a:schemeClr val="accent1"/>
          </a:fillRef>
          <a:effectRef idx="0">
            <a:schemeClr val="accent1"/>
          </a:effectRef>
          <a:fontRef idx="minor">
            <a:schemeClr val="tx1"/>
          </a:fontRef>
        </p:style>
      </p:cxnSp>
    </p:spTree>
    <p:custDataLst>
      <p:custData r:id="rId1"/>
      <p:tags r:id="rId2"/>
    </p:custDataLst>
    <p:extLst>
      <p:ext uri="{BB962C8B-B14F-4D97-AF65-F5344CB8AC3E}">
        <p14:creationId xmlns:p14="http://schemas.microsoft.com/office/powerpoint/2010/main" val="153070006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ppt_w*0.00"/>
                                          </p:val>
                                        </p:tav>
                                        <p:tav tm="100000">
                                          <p:val>
                                            <p:strVal val="#ppt_w*1.50"/>
                                          </p:val>
                                        </p:tav>
                                      </p:tavLst>
                                    </p:anim>
                                    <p:anim calcmode="lin" valueType="num">
                                      <p:cBhvr>
                                        <p:cTn id="8" dur="500" fill="hold"/>
                                        <p:tgtEl>
                                          <p:spTgt spid="17"/>
                                        </p:tgtEl>
                                        <p:attrNameLst>
                                          <p:attrName>ppt_h</p:attrName>
                                        </p:attrNameLst>
                                      </p:cBhvr>
                                      <p:tavLst>
                                        <p:tav tm="0">
                                          <p:val>
                                            <p:strVal val="#ppt_h*0.00"/>
                                          </p:val>
                                        </p:tav>
                                        <p:tav tm="100000">
                                          <p:val>
                                            <p:strVal val="#ppt_h*1.50"/>
                                          </p:val>
                                        </p:tav>
                                      </p:tavLst>
                                    </p:anim>
                                    <p:animEffect transition="in" filter="fade">
                                      <p:cBhvr>
                                        <p:cTn id="9" dur="500"/>
                                        <p:tgtEl>
                                          <p:spTgt spid="17"/>
                                        </p:tgtEl>
                                      </p:cBhvr>
                                    </p:animEffect>
                                    <p:anim to="" calcmode="lin" valueType="num">
                                      <p:cBhvr>
                                        <p:cTn id="10" dur="500" fill="hold">
                                          <p:stCondLst>
                                            <p:cond delay="0"/>
                                          </p:stCondLst>
                                        </p:cTn>
                                        <p:tgtEl>
                                          <p:spTgt spid="17"/>
                                        </p:tgtEl>
                                        <p:attrNameLst>
                                          <p:attrName>ppt_x</p:attrName>
                                        </p:attrNameLst>
                                      </p:cBhvr>
                                      <p:tavLst>
                                        <p:tav tm="0">
                                          <p:val>
                                            <p:strVal val="#ppt_x"/>
                                          </p:val>
                                        </p:tav>
                                        <p:tav tm="100000">
                                          <p:val>
                                            <p:strVal val="0.5"/>
                                          </p:val>
                                        </p:tav>
                                      </p:tavLst>
                                    </p:anim>
                                    <p:anim to="" calcmode="lin" valueType="num">
                                      <p:cBhvr>
                                        <p:cTn id="11" dur="500" fill="hold">
                                          <p:stCondLst>
                                            <p:cond delay="0"/>
                                          </p:stCondLst>
                                        </p:cTn>
                                        <p:tgtEl>
                                          <p:spTgt spid="17"/>
                                        </p:tgtEl>
                                        <p:attrNameLst>
                                          <p:attrName>ppt_y</p:attrName>
                                        </p:attrNameLst>
                                      </p:cBhvr>
                                      <p:tavLst>
                                        <p:tav tm="0">
                                          <p:val>
                                            <p:strVal val="#ppt_y"/>
                                          </p:val>
                                        </p:tav>
                                        <p:tav tm="100000">
                                          <p:val>
                                            <p:strVal val="0.5"/>
                                          </p:val>
                                        </p:tav>
                                      </p:tavLst>
                                    </p:anim>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1" nodeType="click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strVal val="ppt_w"/>
                                          </p:val>
                                        </p:tav>
                                        <p:tav tm="100000">
                                          <p:val>
                                            <p:strVal val="#ppt_w"/>
                                          </p:val>
                                        </p:tav>
                                      </p:tavLst>
                                    </p:anim>
                                    <p:anim calcmode="lin" valueType="num">
                                      <p:cBhvr>
                                        <p:cTn id="17" dur="500" fill="hold"/>
                                        <p:tgtEl>
                                          <p:spTgt spid="17"/>
                                        </p:tgtEl>
                                        <p:attrNameLst>
                                          <p:attrName>ppt_h</p:attrName>
                                        </p:attrNameLst>
                                      </p:cBhvr>
                                      <p:tavLst>
                                        <p:tav tm="0">
                                          <p:val>
                                            <p:strVal val="ppt_h"/>
                                          </p:val>
                                        </p:tav>
                                        <p:tav tm="100000">
                                          <p:val>
                                            <p:strVal val="#ppt_h"/>
                                          </p:val>
                                        </p:tav>
                                      </p:tavLst>
                                    </p:anim>
                                    <p:anim to="" calcmode="lin" valueType="num">
                                      <p:cBhvr>
                                        <p:cTn id="18" dur="500" fill="hold">
                                          <p:stCondLst>
                                            <p:cond delay="0"/>
                                          </p:stCondLst>
                                        </p:cTn>
                                        <p:tgtEl>
                                          <p:spTgt spid="17"/>
                                        </p:tgtEl>
                                        <p:attrNameLst>
                                          <p:attrName>ppt_x</p:attrName>
                                        </p:attrNameLst>
                                      </p:cBhvr>
                                      <p:tavLst>
                                        <p:tav tm="0">
                                          <p:val>
                                            <p:strVal val="ppt_x"/>
                                          </p:val>
                                        </p:tav>
                                        <p:tav tm="100000">
                                          <p:val>
                                            <p:strVal val="#ppt_x"/>
                                          </p:val>
                                        </p:tav>
                                      </p:tavLst>
                                    </p:anim>
                                    <p:anim to="" calcmode="lin" valueType="num">
                                      <p:cBhvr>
                                        <p:cTn id="19" dur="500" fill="hold">
                                          <p:stCondLst>
                                            <p:cond delay="0"/>
                                          </p:stCondLst>
                                        </p:cTn>
                                        <p:tgtEl>
                                          <p:spTgt spid="17"/>
                                        </p:tgtEl>
                                        <p:attrNameLst>
                                          <p:attrName>ppt_y</p:attrName>
                                        </p:attrNameLst>
                                      </p:cBhvr>
                                      <p:tavLst>
                                        <p:tav tm="0">
                                          <p:val>
                                            <p:strVal val="ppt_y"/>
                                          </p:val>
                                        </p:tav>
                                        <p:tav tm="100000">
                                          <p:val>
                                            <p:strVal val="#ppt_y"/>
                                          </p:val>
                                        </p:tav>
                                      </p:tavLst>
                                    </p:anim>
                                  </p:childTnLst>
                                </p:cTn>
                              </p:par>
                              <p:par>
                                <p:cTn id="20" presetID="23" presetClass="entr" presetSubtype="288" fill="hold" grpId="0" nodeType="withEffect">
                                  <p:stCondLst>
                                    <p:cond delay="0"/>
                                  </p:stCondLst>
                                  <p:childTnLst>
                                    <p:set>
                                      <p:cBhvr>
                                        <p:cTn id="21" dur="1" fill="hold">
                                          <p:stCondLst>
                                            <p:cond delay="0"/>
                                          </p:stCondLst>
                                        </p:cTn>
                                        <p:tgtEl>
                                          <p:spTgt spid="55"/>
                                        </p:tgtEl>
                                        <p:attrNameLst>
                                          <p:attrName>style.visibility</p:attrName>
                                        </p:attrNameLst>
                                      </p:cBhvr>
                                      <p:to>
                                        <p:strVal val="visible"/>
                                      </p:to>
                                    </p:set>
                                    <p:anim calcmode="lin" valueType="num">
                                      <p:cBhvr>
                                        <p:cTn id="22" dur="500" fill="hold"/>
                                        <p:tgtEl>
                                          <p:spTgt spid="55"/>
                                        </p:tgtEl>
                                        <p:attrNameLst>
                                          <p:attrName>ppt_w</p:attrName>
                                        </p:attrNameLst>
                                      </p:cBhvr>
                                      <p:tavLst>
                                        <p:tav tm="0">
                                          <p:val>
                                            <p:strVal val="4/3*#ppt_w"/>
                                          </p:val>
                                        </p:tav>
                                        <p:tav tm="100000">
                                          <p:val>
                                            <p:strVal val="#ppt_w"/>
                                          </p:val>
                                        </p:tav>
                                      </p:tavLst>
                                    </p:anim>
                                    <p:anim calcmode="lin" valueType="num">
                                      <p:cBhvr>
                                        <p:cTn id="23" dur="500" fill="hold"/>
                                        <p:tgtEl>
                                          <p:spTgt spid="55"/>
                                        </p:tgtEl>
                                        <p:attrNameLst>
                                          <p:attrName>ppt_h</p:attrName>
                                        </p:attrNameLst>
                                      </p:cBhvr>
                                      <p:tavLst>
                                        <p:tav tm="0">
                                          <p:val>
                                            <p:strVal val="4/3*#ppt_h"/>
                                          </p:val>
                                        </p:tav>
                                        <p:tav tm="100000">
                                          <p:val>
                                            <p:strVal val="#ppt_h"/>
                                          </p:val>
                                        </p:tav>
                                      </p:tavLst>
                                    </p:anim>
                                  </p:childTnLst>
                                </p:cTn>
                              </p:par>
                            </p:childTnLst>
                          </p:cTn>
                        </p:par>
                        <p:par>
                          <p:cTn id="24" fill="hold">
                            <p:stCondLst>
                              <p:cond delay="500"/>
                            </p:stCondLst>
                            <p:childTnLst>
                              <p:par>
                                <p:cTn id="25" presetID="23" presetClass="entr" presetSubtype="288"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500" fill="hold"/>
                                        <p:tgtEl>
                                          <p:spTgt spid="13"/>
                                        </p:tgtEl>
                                        <p:attrNameLst>
                                          <p:attrName>ppt_w</p:attrName>
                                        </p:attrNameLst>
                                      </p:cBhvr>
                                      <p:tavLst>
                                        <p:tav tm="0">
                                          <p:val>
                                            <p:strVal val="4/3*#ppt_w"/>
                                          </p:val>
                                        </p:tav>
                                        <p:tav tm="100000">
                                          <p:val>
                                            <p:strVal val="#ppt_w"/>
                                          </p:val>
                                        </p:tav>
                                      </p:tavLst>
                                    </p:anim>
                                    <p:anim calcmode="lin" valueType="num">
                                      <p:cBhvr>
                                        <p:cTn id="28" dur="500" fill="hold"/>
                                        <p:tgtEl>
                                          <p:spTgt spid="13"/>
                                        </p:tgtEl>
                                        <p:attrNameLst>
                                          <p:attrName>ppt_h</p:attrName>
                                        </p:attrNameLst>
                                      </p:cBhvr>
                                      <p:tavLst>
                                        <p:tav tm="0">
                                          <p:val>
                                            <p:strVal val="4/3*#ppt_h"/>
                                          </p:val>
                                        </p:tav>
                                        <p:tav tm="100000">
                                          <p:val>
                                            <p:strVal val="#ppt_h"/>
                                          </p:val>
                                        </p:tav>
                                      </p:tavLst>
                                    </p:anim>
                                  </p:childTnLst>
                                </p:cTn>
                              </p:par>
                              <p:par>
                                <p:cTn id="29" presetID="23" presetClass="entr" presetSubtype="288"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strVal val="4/3*#ppt_w"/>
                                          </p:val>
                                        </p:tav>
                                        <p:tav tm="100000">
                                          <p:val>
                                            <p:strVal val="#ppt_w"/>
                                          </p:val>
                                        </p:tav>
                                      </p:tavLst>
                                    </p:anim>
                                    <p:anim calcmode="lin" valueType="num">
                                      <p:cBhvr>
                                        <p:cTn id="32" dur="500" fill="hold"/>
                                        <p:tgtEl>
                                          <p:spTgt spid="14"/>
                                        </p:tgtEl>
                                        <p:attrNameLst>
                                          <p:attrName>ppt_h</p:attrName>
                                        </p:attrNameLst>
                                      </p:cBhvr>
                                      <p:tavLst>
                                        <p:tav tm="0">
                                          <p:val>
                                            <p:strVal val="4/3*#ppt_h"/>
                                          </p:val>
                                        </p:tav>
                                        <p:tav tm="100000">
                                          <p:val>
                                            <p:strVal val="#ppt_h"/>
                                          </p:val>
                                        </p:tav>
                                      </p:tavLst>
                                    </p:anim>
                                  </p:childTnLst>
                                </p:cTn>
                              </p:par>
                              <p:par>
                                <p:cTn id="33" presetID="23" presetClass="entr" presetSubtype="288"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500" fill="hold"/>
                                        <p:tgtEl>
                                          <p:spTgt spid="15"/>
                                        </p:tgtEl>
                                        <p:attrNameLst>
                                          <p:attrName>ppt_w</p:attrName>
                                        </p:attrNameLst>
                                      </p:cBhvr>
                                      <p:tavLst>
                                        <p:tav tm="0">
                                          <p:val>
                                            <p:strVal val="4/3*#ppt_w"/>
                                          </p:val>
                                        </p:tav>
                                        <p:tav tm="100000">
                                          <p:val>
                                            <p:strVal val="#ppt_w"/>
                                          </p:val>
                                        </p:tav>
                                      </p:tavLst>
                                    </p:anim>
                                    <p:anim calcmode="lin" valueType="num">
                                      <p:cBhvr>
                                        <p:cTn id="36" dur="500" fill="hold"/>
                                        <p:tgtEl>
                                          <p:spTgt spid="15"/>
                                        </p:tgtEl>
                                        <p:attrNameLst>
                                          <p:attrName>ppt_h</p:attrName>
                                        </p:attrNameLst>
                                      </p:cBhvr>
                                      <p:tavLst>
                                        <p:tav tm="0">
                                          <p:val>
                                            <p:strVal val="4/3*#ppt_h"/>
                                          </p:val>
                                        </p:tav>
                                        <p:tav tm="100000">
                                          <p:val>
                                            <p:strVal val="#ppt_h"/>
                                          </p:val>
                                        </p:tav>
                                      </p:tavLst>
                                    </p:anim>
                                  </p:childTnLst>
                                </p:cTn>
                              </p:par>
                              <p:par>
                                <p:cTn id="37" presetID="0"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anim to="" calcmode="lin" valueType="num">
                                      <p:cBhvr>
                                        <p:cTn id="39" dur="500" fill="hold">
                                          <p:stCondLst>
                                            <p:cond delay="0"/>
                                          </p:stCondLst>
                                        </p:cTn>
                                        <p:tgtEl>
                                          <p:spTgt spid="52"/>
                                        </p:tgtEl>
                                        <p:attrNameLst>
                                          <p:attrName>ppt_x</p:attrName>
                                        </p:attrNameLst>
                                      </p:cBhvr>
                                      <p:tavLst>
                                        <p:tav tm="0" fmla="((floor(#ppt_x-0.5)+ceil(#ppt_x-0.5))*0.5+0.5)+(#ppt_x- ((floor(#ppt_x-0.5)+ceil(#ppt_x-0.5))*0.5+0.5))*$">
                                          <p:val>
                                            <p:strVal val="0"/>
                                          </p:val>
                                        </p:tav>
                                        <p:tav tm="100000">
                                          <p:val>
                                            <p:strVal val="1"/>
                                          </p:val>
                                        </p:tav>
                                      </p:tavLst>
                                    </p:anim>
                                    <p:anim to="" calcmode="lin" valueType="num">
                                      <p:cBhvr>
                                        <p:cTn id="40" dur="500" fill="hold">
                                          <p:stCondLst>
                                            <p:cond delay="0"/>
                                          </p:stCondLst>
                                        </p:cTn>
                                        <p:tgtEl>
                                          <p:spTgt spid="52"/>
                                        </p:tgtEl>
                                        <p:attrNameLst>
                                          <p:attrName>ppt_y</p:attrName>
                                        </p:attrNameLst>
                                      </p:cBhvr>
                                      <p:tavLst>
                                        <p:tav tm="0" fmla="((floor(#ppt_y-0.5)+ceil(#ppt_y-0.5))*0.5+0.5)+(#ppt_y- ((floor(#ppt_y-0.5)+ceil(#ppt_y-0.5))*0.5+0.5))*$">
                                          <p:val>
                                            <p:strVal val="0"/>
                                          </p:val>
                                        </p:tav>
                                        <p:tav tm="100000">
                                          <p:val>
                                            <p:strVal val="1"/>
                                          </p:val>
                                        </p:tav>
                                      </p:tavLst>
                                    </p:anim>
                                    <p:anim to="" calcmode="lin" valueType="num">
                                      <p:cBhvr>
                                        <p:cTn id="41" dur="500" fill="hold">
                                          <p:stCondLst>
                                            <p:cond delay="0"/>
                                          </p:stCondLst>
                                        </p:cTn>
                                        <p:tgtEl>
                                          <p:spTgt spid="52"/>
                                        </p:tgtEl>
                                        <p:attrNameLst>
                                          <p:attrName>style.opacity</p:attrName>
                                        </p:attrNameLst>
                                      </p:cBhvr>
                                      <p:tavLst>
                                        <p:tav tm="0">
                                          <p:val>
                                            <p:strVal val="0"/>
                                          </p:val>
                                        </p:tav>
                                        <p:tav tm="100000">
                                          <p:val>
                                            <p:strVal val="1"/>
                                          </p:val>
                                        </p:tav>
                                      </p:tavLst>
                                    </p:anim>
                                    <p:anim to="" calcmode="lin" valueType="num">
                                      <p:cBhvr>
                                        <p:cTn id="42" dur="500" fill="hold">
                                          <p:stCondLst>
                                            <p:cond delay="0"/>
                                          </p:stCondLst>
                                        </p:cTn>
                                        <p:tgtEl>
                                          <p:spTgt spid="52"/>
                                        </p:tgtEl>
                                        <p:attrNameLst>
                                          <p:attrName>ppt_w</p:attrName>
                                        </p:attrNameLst>
                                      </p:cBhvr>
                                      <p:tavLst>
                                        <p:tav tm="0">
                                          <p:val>
                                            <p:strVal val="#ppt_w*2"/>
                                          </p:val>
                                        </p:tav>
                                        <p:tav tm="100000">
                                          <p:val>
                                            <p:strVal val="#ppt_w"/>
                                          </p:val>
                                        </p:tav>
                                      </p:tavLst>
                                    </p:anim>
                                    <p:anim to="" calcmode="lin" valueType="num">
                                      <p:cBhvr>
                                        <p:cTn id="43" dur="500" fill="hold">
                                          <p:stCondLst>
                                            <p:cond delay="0"/>
                                          </p:stCondLst>
                                        </p:cTn>
                                        <p:tgtEl>
                                          <p:spTgt spid="52"/>
                                        </p:tgtEl>
                                        <p:attrNameLst>
                                          <p:attrName>ppt_h</p:attrName>
                                        </p:attrNameLst>
                                      </p:cBhvr>
                                      <p:tavLst>
                                        <p:tav tm="0">
                                          <p:val>
                                            <p:strVal val="#ppt_h*2"/>
                                          </p:val>
                                        </p:tav>
                                        <p:tav tm="100000">
                                          <p:val>
                                            <p:strVal val="#ppt_h"/>
                                          </p:val>
                                        </p:tav>
                                      </p:tavLst>
                                    </p:anim>
                                  </p:childTnLst>
                                </p:cTn>
                              </p:par>
                              <p:par>
                                <p:cTn id="44" presetID="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to="" calcmode="lin" valueType="num">
                                      <p:cBhvr>
                                        <p:cTn id="46" dur="500" fill="hold">
                                          <p:stCondLst>
                                            <p:cond delay="0"/>
                                          </p:stCondLst>
                                        </p:cTn>
                                        <p:tgtEl>
                                          <p:spTgt spid="12"/>
                                        </p:tgtEl>
                                        <p:attrNameLst>
                                          <p:attrName>ppt_x</p:attrName>
                                        </p:attrNameLst>
                                      </p:cBhvr>
                                      <p:tavLst>
                                        <p:tav tm="0" fmla="((floor(#ppt_x-0.5)+ceil(#ppt_x-0.5))*0.5+0.5)+(#ppt_x- ((floor(#ppt_x-0.5)+ceil(#ppt_x-0.5))*0.5+0.5))*$">
                                          <p:val>
                                            <p:strVal val="0"/>
                                          </p:val>
                                        </p:tav>
                                        <p:tav tm="100000">
                                          <p:val>
                                            <p:strVal val="1"/>
                                          </p:val>
                                        </p:tav>
                                      </p:tavLst>
                                    </p:anim>
                                    <p:anim to="" calcmode="lin" valueType="num">
                                      <p:cBhvr>
                                        <p:cTn id="47" dur="500" fill="hold">
                                          <p:stCondLst>
                                            <p:cond delay="0"/>
                                          </p:stCondLst>
                                        </p:cTn>
                                        <p:tgtEl>
                                          <p:spTgt spid="12"/>
                                        </p:tgtEl>
                                        <p:attrNameLst>
                                          <p:attrName>ppt_y</p:attrName>
                                        </p:attrNameLst>
                                      </p:cBhvr>
                                      <p:tavLst>
                                        <p:tav tm="0" fmla="((floor(#ppt_y-0.5)+ceil(#ppt_y-0.5))*0.5+0.5)+(#ppt_y- ((floor(#ppt_y-0.5)+ceil(#ppt_y-0.5))*0.5+0.5))*$">
                                          <p:val>
                                            <p:strVal val="0"/>
                                          </p:val>
                                        </p:tav>
                                        <p:tav tm="100000">
                                          <p:val>
                                            <p:strVal val="1"/>
                                          </p:val>
                                        </p:tav>
                                      </p:tavLst>
                                    </p:anim>
                                    <p:anim to="" calcmode="lin" valueType="num">
                                      <p:cBhvr>
                                        <p:cTn id="48" dur="500" fill="hold">
                                          <p:stCondLst>
                                            <p:cond delay="0"/>
                                          </p:stCondLst>
                                        </p:cTn>
                                        <p:tgtEl>
                                          <p:spTgt spid="12"/>
                                        </p:tgtEl>
                                        <p:attrNameLst>
                                          <p:attrName>style.opacity</p:attrName>
                                        </p:attrNameLst>
                                      </p:cBhvr>
                                      <p:tavLst>
                                        <p:tav tm="0">
                                          <p:val>
                                            <p:strVal val="0"/>
                                          </p:val>
                                        </p:tav>
                                        <p:tav tm="100000">
                                          <p:val>
                                            <p:strVal val="1"/>
                                          </p:val>
                                        </p:tav>
                                      </p:tavLst>
                                    </p:anim>
                                    <p:anim to="" calcmode="lin" valueType="num">
                                      <p:cBhvr>
                                        <p:cTn id="49" dur="500" fill="hold">
                                          <p:stCondLst>
                                            <p:cond delay="0"/>
                                          </p:stCondLst>
                                        </p:cTn>
                                        <p:tgtEl>
                                          <p:spTgt spid="12"/>
                                        </p:tgtEl>
                                        <p:attrNameLst>
                                          <p:attrName>ppt_w</p:attrName>
                                        </p:attrNameLst>
                                      </p:cBhvr>
                                      <p:tavLst>
                                        <p:tav tm="0">
                                          <p:val>
                                            <p:strVal val="#ppt_w*2"/>
                                          </p:val>
                                        </p:tav>
                                        <p:tav tm="100000">
                                          <p:val>
                                            <p:strVal val="#ppt_w"/>
                                          </p:val>
                                        </p:tav>
                                      </p:tavLst>
                                    </p:anim>
                                    <p:anim to="" calcmode="lin" valueType="num">
                                      <p:cBhvr>
                                        <p:cTn id="50" dur="500" fill="hold">
                                          <p:stCondLst>
                                            <p:cond delay="0"/>
                                          </p:stCondLst>
                                        </p:cTn>
                                        <p:tgtEl>
                                          <p:spTgt spid="12"/>
                                        </p:tgtEl>
                                        <p:attrNameLst>
                                          <p:attrName>ppt_h</p:attrName>
                                        </p:attrNameLst>
                                      </p:cBhvr>
                                      <p:tavLst>
                                        <p:tav tm="0">
                                          <p:val>
                                            <p:strVal val="#ppt_h*2"/>
                                          </p:val>
                                        </p:tav>
                                        <p:tav tm="100000">
                                          <p:val>
                                            <p:strVal val="#ppt_h"/>
                                          </p:val>
                                        </p:tav>
                                      </p:tavLst>
                                    </p:anim>
                                  </p:childTnLst>
                                </p:cTn>
                              </p:par>
                              <p:par>
                                <p:cTn id="51" presetID="0" presetClass="entr" presetSubtype="0" fill="hold" nodeType="withEffect">
                                  <p:stCondLst>
                                    <p:cond delay="5"/>
                                  </p:stCondLst>
                                  <p:childTnLst>
                                    <p:set>
                                      <p:cBhvr>
                                        <p:cTn id="52" dur="1" fill="hold">
                                          <p:stCondLst>
                                            <p:cond delay="0"/>
                                          </p:stCondLst>
                                        </p:cTn>
                                        <p:tgtEl>
                                          <p:spTgt spid="16"/>
                                        </p:tgtEl>
                                        <p:attrNameLst>
                                          <p:attrName>style.visibility</p:attrName>
                                        </p:attrNameLst>
                                      </p:cBhvr>
                                      <p:to>
                                        <p:strVal val="visible"/>
                                      </p:to>
                                    </p:set>
                                    <p:animMotion origin="layout" path="M 0 -1.8338624 L 0 0 E" pathEditMode="relative">
                                      <p:cBhvr from="" to="">
                                        <p:cTn id="53" dur="200" fill="hold">
                                          <p:stCondLst>
                                            <p:cond delay="0"/>
                                          </p:stCondLst>
                                        </p:cTn>
                                        <p:tgtEl>
                                          <p:spTgt spid="16"/>
                                        </p:tgtEl>
                                        <p:attrNameLst>
                                          <p:attrName>ppt_x</p:attrName>
                                          <p:attrName>ppt_y</p:attrName>
                                        </p:attrNameLst>
                                      </p:cBhvr>
                                    </p:animMotion>
                                  </p:childTnLst>
                                </p:cTn>
                              </p:par>
                              <p:par>
                                <p:cTn id="54" presetID="0" presetClass="entr" presetSubtype="0" fill="hold" grpId="0" nodeType="withEffect">
                                  <p:stCondLst>
                                    <p:cond delay="0"/>
                                  </p:stCondLst>
                                  <p:childTnLst>
                                    <p:set>
                                      <p:cBhvr>
                                        <p:cTn id="55" dur="1" fill="hold">
                                          <p:stCondLst>
                                            <p:cond delay="0"/>
                                          </p:stCondLst>
                                        </p:cTn>
                                        <p:tgtEl>
                                          <p:spTgt spid="44"/>
                                        </p:tgtEl>
                                        <p:attrNameLst>
                                          <p:attrName>style.visibility</p:attrName>
                                        </p:attrNameLst>
                                      </p:cBhvr>
                                      <p:to>
                                        <p:strVal val="visible"/>
                                      </p:to>
                                    </p:set>
                                    <p:anim to="" calcmode="lin" valueType="num">
                                      <p:cBhvr>
                                        <p:cTn id="56" dur="500" fill="hold">
                                          <p:stCondLst>
                                            <p:cond delay="0"/>
                                          </p:stCondLst>
                                        </p:cTn>
                                        <p:tgtEl>
                                          <p:spTgt spid="44"/>
                                        </p:tgtEl>
                                        <p:attrNameLst>
                                          <p:attrName>ppt_x</p:attrName>
                                        </p:attrNameLst>
                                      </p:cBhvr>
                                      <p:tavLst>
                                        <p:tav tm="0" fmla="((floor(#ppt_x-0.5)+ceil(#ppt_x-0.5))*0.5+0.5)+(#ppt_x- ((floor(#ppt_x-0.5)+ceil(#ppt_x-0.5))*0.5+0.5))*$">
                                          <p:val>
                                            <p:strVal val="0"/>
                                          </p:val>
                                        </p:tav>
                                        <p:tav tm="100000">
                                          <p:val>
                                            <p:strVal val="1"/>
                                          </p:val>
                                        </p:tav>
                                      </p:tavLst>
                                    </p:anim>
                                    <p:anim to="" calcmode="lin" valueType="num">
                                      <p:cBhvr>
                                        <p:cTn id="57" dur="500" fill="hold">
                                          <p:stCondLst>
                                            <p:cond delay="0"/>
                                          </p:stCondLst>
                                        </p:cTn>
                                        <p:tgtEl>
                                          <p:spTgt spid="44"/>
                                        </p:tgtEl>
                                        <p:attrNameLst>
                                          <p:attrName>ppt_y</p:attrName>
                                        </p:attrNameLst>
                                      </p:cBhvr>
                                      <p:tavLst>
                                        <p:tav tm="0" fmla="((floor(#ppt_y-0.5)+ceil(#ppt_y-0.5))*0.5+0.5)+(#ppt_y- ((floor(#ppt_y-0.5)+ceil(#ppt_y-0.5))*0.5+0.5))*$">
                                          <p:val>
                                            <p:strVal val="0"/>
                                          </p:val>
                                        </p:tav>
                                        <p:tav tm="100000">
                                          <p:val>
                                            <p:strVal val="1"/>
                                          </p:val>
                                        </p:tav>
                                      </p:tavLst>
                                    </p:anim>
                                    <p:anim to="" calcmode="lin" valueType="num">
                                      <p:cBhvr>
                                        <p:cTn id="58" dur="500" fill="hold">
                                          <p:stCondLst>
                                            <p:cond delay="0"/>
                                          </p:stCondLst>
                                        </p:cTn>
                                        <p:tgtEl>
                                          <p:spTgt spid="44"/>
                                        </p:tgtEl>
                                        <p:attrNameLst>
                                          <p:attrName>style.opacity</p:attrName>
                                        </p:attrNameLst>
                                      </p:cBhvr>
                                      <p:tavLst>
                                        <p:tav tm="0">
                                          <p:val>
                                            <p:strVal val="0"/>
                                          </p:val>
                                        </p:tav>
                                        <p:tav tm="100000">
                                          <p:val>
                                            <p:strVal val="1"/>
                                          </p:val>
                                        </p:tav>
                                      </p:tavLst>
                                    </p:anim>
                                    <p:anim to="" calcmode="lin" valueType="num">
                                      <p:cBhvr>
                                        <p:cTn id="59" dur="500" fill="hold">
                                          <p:stCondLst>
                                            <p:cond delay="0"/>
                                          </p:stCondLst>
                                        </p:cTn>
                                        <p:tgtEl>
                                          <p:spTgt spid="44"/>
                                        </p:tgtEl>
                                        <p:attrNameLst>
                                          <p:attrName>ppt_w</p:attrName>
                                        </p:attrNameLst>
                                      </p:cBhvr>
                                      <p:tavLst>
                                        <p:tav tm="0">
                                          <p:val>
                                            <p:strVal val="#ppt_w*2"/>
                                          </p:val>
                                        </p:tav>
                                        <p:tav tm="100000">
                                          <p:val>
                                            <p:strVal val="#ppt_w"/>
                                          </p:val>
                                        </p:tav>
                                      </p:tavLst>
                                    </p:anim>
                                    <p:anim to="" calcmode="lin" valueType="num">
                                      <p:cBhvr>
                                        <p:cTn id="60" dur="500" fill="hold">
                                          <p:stCondLst>
                                            <p:cond delay="0"/>
                                          </p:stCondLst>
                                        </p:cTn>
                                        <p:tgtEl>
                                          <p:spTgt spid="44"/>
                                        </p:tgtEl>
                                        <p:attrNameLst>
                                          <p:attrName>ppt_h</p:attrName>
                                        </p:attrNameLst>
                                      </p:cBhvr>
                                      <p:tavLst>
                                        <p:tav tm="0">
                                          <p:val>
                                            <p:strVal val="#ppt_h*2"/>
                                          </p:val>
                                        </p:tav>
                                        <p:tav tm="100000">
                                          <p:val>
                                            <p:strVal val="#ppt_h"/>
                                          </p:val>
                                        </p:tav>
                                      </p:tavLst>
                                    </p:anim>
                                  </p:childTnLst>
                                </p:cTn>
                              </p:par>
                              <p:par>
                                <p:cTn id="61" presetID="0" presetClass="entr" presetSubtype="0" fill="hold" grpId="0" nodeType="withEffect">
                                  <p:stCondLst>
                                    <p:cond delay="0"/>
                                  </p:stCondLst>
                                  <p:childTnLst>
                                    <p:set>
                                      <p:cBhvr>
                                        <p:cTn id="62" dur="1" fill="hold">
                                          <p:stCondLst>
                                            <p:cond delay="0"/>
                                          </p:stCondLst>
                                        </p:cTn>
                                        <p:tgtEl>
                                          <p:spTgt spid="46"/>
                                        </p:tgtEl>
                                        <p:attrNameLst>
                                          <p:attrName>style.visibility</p:attrName>
                                        </p:attrNameLst>
                                      </p:cBhvr>
                                      <p:to>
                                        <p:strVal val="visible"/>
                                      </p:to>
                                    </p:set>
                                    <p:anim to="" calcmode="lin" valueType="num">
                                      <p:cBhvr>
                                        <p:cTn id="63" dur="500" fill="hold">
                                          <p:stCondLst>
                                            <p:cond delay="0"/>
                                          </p:stCondLst>
                                        </p:cTn>
                                        <p:tgtEl>
                                          <p:spTgt spid="46"/>
                                        </p:tgtEl>
                                        <p:attrNameLst>
                                          <p:attrName>ppt_x</p:attrName>
                                        </p:attrNameLst>
                                      </p:cBhvr>
                                      <p:tavLst>
                                        <p:tav tm="0" fmla="((floor(#ppt_x-0.5)+ceil(#ppt_x-0.5))*0.5+0.5)+(#ppt_x- ((floor(#ppt_x-0.5)+ceil(#ppt_x-0.5))*0.5+0.5))*$">
                                          <p:val>
                                            <p:strVal val="0"/>
                                          </p:val>
                                        </p:tav>
                                        <p:tav tm="100000">
                                          <p:val>
                                            <p:strVal val="1"/>
                                          </p:val>
                                        </p:tav>
                                      </p:tavLst>
                                    </p:anim>
                                    <p:anim to="" calcmode="lin" valueType="num">
                                      <p:cBhvr>
                                        <p:cTn id="64" dur="500" fill="hold">
                                          <p:stCondLst>
                                            <p:cond delay="0"/>
                                          </p:stCondLst>
                                        </p:cTn>
                                        <p:tgtEl>
                                          <p:spTgt spid="46"/>
                                        </p:tgtEl>
                                        <p:attrNameLst>
                                          <p:attrName>ppt_y</p:attrName>
                                        </p:attrNameLst>
                                      </p:cBhvr>
                                      <p:tavLst>
                                        <p:tav tm="0" fmla="((floor(#ppt_y-0.5)+ceil(#ppt_y-0.5))*0.5+0.5)+(#ppt_y- ((floor(#ppt_y-0.5)+ceil(#ppt_y-0.5))*0.5+0.5))*$">
                                          <p:val>
                                            <p:strVal val="0"/>
                                          </p:val>
                                        </p:tav>
                                        <p:tav tm="100000">
                                          <p:val>
                                            <p:strVal val="1"/>
                                          </p:val>
                                        </p:tav>
                                      </p:tavLst>
                                    </p:anim>
                                    <p:anim to="" calcmode="lin" valueType="num">
                                      <p:cBhvr>
                                        <p:cTn id="65" dur="500" fill="hold">
                                          <p:stCondLst>
                                            <p:cond delay="0"/>
                                          </p:stCondLst>
                                        </p:cTn>
                                        <p:tgtEl>
                                          <p:spTgt spid="46"/>
                                        </p:tgtEl>
                                        <p:attrNameLst>
                                          <p:attrName>style.opacity</p:attrName>
                                        </p:attrNameLst>
                                      </p:cBhvr>
                                      <p:tavLst>
                                        <p:tav tm="0">
                                          <p:val>
                                            <p:strVal val="0"/>
                                          </p:val>
                                        </p:tav>
                                        <p:tav tm="100000">
                                          <p:val>
                                            <p:strVal val="1"/>
                                          </p:val>
                                        </p:tav>
                                      </p:tavLst>
                                    </p:anim>
                                    <p:anim to="" calcmode="lin" valueType="num">
                                      <p:cBhvr>
                                        <p:cTn id="66" dur="500" fill="hold">
                                          <p:stCondLst>
                                            <p:cond delay="0"/>
                                          </p:stCondLst>
                                        </p:cTn>
                                        <p:tgtEl>
                                          <p:spTgt spid="46"/>
                                        </p:tgtEl>
                                        <p:attrNameLst>
                                          <p:attrName>ppt_w</p:attrName>
                                        </p:attrNameLst>
                                      </p:cBhvr>
                                      <p:tavLst>
                                        <p:tav tm="0">
                                          <p:val>
                                            <p:strVal val="#ppt_w*2"/>
                                          </p:val>
                                        </p:tav>
                                        <p:tav tm="100000">
                                          <p:val>
                                            <p:strVal val="#ppt_w"/>
                                          </p:val>
                                        </p:tav>
                                      </p:tavLst>
                                    </p:anim>
                                    <p:anim to="" calcmode="lin" valueType="num">
                                      <p:cBhvr>
                                        <p:cTn id="67" dur="500" fill="hold">
                                          <p:stCondLst>
                                            <p:cond delay="0"/>
                                          </p:stCondLst>
                                        </p:cTn>
                                        <p:tgtEl>
                                          <p:spTgt spid="46"/>
                                        </p:tgtEl>
                                        <p:attrNameLst>
                                          <p:attrName>ppt_h</p:attrName>
                                        </p:attrNameLst>
                                      </p:cBhvr>
                                      <p:tavLst>
                                        <p:tav tm="0">
                                          <p:val>
                                            <p:strVal val="#ppt_h*2"/>
                                          </p:val>
                                        </p:tav>
                                        <p:tav tm="100000">
                                          <p:val>
                                            <p:strVal val="#ppt_h"/>
                                          </p:val>
                                        </p:tav>
                                      </p:tavLst>
                                    </p:anim>
                                  </p:childTnLst>
                                </p:cTn>
                              </p:par>
                              <p:par>
                                <p:cTn id="68" presetID="0" presetClass="entr" presetSubtype="0" fill="hold" nodeType="withEffect">
                                  <p:stCondLst>
                                    <p:cond delay="18"/>
                                  </p:stCondLst>
                                  <p:childTnLst>
                                    <p:set>
                                      <p:cBhvr>
                                        <p:cTn id="69" dur="1" fill="hold">
                                          <p:stCondLst>
                                            <p:cond delay="0"/>
                                          </p:stCondLst>
                                        </p:cTn>
                                        <p:tgtEl>
                                          <p:spTgt spid="25"/>
                                        </p:tgtEl>
                                        <p:attrNameLst>
                                          <p:attrName>style.visibility</p:attrName>
                                        </p:attrNameLst>
                                      </p:cBhvr>
                                      <p:to>
                                        <p:strVal val="visible"/>
                                      </p:to>
                                    </p:set>
                                    <p:animMotion origin="layout" path="M 0.81864834 -1.5673041 L 0 0 E" pathEditMode="relative">
                                      <p:cBhvr from="" to="">
                                        <p:cTn id="70" dur="200" fill="hold">
                                          <p:stCondLst>
                                            <p:cond delay="0"/>
                                          </p:stCondLst>
                                        </p:cTn>
                                        <p:tgtEl>
                                          <p:spTgt spid="25"/>
                                        </p:tgtEl>
                                        <p:attrNameLst>
                                          <p:attrName>ppt_x</p:attrName>
                                          <p:attrName>ppt_y</p:attrName>
                                        </p:attrNameLst>
                                      </p:cBhvr>
                                    </p:animMotion>
                                  </p:childTnLst>
                                </p:cTn>
                              </p:par>
                              <p:par>
                                <p:cTn id="71" presetID="0" presetClass="entr" presetSubtype="0" fill="hold" nodeType="withEffect">
                                  <p:stCondLst>
                                    <p:cond delay="4"/>
                                  </p:stCondLst>
                                  <p:childTnLst>
                                    <p:set>
                                      <p:cBhvr>
                                        <p:cTn id="72" dur="1" fill="hold">
                                          <p:stCondLst>
                                            <p:cond delay="0"/>
                                          </p:stCondLst>
                                        </p:cTn>
                                        <p:tgtEl>
                                          <p:spTgt spid="28"/>
                                        </p:tgtEl>
                                        <p:attrNameLst>
                                          <p:attrName>style.visibility</p:attrName>
                                        </p:attrNameLst>
                                      </p:cBhvr>
                                      <p:to>
                                        <p:strVal val="visible"/>
                                      </p:to>
                                    </p:set>
                                    <p:animMotion origin="layout" path="M 0.75620574 -1.4018793 L 0 0 E" pathEditMode="relative">
                                      <p:cBhvr from="" to="">
                                        <p:cTn id="73" dur="200" fill="hold">
                                          <p:stCondLst>
                                            <p:cond delay="0"/>
                                          </p:stCondLst>
                                        </p:cTn>
                                        <p:tgtEl>
                                          <p:spTgt spid="28"/>
                                        </p:tgtEl>
                                        <p:attrNameLst>
                                          <p:attrName>ppt_x</p:attrName>
                                          <p:attrName>ppt_y</p:attrName>
                                        </p:attrNameLst>
                                      </p:cBhvr>
                                    </p:animMotion>
                                  </p:childTnLst>
                                </p:cTn>
                              </p:par>
                              <p:par>
                                <p:cTn id="74" presetID="0" presetClass="entr" presetSubtype="0" fill="hold" grpId="0" nodeType="withEffect">
                                  <p:stCondLst>
                                    <p:cond delay="0"/>
                                  </p:stCondLst>
                                  <p:childTnLst>
                                    <p:set>
                                      <p:cBhvr>
                                        <p:cTn id="75" dur="1" fill="hold">
                                          <p:stCondLst>
                                            <p:cond delay="0"/>
                                          </p:stCondLst>
                                        </p:cTn>
                                        <p:tgtEl>
                                          <p:spTgt spid="59"/>
                                        </p:tgtEl>
                                        <p:attrNameLst>
                                          <p:attrName>style.visibility</p:attrName>
                                        </p:attrNameLst>
                                      </p:cBhvr>
                                      <p:to>
                                        <p:strVal val="visible"/>
                                      </p:to>
                                    </p:set>
                                    <p:anim to="" calcmode="lin" valueType="num">
                                      <p:cBhvr>
                                        <p:cTn id="76" dur="500" fill="hold">
                                          <p:stCondLst>
                                            <p:cond delay="0"/>
                                          </p:stCondLst>
                                        </p:cTn>
                                        <p:tgtEl>
                                          <p:spTgt spid="59"/>
                                        </p:tgtEl>
                                        <p:attrNameLst>
                                          <p:attrName>ppt_x</p:attrName>
                                        </p:attrNameLst>
                                      </p:cBhvr>
                                      <p:tavLst>
                                        <p:tav tm="0" fmla="((floor(#ppt_x-0.5)+ceil(#ppt_x-0.5))*0.5+0.5)+(#ppt_x- ((floor(#ppt_x-0.5)+ceil(#ppt_x-0.5))*0.5+0.5))*$">
                                          <p:val>
                                            <p:strVal val="0"/>
                                          </p:val>
                                        </p:tav>
                                        <p:tav tm="100000">
                                          <p:val>
                                            <p:strVal val="1"/>
                                          </p:val>
                                        </p:tav>
                                      </p:tavLst>
                                    </p:anim>
                                    <p:anim to="" calcmode="lin" valueType="num">
                                      <p:cBhvr>
                                        <p:cTn id="77" dur="500" fill="hold">
                                          <p:stCondLst>
                                            <p:cond delay="0"/>
                                          </p:stCondLst>
                                        </p:cTn>
                                        <p:tgtEl>
                                          <p:spTgt spid="59"/>
                                        </p:tgtEl>
                                        <p:attrNameLst>
                                          <p:attrName>ppt_y</p:attrName>
                                        </p:attrNameLst>
                                      </p:cBhvr>
                                      <p:tavLst>
                                        <p:tav tm="0" fmla="((floor(#ppt_y-0.5)+ceil(#ppt_y-0.5))*0.5+0.5)+(#ppt_y- ((floor(#ppt_y-0.5)+ceil(#ppt_y-0.5))*0.5+0.5))*$">
                                          <p:val>
                                            <p:strVal val="0"/>
                                          </p:val>
                                        </p:tav>
                                        <p:tav tm="100000">
                                          <p:val>
                                            <p:strVal val="1"/>
                                          </p:val>
                                        </p:tav>
                                      </p:tavLst>
                                    </p:anim>
                                    <p:anim to="" calcmode="lin" valueType="num">
                                      <p:cBhvr>
                                        <p:cTn id="78" dur="500" fill="hold">
                                          <p:stCondLst>
                                            <p:cond delay="0"/>
                                          </p:stCondLst>
                                        </p:cTn>
                                        <p:tgtEl>
                                          <p:spTgt spid="59"/>
                                        </p:tgtEl>
                                        <p:attrNameLst>
                                          <p:attrName>style.opacity</p:attrName>
                                        </p:attrNameLst>
                                      </p:cBhvr>
                                      <p:tavLst>
                                        <p:tav tm="0">
                                          <p:val>
                                            <p:strVal val="0"/>
                                          </p:val>
                                        </p:tav>
                                        <p:tav tm="100000">
                                          <p:val>
                                            <p:strVal val="1"/>
                                          </p:val>
                                        </p:tav>
                                      </p:tavLst>
                                    </p:anim>
                                    <p:anim to="" calcmode="lin" valueType="num">
                                      <p:cBhvr>
                                        <p:cTn id="79" dur="500" fill="hold">
                                          <p:stCondLst>
                                            <p:cond delay="0"/>
                                          </p:stCondLst>
                                        </p:cTn>
                                        <p:tgtEl>
                                          <p:spTgt spid="59"/>
                                        </p:tgtEl>
                                        <p:attrNameLst>
                                          <p:attrName>ppt_w</p:attrName>
                                        </p:attrNameLst>
                                      </p:cBhvr>
                                      <p:tavLst>
                                        <p:tav tm="0">
                                          <p:val>
                                            <p:strVal val="#ppt_w*2"/>
                                          </p:val>
                                        </p:tav>
                                        <p:tav tm="100000">
                                          <p:val>
                                            <p:strVal val="#ppt_w"/>
                                          </p:val>
                                        </p:tav>
                                      </p:tavLst>
                                    </p:anim>
                                    <p:anim to="" calcmode="lin" valueType="num">
                                      <p:cBhvr>
                                        <p:cTn id="80" dur="500" fill="hold">
                                          <p:stCondLst>
                                            <p:cond delay="0"/>
                                          </p:stCondLst>
                                        </p:cTn>
                                        <p:tgtEl>
                                          <p:spTgt spid="59"/>
                                        </p:tgtEl>
                                        <p:attrNameLst>
                                          <p:attrName>ppt_h</p:attrName>
                                        </p:attrNameLst>
                                      </p:cBhvr>
                                      <p:tavLst>
                                        <p:tav tm="0">
                                          <p:val>
                                            <p:strVal val="#ppt_h*2"/>
                                          </p:val>
                                        </p:tav>
                                        <p:tav tm="100000">
                                          <p:val>
                                            <p:strVal val="#ppt_h"/>
                                          </p:val>
                                        </p:tav>
                                      </p:tavLst>
                                    </p:anim>
                                  </p:childTnLst>
                                </p:cTn>
                              </p:par>
                              <p:par>
                                <p:cTn id="81" presetID="0" presetClass="entr" presetSubtype="0" fill="hold" nodeType="withEffect">
                                  <p:stCondLst>
                                    <p:cond delay="0"/>
                                  </p:stCondLst>
                                  <p:childTnLst>
                                    <p:set>
                                      <p:cBhvr>
                                        <p:cTn id="82" dur="1" fill="hold">
                                          <p:stCondLst>
                                            <p:cond delay="0"/>
                                          </p:stCondLst>
                                        </p:cTn>
                                        <p:tgtEl>
                                          <p:spTgt spid="57"/>
                                        </p:tgtEl>
                                        <p:attrNameLst>
                                          <p:attrName>style.visibility</p:attrName>
                                        </p:attrNameLst>
                                      </p:cBhvr>
                                      <p:to>
                                        <p:strVal val="visible"/>
                                      </p:to>
                                    </p:set>
                                    <p:anim to="" calcmode="lin" valueType="num">
                                      <p:cBhvr>
                                        <p:cTn id="83" dur="500" fill="hold">
                                          <p:stCondLst>
                                            <p:cond delay="0"/>
                                          </p:stCondLst>
                                        </p:cTn>
                                        <p:tgtEl>
                                          <p:spTgt spid="57"/>
                                        </p:tgtEl>
                                        <p:attrNameLst>
                                          <p:attrName>ppt_x</p:attrName>
                                        </p:attrNameLst>
                                      </p:cBhvr>
                                      <p:tavLst>
                                        <p:tav tm="0" fmla="((floor(#ppt_x-0.5)+ceil(#ppt_x-0.5))*0.5+0.5)+(#ppt_x- ((floor(#ppt_x-0.5)+ceil(#ppt_x-0.5))*0.5+0.5))*$">
                                          <p:val>
                                            <p:strVal val="0"/>
                                          </p:val>
                                        </p:tav>
                                        <p:tav tm="100000">
                                          <p:val>
                                            <p:strVal val="1"/>
                                          </p:val>
                                        </p:tav>
                                      </p:tavLst>
                                    </p:anim>
                                    <p:anim to="" calcmode="lin" valueType="num">
                                      <p:cBhvr>
                                        <p:cTn id="84" dur="500" fill="hold">
                                          <p:stCondLst>
                                            <p:cond delay="0"/>
                                          </p:stCondLst>
                                        </p:cTn>
                                        <p:tgtEl>
                                          <p:spTgt spid="57"/>
                                        </p:tgtEl>
                                        <p:attrNameLst>
                                          <p:attrName>ppt_y</p:attrName>
                                        </p:attrNameLst>
                                      </p:cBhvr>
                                      <p:tavLst>
                                        <p:tav tm="0" fmla="((floor(#ppt_y-0.5)+ceil(#ppt_y-0.5))*0.5+0.5)+(#ppt_y- ((floor(#ppt_y-0.5)+ceil(#ppt_y-0.5))*0.5+0.5))*$">
                                          <p:val>
                                            <p:strVal val="0"/>
                                          </p:val>
                                        </p:tav>
                                        <p:tav tm="100000">
                                          <p:val>
                                            <p:strVal val="1"/>
                                          </p:val>
                                        </p:tav>
                                      </p:tavLst>
                                    </p:anim>
                                    <p:anim to="" calcmode="lin" valueType="num">
                                      <p:cBhvr>
                                        <p:cTn id="85" dur="500" fill="hold">
                                          <p:stCondLst>
                                            <p:cond delay="0"/>
                                          </p:stCondLst>
                                        </p:cTn>
                                        <p:tgtEl>
                                          <p:spTgt spid="57"/>
                                        </p:tgtEl>
                                        <p:attrNameLst>
                                          <p:attrName>style.opacity</p:attrName>
                                        </p:attrNameLst>
                                      </p:cBhvr>
                                      <p:tavLst>
                                        <p:tav tm="0">
                                          <p:val>
                                            <p:strVal val="0"/>
                                          </p:val>
                                        </p:tav>
                                        <p:tav tm="100000">
                                          <p:val>
                                            <p:strVal val="1"/>
                                          </p:val>
                                        </p:tav>
                                      </p:tavLst>
                                    </p:anim>
                                    <p:anim to="" calcmode="lin" valueType="num">
                                      <p:cBhvr>
                                        <p:cTn id="86" dur="500" fill="hold">
                                          <p:stCondLst>
                                            <p:cond delay="0"/>
                                          </p:stCondLst>
                                        </p:cTn>
                                        <p:tgtEl>
                                          <p:spTgt spid="57"/>
                                        </p:tgtEl>
                                        <p:attrNameLst>
                                          <p:attrName>ppt_w</p:attrName>
                                        </p:attrNameLst>
                                      </p:cBhvr>
                                      <p:tavLst>
                                        <p:tav tm="0">
                                          <p:val>
                                            <p:strVal val="#ppt_w*2"/>
                                          </p:val>
                                        </p:tav>
                                        <p:tav tm="100000">
                                          <p:val>
                                            <p:strVal val="#ppt_w"/>
                                          </p:val>
                                        </p:tav>
                                      </p:tavLst>
                                    </p:anim>
                                    <p:anim to="" calcmode="lin" valueType="num">
                                      <p:cBhvr>
                                        <p:cTn id="87" dur="500" fill="hold">
                                          <p:stCondLst>
                                            <p:cond delay="0"/>
                                          </p:stCondLst>
                                        </p:cTn>
                                        <p:tgtEl>
                                          <p:spTgt spid="57"/>
                                        </p:tgtEl>
                                        <p:attrNameLst>
                                          <p:attrName>ppt_h</p:attrName>
                                        </p:attrNameLst>
                                      </p:cBhvr>
                                      <p:tavLst>
                                        <p:tav tm="0">
                                          <p:val>
                                            <p:strVal val="#ppt_h*2"/>
                                          </p:val>
                                        </p:tav>
                                        <p:tav tm="100000">
                                          <p:val>
                                            <p:strVal val="#ppt_h"/>
                                          </p:val>
                                        </p:tav>
                                      </p:tavLst>
                                    </p:anim>
                                  </p:childTnLst>
                                </p:cTn>
                              </p:par>
                              <p:par>
                                <p:cTn id="88" presetID="0" presetClass="entr" presetSubtype="0" fill="hold" nodeType="withEffect">
                                  <p:stCondLst>
                                    <p:cond delay="8"/>
                                  </p:stCondLst>
                                  <p:childTnLst>
                                    <p:set>
                                      <p:cBhvr>
                                        <p:cTn id="89" dur="1" fill="hold">
                                          <p:stCondLst>
                                            <p:cond delay="0"/>
                                          </p:stCondLst>
                                        </p:cTn>
                                        <p:tgtEl>
                                          <p:spTgt spid="61"/>
                                        </p:tgtEl>
                                        <p:attrNameLst>
                                          <p:attrName>style.visibility</p:attrName>
                                        </p:attrNameLst>
                                      </p:cBhvr>
                                      <p:to>
                                        <p:strVal val="visible"/>
                                      </p:to>
                                    </p:set>
                                    <p:animMotion origin="layout" path="M -1.1683049 0 L 0 0 E" pathEditMode="relative">
                                      <p:cBhvr from="" to="">
                                        <p:cTn id="90" dur="200" fill="hold">
                                          <p:stCondLst>
                                            <p:cond delay="0"/>
                                          </p:stCondLst>
                                        </p:cTn>
                                        <p:tgtEl>
                                          <p:spTgt spid="6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2" grpId="0" animBg="1"/>
      <p:bldP spid="12" grpId="0" animBg="1"/>
      <p:bldP spid="13" grpId="0"/>
      <p:bldP spid="14" grpId="0"/>
      <p:bldP spid="15" grpId="0"/>
      <p:bldP spid="17" grpId="0"/>
      <p:bldP spid="17" grpId="1"/>
      <p:bldP spid="44" grpId="0" animBg="1"/>
      <p:bldP spid="46" grpId="0" animBg="1"/>
      <p:bldP spid="5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100000"/>
          </a:schemeClr>
        </a:solidFill>
        <a:effectLst/>
      </p:bgPr>
    </p:bg>
    <p:spTree>
      <p:nvGrpSpPr>
        <p:cNvPr id="1" name=""/>
        <p:cNvGrpSpPr/>
        <p:nvPr/>
      </p:nvGrpSpPr>
      <p:grpSpPr>
        <a:xfrm>
          <a:off x="0" y="0"/>
          <a:ext cx="0" cy="0"/>
          <a:chOff x="0" y="0"/>
          <a:chExt cx="0" cy="0"/>
        </a:xfrm>
      </p:grpSpPr>
      <p:pic>
        <p:nvPicPr>
          <p:cNvPr id="4" name="shape 3">
            <a:extLst>
              <a:ext uri="{FF2B5EF4-FFF2-40B4-BE49-F238E27FC236}">
                <a16:creationId xmlns:a16="http://schemas.microsoft.com/office/drawing/2014/main" id="{9C381660-95DE-9E54-9A27-86BE96353B18}"/>
              </a:ext>
            </a:extLst>
          </p:cNvPr>
          <p:cNvPicPr>
            <a:picLocks noChangeAspect="1"/>
          </p:cNvPicPr>
          <p:nvPr>
            <p:custDataLst>
              <p:tags r:id="rId3"/>
            </p:custDataLst>
          </p:nvPr>
        </p:nvPicPr>
        <p:blipFill rotWithShape="1">
          <a:blip r:embed="rId33">
            <a:extLst>
              <a:ext uri="{28A0092B-C50C-407E-A947-70E740481C1C}">
                <a14:useLocalDpi xmlns:a14="http://schemas.microsoft.com/office/drawing/2010/main" val="0"/>
              </a:ext>
            </a:extLst>
          </a:blip>
          <a:srcRect l="16283" r="16283"/>
          <a:stretch>
            <a:fillRect/>
          </a:stretch>
        </p:blipFill>
        <p:spPr>
          <a:xfrm>
            <a:off x="-636" y="0"/>
            <a:ext cx="8231976" cy="6858000"/>
          </a:xfrm>
          <a:prstGeom prst="rect">
            <a:avLst/>
          </a:prstGeom>
        </p:spPr>
      </p:pic>
      <p:sp>
        <p:nvSpPr>
          <p:cNvPr id="23" name="矩形 22"/>
          <p:cNvSpPr/>
          <p:nvPr>
            <p:custDataLst>
              <p:tags r:id="rId4"/>
            </p:custDataLst>
          </p:nvPr>
        </p:nvSpPr>
        <p:spPr>
          <a:xfrm rot="16200000">
            <a:off x="2663825" y="-2669943"/>
            <a:ext cx="6863715" cy="12192635"/>
          </a:xfrm>
          <a:prstGeom prst="rect">
            <a:avLst/>
          </a:pr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文本框 26"/>
          <p:cNvSpPr txBox="1"/>
          <p:nvPr>
            <p:custDataLst>
              <p:tags r:id="rId5"/>
            </p:custDataLst>
          </p:nvPr>
        </p:nvSpPr>
        <p:spPr>
          <a:xfrm>
            <a:off x="667081" y="2781702"/>
            <a:ext cx="1591918" cy="923330"/>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4800" b="1" dirty="0">
                <a:solidFill>
                  <a:schemeClr val="tx2"/>
                </a:solidFill>
                <a:latin typeface="微软雅黑" panose="020B0503020204020204" charset="-122"/>
                <a:ea typeface="微软雅黑" panose="020B0503020204020204" charset="-122"/>
              </a:rPr>
              <a:t>目录</a:t>
            </a:r>
          </a:p>
        </p:txBody>
      </p:sp>
      <p:sp>
        <p:nvSpPr>
          <p:cNvPr id="6" name="文本框 27"/>
          <p:cNvSpPr txBox="1"/>
          <p:nvPr>
            <p:custDataLst>
              <p:tags r:id="rId6"/>
            </p:custDataLst>
          </p:nvPr>
        </p:nvSpPr>
        <p:spPr>
          <a:xfrm>
            <a:off x="667081" y="3705032"/>
            <a:ext cx="1591918" cy="369332"/>
          </a:xfrm>
          <a:prstGeom prst="rect">
            <a:avLst/>
          </a:prstGeom>
          <a:noFill/>
        </p:spPr>
        <p:txBody>
          <a:bodyPr wrap="square" rtlCol="0">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tx2"/>
                </a:solidFill>
                <a:latin typeface="微软雅黑" panose="020B0503020204020204" charset="-122"/>
                <a:ea typeface="微软雅黑" panose="020B0503020204020204" charset="-122"/>
              </a:rPr>
              <a:t>Content</a:t>
            </a:r>
            <a:endParaRPr lang="en-US" altLang="zh-CN" sz="1800" i="1" dirty="0">
              <a:solidFill>
                <a:schemeClr val="tx2"/>
              </a:solidFill>
              <a:latin typeface="微软雅黑" panose="020B0503020204020204" charset="-122"/>
              <a:ea typeface="微软雅黑" panose="020B0503020204020204" charset="-122"/>
            </a:endParaRPr>
          </a:p>
        </p:txBody>
      </p:sp>
      <p:sp>
        <p:nvSpPr>
          <p:cNvPr id="7" name="任意多边形 38"/>
          <p:cNvSpPr/>
          <p:nvPr>
            <p:custDataLst>
              <p:tags r:id="rId7"/>
            </p:custDataLst>
          </p:nvPr>
        </p:nvSpPr>
        <p:spPr>
          <a:xfrm>
            <a:off x="2926080" y="-30798"/>
            <a:ext cx="9265920" cy="6891655"/>
          </a:xfrm>
          <a:custGeom>
            <a:avLst/>
            <a:gdLst>
              <a:gd name="adj" fmla="val 583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4592" h="10853">
                <a:moveTo>
                  <a:pt x="633" y="0"/>
                </a:moveTo>
                <a:lnTo>
                  <a:pt x="14592" y="0"/>
                </a:lnTo>
                <a:lnTo>
                  <a:pt x="14592" y="10853"/>
                </a:lnTo>
                <a:lnTo>
                  <a:pt x="633" y="10853"/>
                </a:lnTo>
                <a:cubicBezTo>
                  <a:pt x="283" y="10853"/>
                  <a:pt x="0" y="10570"/>
                  <a:pt x="0" y="10220"/>
                </a:cubicBezTo>
                <a:lnTo>
                  <a:pt x="0" y="633"/>
                </a:lnTo>
                <a:cubicBezTo>
                  <a:pt x="0" y="283"/>
                  <a:pt x="283" y="0"/>
                  <a:pt x="633" y="0"/>
                </a:cubicBezTo>
                <a:close/>
              </a:path>
            </a:pathLst>
          </a:cu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8" name="Text3"/>
          <p:cNvGrpSpPr/>
          <p:nvPr>
            <p:custDataLst>
              <p:tags r:id="rId8"/>
            </p:custDataLst>
          </p:nvPr>
        </p:nvGrpSpPr>
        <p:grpSpPr>
          <a:xfrm>
            <a:off x="3910692" y="930182"/>
            <a:ext cx="7296027" cy="640467"/>
            <a:chOff x="4019581" y="1199646"/>
            <a:chExt cx="7296027" cy="640467"/>
          </a:xfrm>
        </p:grpSpPr>
        <p:sp>
          <p:nvSpPr>
            <p:cNvPr id="21" name="Text1"/>
            <p:cNvSpPr/>
            <p:nvPr>
              <p:custDataLst>
                <p:tags r:id="rId29"/>
              </p:custDataLst>
            </p:nvPr>
          </p:nvSpPr>
          <p:spPr>
            <a:xfrm>
              <a:off x="4019581" y="1312159"/>
              <a:ext cx="415440" cy="415440"/>
            </a:xfrm>
            <a:prstGeom prst="ellipse">
              <a:avLst/>
            </a:prstGeom>
            <a:solidFill>
              <a:schemeClr val="accent1"/>
            </a:solidFill>
            <a:ln w="10160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a:ln>
                    <a:noFill/>
                  </a:ln>
                  <a:solidFill>
                    <a:schemeClr val="tx2"/>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1</a:t>
              </a:r>
              <a:endParaRPr kumimoji="0" lang="en-US" altLang="zh-CN"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2" name="Text2"/>
            <p:cNvSpPr txBox="1"/>
            <p:nvPr>
              <p:custDataLst>
                <p:tags r:id="rId30"/>
              </p:custDataLst>
            </p:nvPr>
          </p:nvSpPr>
          <p:spPr>
            <a:xfrm>
              <a:off x="4658754" y="1199646"/>
              <a:ext cx="6656854"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charset="-122"/>
                  <a:ea typeface="微软雅黑" panose="020B0503020204020204" charset="-122"/>
                  <a:sym typeface="+mn-ea"/>
                </a:rPr>
                <a:t>大数据概述</a:t>
              </a:r>
              <a:endParaRPr lang="zh-CN" altLang="en-US" dirty="0">
                <a:latin typeface="微软雅黑" panose="020B0503020204020204" charset="-122"/>
                <a:ea typeface="微软雅黑" panose="020B0503020204020204" charset="-122"/>
                <a:sym typeface="+mn-ea"/>
              </a:endParaRPr>
            </a:p>
          </p:txBody>
        </p:sp>
      </p:grpSp>
      <p:grpSp>
        <p:nvGrpSpPr>
          <p:cNvPr id="9" name="Text6"/>
          <p:cNvGrpSpPr/>
          <p:nvPr>
            <p:custDataLst>
              <p:tags r:id="rId9"/>
            </p:custDataLst>
          </p:nvPr>
        </p:nvGrpSpPr>
        <p:grpSpPr>
          <a:xfrm>
            <a:off x="3910692" y="1815806"/>
            <a:ext cx="7296027" cy="640467"/>
            <a:chOff x="4019581" y="1199646"/>
            <a:chExt cx="7296027" cy="640467"/>
          </a:xfrm>
        </p:grpSpPr>
        <p:sp>
          <p:nvSpPr>
            <p:cNvPr id="19" name="Text4"/>
            <p:cNvSpPr/>
            <p:nvPr>
              <p:custDataLst>
                <p:tags r:id="rId27"/>
              </p:custDataLst>
            </p:nvPr>
          </p:nvSpPr>
          <p:spPr>
            <a:xfrm>
              <a:off x="4019581" y="1312159"/>
              <a:ext cx="415440" cy="415440"/>
            </a:xfrm>
            <a:prstGeom prst="ellipse">
              <a:avLst/>
            </a:prstGeom>
            <a:solidFill>
              <a:schemeClr val="accent1"/>
            </a:solidFill>
            <a:ln w="10160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2</a:t>
              </a:r>
              <a:endParaRPr kumimoji="0" lang="en-US" altLang="zh-CN"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0" name="Text5"/>
            <p:cNvSpPr txBox="1"/>
            <p:nvPr>
              <p:custDataLst>
                <p:tags r:id="rId28"/>
              </p:custDataLst>
            </p:nvPr>
          </p:nvSpPr>
          <p:spPr>
            <a:xfrm>
              <a:off x="4658754" y="1199646"/>
              <a:ext cx="6656854"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charset="-122"/>
                  <a:ea typeface="微软雅黑" panose="020B0503020204020204" charset="-122"/>
                  <a:sym typeface="+mn-ea"/>
                </a:rPr>
                <a:t>大数据技术发展</a:t>
              </a:r>
              <a:endParaRPr lang="zh-CN" altLang="en-US" dirty="0">
                <a:latin typeface="微软雅黑" panose="020B0503020204020204" charset="-122"/>
                <a:ea typeface="微软雅黑" panose="020B0503020204020204" charset="-122"/>
                <a:sym typeface="+mn-ea"/>
              </a:endParaRPr>
            </a:p>
          </p:txBody>
        </p:sp>
      </p:grpSp>
      <p:grpSp>
        <p:nvGrpSpPr>
          <p:cNvPr id="10" name="Text9"/>
          <p:cNvGrpSpPr/>
          <p:nvPr>
            <p:custDataLst>
              <p:tags r:id="rId10"/>
            </p:custDataLst>
          </p:nvPr>
        </p:nvGrpSpPr>
        <p:grpSpPr>
          <a:xfrm>
            <a:off x="3910692" y="2701430"/>
            <a:ext cx="7296027" cy="640467"/>
            <a:chOff x="4019581" y="1199646"/>
            <a:chExt cx="7296027" cy="640467"/>
          </a:xfrm>
        </p:grpSpPr>
        <p:sp>
          <p:nvSpPr>
            <p:cNvPr id="17" name="Text7"/>
            <p:cNvSpPr/>
            <p:nvPr>
              <p:custDataLst>
                <p:tags r:id="rId25"/>
              </p:custDataLst>
            </p:nvPr>
          </p:nvSpPr>
          <p:spPr>
            <a:xfrm>
              <a:off x="4019581" y="1312159"/>
              <a:ext cx="415440" cy="415440"/>
            </a:xfrm>
            <a:prstGeom prst="ellipse">
              <a:avLst/>
            </a:prstGeom>
            <a:solidFill>
              <a:schemeClr val="accent1"/>
            </a:solidFill>
            <a:ln w="10160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3</a:t>
              </a:r>
              <a:endParaRPr kumimoji="0" lang="en-US" altLang="zh-CN"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18" name="Text8"/>
            <p:cNvSpPr txBox="1"/>
            <p:nvPr>
              <p:custDataLst>
                <p:tags r:id="rId26"/>
              </p:custDataLst>
            </p:nvPr>
          </p:nvSpPr>
          <p:spPr>
            <a:xfrm>
              <a:off x="4658754" y="1199646"/>
              <a:ext cx="6656854"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charset="-122"/>
                  <a:ea typeface="微软雅黑" panose="020B0503020204020204" charset="-122"/>
                  <a:sym typeface="+mn-ea"/>
                </a:rPr>
                <a:t>大数据在各领域的应用</a:t>
              </a:r>
              <a:endParaRPr lang="zh-CN" altLang="en-US" dirty="0">
                <a:latin typeface="微软雅黑" panose="020B0503020204020204" charset="-122"/>
                <a:ea typeface="微软雅黑" panose="020B0503020204020204" charset="-122"/>
                <a:sym typeface="+mn-ea"/>
              </a:endParaRPr>
            </a:p>
          </p:txBody>
        </p:sp>
      </p:grpSp>
      <p:grpSp>
        <p:nvGrpSpPr>
          <p:cNvPr id="11" name="Text12"/>
          <p:cNvGrpSpPr/>
          <p:nvPr>
            <p:custDataLst>
              <p:tags r:id="rId11"/>
            </p:custDataLst>
          </p:nvPr>
        </p:nvGrpSpPr>
        <p:grpSpPr>
          <a:xfrm>
            <a:off x="3910692" y="3587054"/>
            <a:ext cx="7296027" cy="640467"/>
            <a:chOff x="4019581" y="1199646"/>
            <a:chExt cx="7296027" cy="640467"/>
          </a:xfrm>
        </p:grpSpPr>
        <p:sp>
          <p:nvSpPr>
            <p:cNvPr id="15" name="Text10"/>
            <p:cNvSpPr/>
            <p:nvPr>
              <p:custDataLst>
                <p:tags r:id="rId23"/>
              </p:custDataLst>
            </p:nvPr>
          </p:nvSpPr>
          <p:spPr>
            <a:xfrm>
              <a:off x="4019581" y="1312159"/>
              <a:ext cx="415440" cy="415440"/>
            </a:xfrm>
            <a:prstGeom prst="ellipse">
              <a:avLst/>
            </a:prstGeom>
            <a:solidFill>
              <a:schemeClr val="accent1"/>
            </a:solidFill>
            <a:ln w="10160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4</a:t>
              </a:r>
              <a:endParaRPr kumimoji="0" lang="en-US" altLang="zh-CN"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16" name="Text11"/>
            <p:cNvSpPr txBox="1"/>
            <p:nvPr>
              <p:custDataLst>
                <p:tags r:id="rId24"/>
              </p:custDataLst>
            </p:nvPr>
          </p:nvSpPr>
          <p:spPr>
            <a:xfrm>
              <a:off x="4658754" y="1199646"/>
              <a:ext cx="6656854"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charset="-122"/>
                  <a:ea typeface="微软雅黑" panose="020B0503020204020204" charset="-122"/>
                  <a:sym typeface="+mn-ea"/>
                </a:rPr>
                <a:t>大数据带来的变革</a:t>
              </a:r>
              <a:endParaRPr lang="zh-CN" altLang="en-US" dirty="0">
                <a:latin typeface="微软雅黑" panose="020B0503020204020204" charset="-122"/>
                <a:ea typeface="微软雅黑" panose="020B0503020204020204" charset="-122"/>
                <a:sym typeface="+mn-ea"/>
              </a:endParaRPr>
            </a:p>
          </p:txBody>
        </p:sp>
      </p:grpSp>
      <p:grpSp>
        <p:nvGrpSpPr>
          <p:cNvPr id="12" name="Text15"/>
          <p:cNvGrpSpPr/>
          <p:nvPr>
            <p:custDataLst>
              <p:tags r:id="rId12"/>
            </p:custDataLst>
          </p:nvPr>
        </p:nvGrpSpPr>
        <p:grpSpPr>
          <a:xfrm>
            <a:off x="3910692" y="4472678"/>
            <a:ext cx="7296027" cy="640467"/>
            <a:chOff x="4019581" y="1199646"/>
            <a:chExt cx="7296027" cy="640467"/>
          </a:xfrm>
        </p:grpSpPr>
        <p:sp>
          <p:nvSpPr>
            <p:cNvPr id="13" name="Text13"/>
            <p:cNvSpPr/>
            <p:nvPr>
              <p:custDataLst>
                <p:tags r:id="rId21"/>
              </p:custDataLst>
            </p:nvPr>
          </p:nvSpPr>
          <p:spPr>
            <a:xfrm>
              <a:off x="4019581" y="1312159"/>
              <a:ext cx="415440" cy="415440"/>
            </a:xfrm>
            <a:prstGeom prst="ellipse">
              <a:avLst/>
            </a:prstGeom>
            <a:solidFill>
              <a:schemeClr val="accent1"/>
            </a:solidFill>
            <a:ln w="10160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5</a:t>
              </a:r>
              <a:endParaRPr kumimoji="0" lang="en-US" altLang="zh-CN"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14" name="Text14"/>
            <p:cNvSpPr txBox="1"/>
            <p:nvPr>
              <p:custDataLst>
                <p:tags r:id="rId22"/>
              </p:custDataLst>
            </p:nvPr>
          </p:nvSpPr>
          <p:spPr>
            <a:xfrm>
              <a:off x="4658754" y="1199646"/>
              <a:ext cx="6656854"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charset="-122"/>
                  <a:ea typeface="微软雅黑" panose="020B0503020204020204" charset="-122"/>
                  <a:sym typeface="+mn-ea"/>
                </a:rPr>
                <a:t>面临的机遇与挑战</a:t>
              </a:r>
              <a:endParaRPr lang="zh-CN" altLang="en-US" dirty="0">
                <a:latin typeface="微软雅黑" panose="020B0503020204020204" charset="-122"/>
                <a:ea typeface="微软雅黑" panose="020B0503020204020204" charset="-122"/>
                <a:sym typeface="+mn-ea"/>
              </a:endParaRPr>
            </a:p>
          </p:txBody>
        </p:sp>
      </p:grpSp>
      <p:sp>
        <p:nvSpPr>
          <p:cNvPr id="24" name="任意多边形: 形状 23">
            <a:extLst>
              <a:ext uri="{FF2B5EF4-FFF2-40B4-BE49-F238E27FC236}">
                <a16:creationId xmlns:a16="http://schemas.microsoft.com/office/drawing/2014/main" id="{F7474221-254F-30F2-6DF8-34114F7AB686}"/>
              </a:ext>
            </a:extLst>
          </p:cNvPr>
          <p:cNvSpPr/>
          <p:nvPr>
            <p:custDataLst>
              <p:tags r:id="rId13"/>
            </p:custDataLst>
          </p:nvPr>
        </p:nvSpPr>
        <p:spPr>
          <a:xfrm flipV="1">
            <a:off x="10894206" y="5460728"/>
            <a:ext cx="1297794" cy="1397272"/>
          </a:xfrm>
          <a:custGeom>
            <a:avLst/>
            <a:gdLst>
              <a:gd name="connsiteX0" fmla="*/ 1297794 w 1297794"/>
              <a:gd name="connsiteY0" fmla="*/ 1397272 h 1397272"/>
              <a:gd name="connsiteX1" fmla="*/ 1297794 w 1297794"/>
              <a:gd name="connsiteY1" fmla="*/ 0 h 1397272"/>
              <a:gd name="connsiteX2" fmla="*/ 0 w 1297794"/>
              <a:gd name="connsiteY2" fmla="*/ 0 h 1397272"/>
            </a:gdLst>
            <a:ahLst/>
            <a:cxnLst>
              <a:cxn ang="0">
                <a:pos x="connsiteX0" y="connsiteY0"/>
              </a:cxn>
              <a:cxn ang="0">
                <a:pos x="connsiteX1" y="connsiteY1"/>
              </a:cxn>
              <a:cxn ang="0">
                <a:pos x="connsiteX2" y="connsiteY2"/>
              </a:cxn>
            </a:cxnLst>
            <a:rect l="l" t="t" r="r" b="b"/>
            <a:pathLst>
              <a:path w="1297794" h="1397272">
                <a:moveTo>
                  <a:pt x="1297794" y="1397272"/>
                </a:moveTo>
                <a:lnTo>
                  <a:pt x="1297794" y="0"/>
                </a:lnTo>
                <a:lnTo>
                  <a:pt x="0" y="0"/>
                </a:lnTo>
                <a:close/>
              </a:path>
            </a:pathLst>
          </a:custGeom>
          <a:solidFill>
            <a:schemeClr val="accent1"/>
          </a:solidFill>
          <a:ln w="8249"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10C97A0C-3839-FC77-4EBD-D7B9EDA2B629}"/>
              </a:ext>
            </a:extLst>
          </p:cNvPr>
          <p:cNvSpPr/>
          <p:nvPr>
            <p:custDataLst>
              <p:tags r:id="rId14"/>
            </p:custDataLst>
          </p:nvPr>
        </p:nvSpPr>
        <p:spPr>
          <a:xfrm rot="2557806" flipH="1">
            <a:off x="10522589" y="3215484"/>
            <a:ext cx="939044" cy="4563474"/>
          </a:xfrm>
          <a:custGeom>
            <a:avLst/>
            <a:gdLst>
              <a:gd name="connsiteX0" fmla="*/ 939044 w 939044"/>
              <a:gd name="connsiteY0" fmla="*/ 0 h 4563474"/>
              <a:gd name="connsiteX1" fmla="*/ 0 w 939044"/>
              <a:gd name="connsiteY1" fmla="*/ 1020127 h 4563474"/>
              <a:gd name="connsiteX2" fmla="*/ 0 w 939044"/>
              <a:gd name="connsiteY2" fmla="*/ 3699068 h 4563474"/>
              <a:gd name="connsiteX3" fmla="*/ 939044 w 939044"/>
              <a:gd name="connsiteY3" fmla="*/ 4563474 h 4563474"/>
            </a:gdLst>
            <a:ahLst/>
            <a:cxnLst>
              <a:cxn ang="0">
                <a:pos x="connsiteX0" y="connsiteY0"/>
              </a:cxn>
              <a:cxn ang="0">
                <a:pos x="connsiteX1" y="connsiteY1"/>
              </a:cxn>
              <a:cxn ang="0">
                <a:pos x="connsiteX2" y="connsiteY2"/>
              </a:cxn>
              <a:cxn ang="0">
                <a:pos x="connsiteX3" y="connsiteY3"/>
              </a:cxn>
            </a:cxnLst>
            <a:rect l="l" t="t" r="r" b="b"/>
            <a:pathLst>
              <a:path w="939044" h="4563474">
                <a:moveTo>
                  <a:pt x="939044" y="0"/>
                </a:moveTo>
                <a:lnTo>
                  <a:pt x="0" y="1020127"/>
                </a:lnTo>
                <a:lnTo>
                  <a:pt x="0" y="3699068"/>
                </a:lnTo>
                <a:lnTo>
                  <a:pt x="939044" y="456347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26" name="直接连接符 25">
            <a:extLst>
              <a:ext uri="{FF2B5EF4-FFF2-40B4-BE49-F238E27FC236}">
                <a16:creationId xmlns:a16="http://schemas.microsoft.com/office/drawing/2014/main" id="{A5FB205C-CB02-D7A6-2FB6-7EF643AE3370}"/>
              </a:ext>
            </a:extLst>
          </p:cNvPr>
          <p:cNvCxnSpPr>
            <a:cxnSpLocks/>
          </p:cNvCxnSpPr>
          <p:nvPr>
            <p:custDataLst>
              <p:tags r:id="rId15"/>
            </p:custDataLst>
          </p:nvPr>
        </p:nvCxnSpPr>
        <p:spPr>
          <a:xfrm flipH="1">
            <a:off x="8822541" y="3228975"/>
            <a:ext cx="3369459" cy="362902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C13D1DA9-5692-2C47-9067-81B560419EB2}"/>
              </a:ext>
            </a:extLst>
          </p:cNvPr>
          <p:cNvCxnSpPr>
            <a:cxnSpLocks/>
          </p:cNvCxnSpPr>
          <p:nvPr>
            <p:custDataLst>
              <p:tags r:id="rId16"/>
            </p:custDataLst>
          </p:nvPr>
        </p:nvCxnSpPr>
        <p:spPr>
          <a:xfrm flipH="1">
            <a:off x="10629900" y="5229225"/>
            <a:ext cx="1562100" cy="162877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Text18">
            <a:extLst>
              <a:ext uri="{FF2B5EF4-FFF2-40B4-BE49-F238E27FC236}">
                <a16:creationId xmlns:a16="http://schemas.microsoft.com/office/drawing/2014/main" id="{B09FCF9C-61DB-9F68-6173-C216A626691B}"/>
              </a:ext>
            </a:extLst>
          </p:cNvPr>
          <p:cNvGrpSpPr/>
          <p:nvPr>
            <p:custDataLst>
              <p:tags r:id="rId17"/>
            </p:custDataLst>
          </p:nvPr>
        </p:nvGrpSpPr>
        <p:grpSpPr>
          <a:xfrm>
            <a:off x="3910692" y="5358302"/>
            <a:ext cx="7296027" cy="640467"/>
            <a:chOff x="4019581" y="1199646"/>
            <a:chExt cx="7296027" cy="640467"/>
          </a:xfrm>
        </p:grpSpPr>
        <p:sp>
          <p:nvSpPr>
            <p:cNvPr id="3" name="Text16">
              <a:extLst>
                <a:ext uri="{FF2B5EF4-FFF2-40B4-BE49-F238E27FC236}">
                  <a16:creationId xmlns:a16="http://schemas.microsoft.com/office/drawing/2014/main" id="{4F5740BC-CBEC-381A-02AE-5505D5CDFC59}"/>
                </a:ext>
              </a:extLst>
            </p:cNvPr>
            <p:cNvSpPr/>
            <p:nvPr>
              <p:custDataLst>
                <p:tags r:id="rId19"/>
              </p:custDataLst>
            </p:nvPr>
          </p:nvSpPr>
          <p:spPr>
            <a:xfrm>
              <a:off x="4019581" y="1312159"/>
              <a:ext cx="415440" cy="415440"/>
            </a:xfrm>
            <a:prstGeom prst="ellipse">
              <a:avLst/>
            </a:prstGeom>
            <a:solidFill>
              <a:schemeClr val="accent1"/>
            </a:solidFill>
            <a:ln w="101600">
              <a:solidFill>
                <a:schemeClr val="accent1">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6</a:t>
              </a:r>
              <a:endParaRPr kumimoji="0" lang="en-US" altLang="zh-CN"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8" name="Text17">
              <a:extLst>
                <a:ext uri="{FF2B5EF4-FFF2-40B4-BE49-F238E27FC236}">
                  <a16:creationId xmlns:a16="http://schemas.microsoft.com/office/drawing/2014/main" id="{73EA5A13-EA04-5D05-C0B4-6D0BE79370EF}"/>
                </a:ext>
              </a:extLst>
            </p:cNvPr>
            <p:cNvSpPr txBox="1"/>
            <p:nvPr>
              <p:custDataLst>
                <p:tags r:id="rId20"/>
              </p:custDataLst>
            </p:nvPr>
          </p:nvSpPr>
          <p:spPr>
            <a:xfrm>
              <a:off x="4658754" y="1199646"/>
              <a:ext cx="6656854" cy="640467"/>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a:latin typeface="微软雅黑" panose="020B0503020204020204" charset="-122"/>
                  <a:ea typeface="微软雅黑" panose="020B0503020204020204" charset="-122"/>
                  <a:sym typeface="+mn-ea"/>
                </a:rPr>
                <a:t>未来展望与发展趋势</a:t>
              </a:r>
              <a:endParaRPr lang="zh-CN" altLang="en-US" dirty="0">
                <a:latin typeface="微软雅黑" panose="020B0503020204020204" charset="-122"/>
                <a:ea typeface="微软雅黑" panose="020B0503020204020204" charset="-122"/>
                <a:sym typeface="+mn-ea"/>
              </a:endParaRPr>
            </a:p>
          </p:txBody>
        </p:sp>
      </p:grpSp>
      <p:sp>
        <p:nvSpPr>
          <p:cNvPr id="29" name="Text20" hidden="1">
            <a:extLst>
              <a:ext uri="{FF2B5EF4-FFF2-40B4-BE49-F238E27FC236}">
                <a16:creationId xmlns:a16="http://schemas.microsoft.com/office/drawing/2014/main" id="{1FEA0AF9-E937-F237-12D2-252C763E2E02}"/>
              </a:ext>
            </a:extLst>
          </p:cNvPr>
          <p:cNvSpPr txBox="1"/>
          <p:nvPr>
            <p:custDataLst>
              <p:tags r:id="rId18"/>
            </p:custDataLst>
          </p:nvPr>
        </p:nvSpPr>
        <p:spPr>
          <a:xfrm>
            <a:off x="23504506" y="46110"/>
            <a:ext cx="11058507"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0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大数据概述</a:t>
            </a:r>
            <a:endParaRPr lang="zh-CN" altLang="en-US" sz="30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custData r:id="rId1"/>
      <p:tags r:id="rId2"/>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strVal val="4/3*#ppt_w"/>
                                          </p:val>
                                        </p:tav>
                                        <p:tav tm="100000">
                                          <p:val>
                                            <p:strVal val="#ppt_w"/>
                                          </p:val>
                                        </p:tav>
                                      </p:tavLst>
                                    </p:anim>
                                    <p:anim calcmode="lin" valueType="num">
                                      <p:cBhvr>
                                        <p:cTn id="8" dur="500" fill="hold"/>
                                        <p:tgtEl>
                                          <p:spTgt spid="23"/>
                                        </p:tgtEl>
                                        <p:attrNameLst>
                                          <p:attrName>ppt_h</p:attrName>
                                        </p:attrNameLst>
                                      </p:cBhvr>
                                      <p:tavLst>
                                        <p:tav tm="0">
                                          <p:val>
                                            <p:strVal val="4/3*#ppt_h"/>
                                          </p:val>
                                        </p:tav>
                                        <p:tav tm="100000">
                                          <p:val>
                                            <p:strVal val="#ppt_h"/>
                                          </p:val>
                                        </p:tav>
                                      </p:tavLst>
                                    </p:anim>
                                  </p:childTnLst>
                                </p:cTn>
                              </p:par>
                              <p:par>
                                <p:cTn id="9" presetID="23" presetClass="entr" presetSubtype="28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strVal val="4/3*#ppt_w"/>
                                          </p:val>
                                        </p:tav>
                                        <p:tav tm="100000">
                                          <p:val>
                                            <p:strVal val="#ppt_w"/>
                                          </p:val>
                                        </p:tav>
                                      </p:tavLst>
                                    </p:anim>
                                    <p:anim calcmode="lin" valueType="num">
                                      <p:cBhvr>
                                        <p:cTn id="12" dur="500" fill="hold"/>
                                        <p:tgtEl>
                                          <p:spTgt spid="7"/>
                                        </p:tgtEl>
                                        <p:attrNameLst>
                                          <p:attrName>ppt_h</p:attrName>
                                        </p:attrNameLst>
                                      </p:cBhvr>
                                      <p:tavLst>
                                        <p:tav tm="0">
                                          <p:val>
                                            <p:strVal val="4/3*#ppt_h"/>
                                          </p:val>
                                        </p:tav>
                                        <p:tav tm="100000">
                                          <p:val>
                                            <p:strVal val="#ppt_h"/>
                                          </p:val>
                                        </p:tav>
                                      </p:tavLst>
                                    </p:anim>
                                  </p:childTnLst>
                                </p:cTn>
                              </p:par>
                              <p:par>
                                <p:cTn id="13" presetID="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to="" calcmode="lin" valueType="num">
                                      <p:cBhvr>
                                        <p:cTn id="15" dur="500" fill="hold">
                                          <p:stCondLst>
                                            <p:cond delay="0"/>
                                          </p:stCondLst>
                                        </p:cTn>
                                        <p:tgtEl>
                                          <p:spTgt spid="4"/>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6" dur="500" fill="hold">
                                          <p:stCondLst>
                                            <p:cond delay="0"/>
                                          </p:stCondLst>
                                        </p:cTn>
                                        <p:tgtEl>
                                          <p:spTgt spid="4"/>
                                        </p:tgtEl>
                                        <p:attrNameLst>
                                          <p:attrName>ppt_y</p:attrName>
                                        </p:attrNameLst>
                                      </p:cBhvr>
                                      <p:tavLst>
                                        <p:tav tm="0" fmla="((floor(#ppt_y-0.5)+ceil(#ppt_y-0.5))*0.5+0.5)+(#ppt_y- ((floor(#ppt_y-0.5)+ceil(#ppt_y-0.5))*0.5+0.5))*$">
                                          <p:val>
                                            <p:strVal val="0"/>
                                          </p:val>
                                        </p:tav>
                                        <p:tav tm="100000">
                                          <p:val>
                                            <p:strVal val="1"/>
                                          </p:val>
                                        </p:tav>
                                      </p:tavLst>
                                    </p:anim>
                                    <p:anim to="" calcmode="lin" valueType="num">
                                      <p:cBhvr>
                                        <p:cTn id="17" dur="500" fill="hold">
                                          <p:stCondLst>
                                            <p:cond delay="0"/>
                                          </p:stCondLst>
                                        </p:cTn>
                                        <p:tgtEl>
                                          <p:spTgt spid="4"/>
                                        </p:tgtEl>
                                        <p:attrNameLst>
                                          <p:attrName>style.opacity</p:attrName>
                                        </p:attrNameLst>
                                      </p:cBhvr>
                                      <p:tavLst>
                                        <p:tav tm="0">
                                          <p:val>
                                            <p:strVal val="0"/>
                                          </p:val>
                                        </p:tav>
                                        <p:tav tm="100000">
                                          <p:val>
                                            <p:strVal val="1"/>
                                          </p:val>
                                        </p:tav>
                                      </p:tavLst>
                                    </p:anim>
                                    <p:anim to="" calcmode="lin" valueType="num">
                                      <p:cBhvr>
                                        <p:cTn id="18" dur="500" fill="hold">
                                          <p:stCondLst>
                                            <p:cond delay="0"/>
                                          </p:stCondLst>
                                        </p:cTn>
                                        <p:tgtEl>
                                          <p:spTgt spid="4"/>
                                        </p:tgtEl>
                                        <p:attrNameLst>
                                          <p:attrName>ppt_w</p:attrName>
                                        </p:attrNameLst>
                                      </p:cBhvr>
                                      <p:tavLst>
                                        <p:tav tm="0">
                                          <p:val>
                                            <p:strVal val="#ppt_w*2"/>
                                          </p:val>
                                        </p:tav>
                                        <p:tav tm="100000">
                                          <p:val>
                                            <p:strVal val="#ppt_w"/>
                                          </p:val>
                                        </p:tav>
                                      </p:tavLst>
                                    </p:anim>
                                    <p:anim to="" calcmode="lin" valueType="num">
                                      <p:cBhvr>
                                        <p:cTn id="19" dur="500" fill="hold">
                                          <p:stCondLst>
                                            <p:cond delay="0"/>
                                          </p:stCondLst>
                                        </p:cTn>
                                        <p:tgtEl>
                                          <p:spTgt spid="4"/>
                                        </p:tgtEl>
                                        <p:attrNameLst>
                                          <p:attrName>ppt_h</p:attrName>
                                        </p:attrNameLst>
                                      </p:cBhvr>
                                      <p:tavLst>
                                        <p:tav tm="0">
                                          <p:val>
                                            <p:strVal val="#ppt_h*2"/>
                                          </p:val>
                                        </p:tav>
                                        <p:tav tm="100000">
                                          <p:val>
                                            <p:strVal val="#ppt_h"/>
                                          </p:val>
                                        </p:tav>
                                      </p:tavLst>
                                    </p:anim>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 to="" calcmode="lin" valueType="num">
                                      <p:cBhvr>
                                        <p:cTn id="32" dur="500" fill="hold">
                                          <p:stCondLst>
                                            <p:cond delay="0"/>
                                          </p:stCondLst>
                                        </p:cTn>
                                        <p:tgtEl>
                                          <p:spTgt spid="24"/>
                                        </p:tgtEl>
                                        <p:attrNameLst>
                                          <p:attrName>ppt_x</p:attrName>
                                        </p:attrNameLst>
                                      </p:cBhvr>
                                      <p:tavLst>
                                        <p:tav tm="0" fmla="((floor(#ppt_x-0.5)+ceil(#ppt_x-0.5))*0.5+0.5)+(#ppt_x- ((floor(#ppt_x-0.5)+ceil(#ppt_x-0.5))*0.5+0.5))*$">
                                          <p:val>
                                            <p:strVal val="0"/>
                                          </p:val>
                                        </p:tav>
                                        <p:tav tm="100000">
                                          <p:val>
                                            <p:strVal val="1"/>
                                          </p:val>
                                        </p:tav>
                                      </p:tavLst>
                                    </p:anim>
                                    <p:anim to="" calcmode="lin" valueType="num">
                                      <p:cBhvr>
                                        <p:cTn id="33" dur="500" fill="hold">
                                          <p:stCondLst>
                                            <p:cond delay="0"/>
                                          </p:stCondLst>
                                        </p:cTn>
                                        <p:tgtEl>
                                          <p:spTgt spid="24"/>
                                        </p:tgtEl>
                                        <p:attrNameLst>
                                          <p:attrName>ppt_y</p:attrName>
                                        </p:attrNameLst>
                                      </p:cBhvr>
                                      <p:tavLst>
                                        <p:tav tm="0" fmla="((floor(#ppt_y-0.5)+ceil(#ppt_y-0.5))*0.5+0.5)+(#ppt_y- ((floor(#ppt_y-0.5)+ceil(#ppt_y-0.5))*0.5+0.5))*$">
                                          <p:val>
                                            <p:strVal val="0"/>
                                          </p:val>
                                        </p:tav>
                                        <p:tav tm="100000">
                                          <p:val>
                                            <p:strVal val="1"/>
                                          </p:val>
                                        </p:tav>
                                      </p:tavLst>
                                    </p:anim>
                                    <p:anim to="" calcmode="lin" valueType="num">
                                      <p:cBhvr>
                                        <p:cTn id="34" dur="500" fill="hold">
                                          <p:stCondLst>
                                            <p:cond delay="0"/>
                                          </p:stCondLst>
                                        </p:cTn>
                                        <p:tgtEl>
                                          <p:spTgt spid="24"/>
                                        </p:tgtEl>
                                        <p:attrNameLst>
                                          <p:attrName>style.opacity</p:attrName>
                                        </p:attrNameLst>
                                      </p:cBhvr>
                                      <p:tavLst>
                                        <p:tav tm="0">
                                          <p:val>
                                            <p:strVal val="0"/>
                                          </p:val>
                                        </p:tav>
                                        <p:tav tm="100000">
                                          <p:val>
                                            <p:strVal val="1"/>
                                          </p:val>
                                        </p:tav>
                                      </p:tavLst>
                                    </p:anim>
                                    <p:anim to="" calcmode="lin" valueType="num">
                                      <p:cBhvr>
                                        <p:cTn id="35" dur="500" fill="hold">
                                          <p:stCondLst>
                                            <p:cond delay="0"/>
                                          </p:stCondLst>
                                        </p:cTn>
                                        <p:tgtEl>
                                          <p:spTgt spid="24"/>
                                        </p:tgtEl>
                                        <p:attrNameLst>
                                          <p:attrName>ppt_w</p:attrName>
                                        </p:attrNameLst>
                                      </p:cBhvr>
                                      <p:tavLst>
                                        <p:tav tm="0">
                                          <p:val>
                                            <p:strVal val="#ppt_w*2"/>
                                          </p:val>
                                        </p:tav>
                                        <p:tav tm="100000">
                                          <p:val>
                                            <p:strVal val="#ppt_w"/>
                                          </p:val>
                                        </p:tav>
                                      </p:tavLst>
                                    </p:anim>
                                    <p:anim to="" calcmode="lin" valueType="num">
                                      <p:cBhvr>
                                        <p:cTn id="36" dur="500" fill="hold">
                                          <p:stCondLst>
                                            <p:cond delay="0"/>
                                          </p:stCondLst>
                                        </p:cTn>
                                        <p:tgtEl>
                                          <p:spTgt spid="24"/>
                                        </p:tgtEl>
                                        <p:attrNameLst>
                                          <p:attrName>ppt_h</p:attrName>
                                        </p:attrNameLst>
                                      </p:cBhvr>
                                      <p:tavLst>
                                        <p:tav tm="0">
                                          <p:val>
                                            <p:strVal val="#ppt_h*2"/>
                                          </p:val>
                                        </p:tav>
                                        <p:tav tm="100000">
                                          <p:val>
                                            <p:strVal val="#ppt_h"/>
                                          </p:val>
                                        </p:tav>
                                      </p:tavLst>
                                    </p:anim>
                                  </p:childTnLst>
                                </p:cTn>
                              </p:par>
                              <p:par>
                                <p:cTn id="37" presetID="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 to="" calcmode="lin" valueType="num">
                                      <p:cBhvr>
                                        <p:cTn id="39" dur="500" fill="hold">
                                          <p:stCondLst>
                                            <p:cond delay="0"/>
                                          </p:stCondLst>
                                        </p:cTn>
                                        <p:tgtEl>
                                          <p:spTgt spid="25"/>
                                        </p:tgtEl>
                                        <p:attrNameLst>
                                          <p:attrName>ppt_x</p:attrName>
                                        </p:attrNameLst>
                                      </p:cBhvr>
                                      <p:tavLst>
                                        <p:tav tm="0" fmla="((floor(#ppt_x-0.5)+ceil(#ppt_x-0.5))*0.5+0.5)+(#ppt_x- ((floor(#ppt_x-0.5)+ceil(#ppt_x-0.5))*0.5+0.5))*$">
                                          <p:val>
                                            <p:strVal val="0"/>
                                          </p:val>
                                        </p:tav>
                                        <p:tav tm="100000">
                                          <p:val>
                                            <p:strVal val="1"/>
                                          </p:val>
                                        </p:tav>
                                      </p:tavLst>
                                    </p:anim>
                                    <p:anim to="" calcmode="lin" valueType="num">
                                      <p:cBhvr>
                                        <p:cTn id="40" dur="500" fill="hold">
                                          <p:stCondLst>
                                            <p:cond delay="0"/>
                                          </p:stCondLst>
                                        </p:cTn>
                                        <p:tgtEl>
                                          <p:spTgt spid="25"/>
                                        </p:tgtEl>
                                        <p:attrNameLst>
                                          <p:attrName>ppt_y</p:attrName>
                                        </p:attrNameLst>
                                      </p:cBhvr>
                                      <p:tavLst>
                                        <p:tav tm="0" fmla="((floor(#ppt_y-0.5)+ceil(#ppt_y-0.5))*0.5+0.5)+(#ppt_y- ((floor(#ppt_y-0.5)+ceil(#ppt_y-0.5))*0.5+0.5))*$">
                                          <p:val>
                                            <p:strVal val="0"/>
                                          </p:val>
                                        </p:tav>
                                        <p:tav tm="100000">
                                          <p:val>
                                            <p:strVal val="1"/>
                                          </p:val>
                                        </p:tav>
                                      </p:tavLst>
                                    </p:anim>
                                    <p:anim to="" calcmode="lin" valueType="num">
                                      <p:cBhvr>
                                        <p:cTn id="41" dur="500" fill="hold">
                                          <p:stCondLst>
                                            <p:cond delay="0"/>
                                          </p:stCondLst>
                                        </p:cTn>
                                        <p:tgtEl>
                                          <p:spTgt spid="25"/>
                                        </p:tgtEl>
                                        <p:attrNameLst>
                                          <p:attrName>style.opacity</p:attrName>
                                        </p:attrNameLst>
                                      </p:cBhvr>
                                      <p:tavLst>
                                        <p:tav tm="0">
                                          <p:val>
                                            <p:strVal val="0"/>
                                          </p:val>
                                        </p:tav>
                                        <p:tav tm="100000">
                                          <p:val>
                                            <p:strVal val="1"/>
                                          </p:val>
                                        </p:tav>
                                      </p:tavLst>
                                    </p:anim>
                                    <p:anim to="" calcmode="lin" valueType="num">
                                      <p:cBhvr>
                                        <p:cTn id="42" dur="500" fill="hold">
                                          <p:stCondLst>
                                            <p:cond delay="0"/>
                                          </p:stCondLst>
                                        </p:cTn>
                                        <p:tgtEl>
                                          <p:spTgt spid="25"/>
                                        </p:tgtEl>
                                        <p:attrNameLst>
                                          <p:attrName>ppt_w</p:attrName>
                                        </p:attrNameLst>
                                      </p:cBhvr>
                                      <p:tavLst>
                                        <p:tav tm="0">
                                          <p:val>
                                            <p:strVal val="#ppt_w*2"/>
                                          </p:val>
                                        </p:tav>
                                        <p:tav tm="100000">
                                          <p:val>
                                            <p:strVal val="#ppt_w"/>
                                          </p:val>
                                        </p:tav>
                                      </p:tavLst>
                                    </p:anim>
                                    <p:anim to="" calcmode="lin" valueType="num">
                                      <p:cBhvr>
                                        <p:cTn id="43" dur="500" fill="hold">
                                          <p:stCondLst>
                                            <p:cond delay="0"/>
                                          </p:stCondLst>
                                        </p:cTn>
                                        <p:tgtEl>
                                          <p:spTgt spid="25"/>
                                        </p:tgtEl>
                                        <p:attrNameLst>
                                          <p:attrName>ppt_h</p:attrName>
                                        </p:attrNameLst>
                                      </p:cBhvr>
                                      <p:tavLst>
                                        <p:tav tm="0">
                                          <p:val>
                                            <p:strVal val="#ppt_h*2"/>
                                          </p:val>
                                        </p:tav>
                                        <p:tav tm="100000">
                                          <p:val>
                                            <p:strVal val="#ppt_h"/>
                                          </p:val>
                                        </p:tav>
                                      </p:tavLst>
                                    </p:anim>
                                  </p:childTnLst>
                                </p:cTn>
                              </p:par>
                              <p:par>
                                <p:cTn id="44" presetID="0" presetClass="entr" presetSubtype="0" fill="hold" nodeType="withEffect">
                                  <p:stCondLst>
                                    <p:cond delay="90"/>
                                  </p:stCondLst>
                                  <p:childTnLst>
                                    <p:set>
                                      <p:cBhvr>
                                        <p:cTn id="45" dur="1" fill="hold">
                                          <p:stCondLst>
                                            <p:cond delay="0"/>
                                          </p:stCondLst>
                                        </p:cTn>
                                        <p:tgtEl>
                                          <p:spTgt spid="26"/>
                                        </p:tgtEl>
                                        <p:attrNameLst>
                                          <p:attrName>style.visibility</p:attrName>
                                        </p:attrNameLst>
                                      </p:cBhvr>
                                      <p:to>
                                        <p:strVal val="visible"/>
                                      </p:to>
                                    </p:set>
                                    <p:animMotion origin="layout" path="M 0.81864834 -1.5673041 L 0 0 E" pathEditMode="relative">
                                      <p:cBhvr from="" to="">
                                        <p:cTn id="46" dur="200" fill="hold">
                                          <p:stCondLst>
                                            <p:cond delay="0"/>
                                          </p:stCondLst>
                                        </p:cTn>
                                        <p:tgtEl>
                                          <p:spTgt spid="26"/>
                                        </p:tgtEl>
                                        <p:attrNameLst>
                                          <p:attrName>ppt_x</p:attrName>
                                          <p:attrName>ppt_y</p:attrName>
                                        </p:attrNameLst>
                                      </p:cBhvr>
                                    </p:animMotion>
                                  </p:childTnLst>
                                </p:cTn>
                              </p:par>
                              <p:par>
                                <p:cTn id="47" presetID="0" presetClass="entr" presetSubtype="0" fill="hold" nodeType="withEffect">
                                  <p:stCondLst>
                                    <p:cond delay="70"/>
                                  </p:stCondLst>
                                  <p:childTnLst>
                                    <p:set>
                                      <p:cBhvr>
                                        <p:cTn id="48" dur="1" fill="hold">
                                          <p:stCondLst>
                                            <p:cond delay="0"/>
                                          </p:stCondLst>
                                        </p:cTn>
                                        <p:tgtEl>
                                          <p:spTgt spid="27"/>
                                        </p:tgtEl>
                                        <p:attrNameLst>
                                          <p:attrName>style.visibility</p:attrName>
                                        </p:attrNameLst>
                                      </p:cBhvr>
                                      <p:to>
                                        <p:strVal val="visible"/>
                                      </p:to>
                                    </p:set>
                                    <p:animMotion origin="layout" path="M 0.75620574 -1.4018793 L 0 0 E" pathEditMode="relative">
                                      <p:cBhvr from="" to="">
                                        <p:cTn id="49" dur="200" fill="hold">
                                          <p:stCondLst>
                                            <p:cond delay="0"/>
                                          </p:stCondLst>
                                        </p:cTn>
                                        <p:tgtEl>
                                          <p:spTgt spid="27"/>
                                        </p:tgtEl>
                                        <p:attrNameLst>
                                          <p:attrName>ppt_x</p:attrName>
                                          <p:attrName>ppt_y</p:attrName>
                                        </p:attrNameLst>
                                      </p:cBhvr>
                                    </p:animMotion>
                                  </p:childTnLst>
                                </p:cTn>
                              </p:par>
                            </p:childTnLst>
                          </p:cTn>
                        </p:par>
                      </p:childTnLst>
                    </p:cTn>
                  </p:par>
                  <p:par>
                    <p:cTn id="50" fill="hold">
                      <p:stCondLst>
                        <p:cond delay="indefinite"/>
                      </p:stCondLst>
                      <p:childTnLst>
                        <p:par>
                          <p:cTn id="51" fill="hold">
                            <p:stCondLst>
                              <p:cond delay="0"/>
                            </p:stCondLst>
                            <p:childTnLst>
                              <p:par>
                                <p:cTn id="52" presetID="23" presetClass="entr" presetSubtype="288" fill="hold" nodeType="clickEffect">
                                  <p:stCondLst>
                                    <p:cond delay="0"/>
                                  </p:stCondLst>
                                  <p:childTnLst>
                                    <p:set>
                                      <p:cBhvr>
                                        <p:cTn id="53" dur="1" fill="hold">
                                          <p:stCondLst>
                                            <p:cond delay="0"/>
                                          </p:stCondLst>
                                        </p:cTn>
                                        <p:tgtEl>
                                          <p:spTgt spid="8"/>
                                        </p:tgtEl>
                                        <p:attrNameLst>
                                          <p:attrName>style.visibility</p:attrName>
                                        </p:attrNameLst>
                                      </p:cBhvr>
                                      <p:to>
                                        <p:strVal val="visible"/>
                                      </p:to>
                                    </p:set>
                                    <p:anim calcmode="lin" valueType="num">
                                      <p:cBhvr>
                                        <p:cTn id="54" dur="500" fill="hold"/>
                                        <p:tgtEl>
                                          <p:spTgt spid="8"/>
                                        </p:tgtEl>
                                        <p:attrNameLst>
                                          <p:attrName>ppt_w</p:attrName>
                                        </p:attrNameLst>
                                      </p:cBhvr>
                                      <p:tavLst>
                                        <p:tav tm="0">
                                          <p:val>
                                            <p:strVal val="4/3*#ppt_w"/>
                                          </p:val>
                                        </p:tav>
                                        <p:tav tm="100000">
                                          <p:val>
                                            <p:strVal val="#ppt_w"/>
                                          </p:val>
                                        </p:tav>
                                      </p:tavLst>
                                    </p:anim>
                                    <p:anim calcmode="lin" valueType="num">
                                      <p:cBhvr>
                                        <p:cTn id="55" dur="500" fill="hold"/>
                                        <p:tgtEl>
                                          <p:spTgt spid="8"/>
                                        </p:tgtEl>
                                        <p:attrNameLst>
                                          <p:attrName>ppt_h</p:attrName>
                                        </p:attrNameLst>
                                      </p:cBhvr>
                                      <p:tavLst>
                                        <p:tav tm="0">
                                          <p:val>
                                            <p:strVal val="4/3*#ppt_h"/>
                                          </p:val>
                                        </p:tav>
                                        <p:tav tm="100000">
                                          <p:val>
                                            <p:strVal val="#ppt_h"/>
                                          </p:val>
                                        </p:tav>
                                      </p:tavLst>
                                    </p:anim>
                                    <p:anim to="" calcmode="lin" valueType="num">
                                      <p:cBhvr>
                                        <p:cTn id="56" dur="500" fill="hold">
                                          <p:stCondLst>
                                            <p:cond delay="0"/>
                                          </p:stCondLst>
                                        </p:cTn>
                                        <p:tgtEl>
                                          <p:spTgt spid="8"/>
                                        </p:tgtEl>
                                        <p:attrNameLst>
                                          <p:attrName>ppt_x</p:attrName>
                                        </p:attrNameLst>
                                      </p:cBhvr>
                                      <p:tavLst>
                                        <p:tav tm="0">
                                          <p:val>
                                            <p:strVal val="#ppt_x+0"/>
                                          </p:val>
                                        </p:tav>
                                        <p:tav tm="100000">
                                          <p:val>
                                            <p:strVal val="#ppt_x+0"/>
                                          </p:val>
                                        </p:tav>
                                      </p:tavLst>
                                    </p:anim>
                                    <p:anim to="" calcmode="lin" valueType="num">
                                      <p:cBhvr>
                                        <p:cTn id="57" dur="500" fill="hold">
                                          <p:stCondLst>
                                            <p:cond delay="0"/>
                                          </p:stCondLst>
                                        </p:cTn>
                                        <p:tgtEl>
                                          <p:spTgt spid="8"/>
                                        </p:tgtEl>
                                        <p:attrNameLst>
                                          <p:attrName>ppt_y</p:attrName>
                                        </p:attrNameLst>
                                      </p:cBhvr>
                                      <p:tavLst>
                                        <p:tav tm="0">
                                          <p:val>
                                            <p:strVal val="#ppt_y+0.32284337"/>
                                          </p:val>
                                        </p:tav>
                                        <p:tav tm="100000">
                                          <p:val>
                                            <p:strVal val="#ppt_y+0.32284337"/>
                                          </p:val>
                                        </p:tav>
                                      </p:tavLst>
                                    </p:anim>
                                  </p:childTnLst>
                                </p:cTn>
                              </p:par>
                            </p:childTnLst>
                          </p:cTn>
                        </p:par>
                      </p:childTnLst>
                    </p:cTn>
                  </p:par>
                  <p:par>
                    <p:cTn id="58" fill="hold">
                      <p:stCondLst>
                        <p:cond delay="indefinite"/>
                      </p:stCondLst>
                      <p:childTnLst>
                        <p:par>
                          <p:cTn id="59" fill="hold">
                            <p:stCondLst>
                              <p:cond delay="0"/>
                            </p:stCondLst>
                            <p:childTnLst>
                              <p:par>
                                <p:cTn id="60" presetID="23" presetClass="entr" presetSubtype="288"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p:cTn id="62" dur="500" fill="hold"/>
                                        <p:tgtEl>
                                          <p:spTgt spid="9"/>
                                        </p:tgtEl>
                                        <p:attrNameLst>
                                          <p:attrName>ppt_w</p:attrName>
                                        </p:attrNameLst>
                                      </p:cBhvr>
                                      <p:tavLst>
                                        <p:tav tm="0">
                                          <p:val>
                                            <p:strVal val="4/3*#ppt_w"/>
                                          </p:val>
                                        </p:tav>
                                        <p:tav tm="100000">
                                          <p:val>
                                            <p:strVal val="#ppt_w"/>
                                          </p:val>
                                        </p:tav>
                                      </p:tavLst>
                                    </p:anim>
                                    <p:anim calcmode="lin" valueType="num">
                                      <p:cBhvr>
                                        <p:cTn id="63" dur="500" fill="hold"/>
                                        <p:tgtEl>
                                          <p:spTgt spid="9"/>
                                        </p:tgtEl>
                                        <p:attrNameLst>
                                          <p:attrName>ppt_h</p:attrName>
                                        </p:attrNameLst>
                                      </p:cBhvr>
                                      <p:tavLst>
                                        <p:tav tm="0">
                                          <p:val>
                                            <p:strVal val="4/3*#ppt_h"/>
                                          </p:val>
                                        </p:tav>
                                        <p:tav tm="100000">
                                          <p:val>
                                            <p:strVal val="#ppt_h"/>
                                          </p:val>
                                        </p:tav>
                                      </p:tavLst>
                                    </p:anim>
                                    <p:anim to="" calcmode="lin" valueType="num">
                                      <p:cBhvr>
                                        <p:cTn id="64" dur="500" fill="hold">
                                          <p:stCondLst>
                                            <p:cond delay="0"/>
                                          </p:stCondLst>
                                        </p:cTn>
                                        <p:tgtEl>
                                          <p:spTgt spid="9"/>
                                        </p:tgtEl>
                                        <p:attrNameLst>
                                          <p:attrName>ppt_x</p:attrName>
                                        </p:attrNameLst>
                                      </p:cBhvr>
                                      <p:tavLst>
                                        <p:tav tm="0">
                                          <p:val>
                                            <p:strVal val="#ppt_x+0"/>
                                          </p:val>
                                        </p:tav>
                                        <p:tav tm="100000">
                                          <p:val>
                                            <p:strVal val="#ppt_x+0"/>
                                          </p:val>
                                        </p:tav>
                                      </p:tavLst>
                                    </p:anim>
                                    <p:anim to="" calcmode="lin" valueType="num">
                                      <p:cBhvr>
                                        <p:cTn id="65" dur="500" fill="hold">
                                          <p:stCondLst>
                                            <p:cond delay="0"/>
                                          </p:stCondLst>
                                        </p:cTn>
                                        <p:tgtEl>
                                          <p:spTgt spid="9"/>
                                        </p:tgtEl>
                                        <p:attrNameLst>
                                          <p:attrName>ppt_y</p:attrName>
                                        </p:attrNameLst>
                                      </p:cBhvr>
                                      <p:tavLst>
                                        <p:tav tm="0">
                                          <p:val>
                                            <p:strVal val="#ppt_y+0.2582747"/>
                                          </p:val>
                                        </p:tav>
                                        <p:tav tm="100000">
                                          <p:val>
                                            <p:strVal val="#ppt_y+0.2582747"/>
                                          </p:val>
                                        </p:tav>
                                      </p:tavLst>
                                    </p:anim>
                                  </p:childTnLst>
                                </p:cTn>
                              </p:par>
                              <p:par>
                                <p:cTn id="66" presetID="35" presetClass="path" presetSubtype="0" accel="50000" decel="50000" fill="hold" nodeType="withEffect">
                                  <p:stCondLst>
                                    <p:cond delay="0"/>
                                  </p:stCondLst>
                                  <p:childTnLst>
                                    <p:anim to="" calcmode="lin" valueType="num">
                                      <p:cBhvr>
                                        <p:cTn id="67"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68" dur="500" fill="hold">
                                          <p:stCondLst>
                                            <p:cond delay="0"/>
                                          </p:stCondLst>
                                        </p:cTn>
                                        <p:tgtEl>
                                          <p:spTgt spid="8"/>
                                        </p:tgtEl>
                                        <p:attrNameLst>
                                          <p:attrName>ppt_y</p:attrName>
                                        </p:attrNameLst>
                                      </p:cBhvr>
                                      <p:tavLst>
                                        <p:tav tm="0">
                                          <p:val>
                                            <p:strVal val="ppt_y"/>
                                          </p:val>
                                        </p:tav>
                                        <p:tav tm="100000">
                                          <p:val>
                                            <p:strVal val="#ppt_y+0.2582747"/>
                                          </p:val>
                                        </p:tav>
                                      </p:tavLst>
                                    </p:anim>
                                    <p:anim to="" calcmode="lin" valueType="num">
                                      <p:cBhvr>
                                        <p:cTn id="69"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70" dur="500" fill="hold">
                                          <p:stCondLst>
                                            <p:cond delay="0"/>
                                          </p:stCondLst>
                                        </p:cTn>
                                        <p:tgtEl>
                                          <p:spTgt spid="8"/>
                                        </p:tgtEl>
                                        <p:attrNameLst>
                                          <p:attrName>ppt_h</p:attrName>
                                        </p:attrNameLst>
                                      </p:cBhvr>
                                      <p:tavLst>
                                        <p:tav tm="0">
                                          <p:val>
                                            <p:strVal val="ppt_h"/>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23" presetClass="entr" presetSubtype="28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 calcmode="lin" valueType="num">
                                      <p:cBhvr>
                                        <p:cTn id="75" dur="500" fill="hold"/>
                                        <p:tgtEl>
                                          <p:spTgt spid="10"/>
                                        </p:tgtEl>
                                        <p:attrNameLst>
                                          <p:attrName>ppt_w</p:attrName>
                                        </p:attrNameLst>
                                      </p:cBhvr>
                                      <p:tavLst>
                                        <p:tav tm="0">
                                          <p:val>
                                            <p:strVal val="4/3*#ppt_w"/>
                                          </p:val>
                                        </p:tav>
                                        <p:tav tm="100000">
                                          <p:val>
                                            <p:strVal val="#ppt_w"/>
                                          </p:val>
                                        </p:tav>
                                      </p:tavLst>
                                    </p:anim>
                                    <p:anim calcmode="lin" valueType="num">
                                      <p:cBhvr>
                                        <p:cTn id="76" dur="500" fill="hold"/>
                                        <p:tgtEl>
                                          <p:spTgt spid="10"/>
                                        </p:tgtEl>
                                        <p:attrNameLst>
                                          <p:attrName>ppt_h</p:attrName>
                                        </p:attrNameLst>
                                      </p:cBhvr>
                                      <p:tavLst>
                                        <p:tav tm="0">
                                          <p:val>
                                            <p:strVal val="4/3*#ppt_h"/>
                                          </p:val>
                                        </p:tav>
                                        <p:tav tm="100000">
                                          <p:val>
                                            <p:strVal val="#ppt_h"/>
                                          </p:val>
                                        </p:tav>
                                      </p:tavLst>
                                    </p:anim>
                                    <p:anim to="" calcmode="lin" valueType="num">
                                      <p:cBhvr>
                                        <p:cTn id="77" dur="500" fill="hold">
                                          <p:stCondLst>
                                            <p:cond delay="0"/>
                                          </p:stCondLst>
                                        </p:cTn>
                                        <p:tgtEl>
                                          <p:spTgt spid="10"/>
                                        </p:tgtEl>
                                        <p:attrNameLst>
                                          <p:attrName>ppt_x</p:attrName>
                                        </p:attrNameLst>
                                      </p:cBhvr>
                                      <p:tavLst>
                                        <p:tav tm="0">
                                          <p:val>
                                            <p:strVal val="#ppt_x+0"/>
                                          </p:val>
                                        </p:tav>
                                        <p:tav tm="100000">
                                          <p:val>
                                            <p:strVal val="#ppt_x+0"/>
                                          </p:val>
                                        </p:tav>
                                      </p:tavLst>
                                    </p:anim>
                                    <p:anim to="" calcmode="lin" valueType="num">
                                      <p:cBhvr>
                                        <p:cTn id="78" dur="500" fill="hold">
                                          <p:stCondLst>
                                            <p:cond delay="0"/>
                                          </p:stCondLst>
                                        </p:cTn>
                                        <p:tgtEl>
                                          <p:spTgt spid="10"/>
                                        </p:tgtEl>
                                        <p:attrNameLst>
                                          <p:attrName>ppt_y</p:attrName>
                                        </p:attrNameLst>
                                      </p:cBhvr>
                                      <p:tavLst>
                                        <p:tav tm="0">
                                          <p:val>
                                            <p:strVal val="#ppt_y+0.19370604"/>
                                          </p:val>
                                        </p:tav>
                                        <p:tav tm="100000">
                                          <p:val>
                                            <p:strVal val="#ppt_y+0.19370604"/>
                                          </p:val>
                                        </p:tav>
                                      </p:tavLst>
                                    </p:anim>
                                  </p:childTnLst>
                                </p:cTn>
                              </p:par>
                              <p:par>
                                <p:cTn id="79" presetID="35" presetClass="path" presetSubtype="0" accel="50000" decel="50000" fill="hold" nodeType="withEffect">
                                  <p:stCondLst>
                                    <p:cond delay="0"/>
                                  </p:stCondLst>
                                  <p:childTnLst>
                                    <p:anim to="" calcmode="lin" valueType="num">
                                      <p:cBhvr>
                                        <p:cTn id="80"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81" dur="500" fill="hold">
                                          <p:stCondLst>
                                            <p:cond delay="0"/>
                                          </p:stCondLst>
                                        </p:cTn>
                                        <p:tgtEl>
                                          <p:spTgt spid="8"/>
                                        </p:tgtEl>
                                        <p:attrNameLst>
                                          <p:attrName>ppt_y</p:attrName>
                                        </p:attrNameLst>
                                      </p:cBhvr>
                                      <p:tavLst>
                                        <p:tav tm="0">
                                          <p:val>
                                            <p:strVal val="ppt_y"/>
                                          </p:val>
                                        </p:tav>
                                        <p:tav tm="100000">
                                          <p:val>
                                            <p:strVal val="#ppt_y+0.193706"/>
                                          </p:val>
                                        </p:tav>
                                      </p:tavLst>
                                    </p:anim>
                                    <p:anim to="" calcmode="lin" valueType="num">
                                      <p:cBhvr>
                                        <p:cTn id="82"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83"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84" presetID="35" presetClass="path" presetSubtype="0" accel="50000" decel="50000" fill="hold" nodeType="withEffect">
                                  <p:stCondLst>
                                    <p:cond delay="0"/>
                                  </p:stCondLst>
                                  <p:childTnLst>
                                    <p:anim to="" calcmode="lin" valueType="num">
                                      <p:cBhvr>
                                        <p:cTn id="85"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86" dur="500" fill="hold">
                                          <p:stCondLst>
                                            <p:cond delay="0"/>
                                          </p:stCondLst>
                                        </p:cTn>
                                        <p:tgtEl>
                                          <p:spTgt spid="9"/>
                                        </p:tgtEl>
                                        <p:attrNameLst>
                                          <p:attrName>ppt_y</p:attrName>
                                        </p:attrNameLst>
                                      </p:cBhvr>
                                      <p:tavLst>
                                        <p:tav tm="0">
                                          <p:val>
                                            <p:strVal val="ppt_y"/>
                                          </p:val>
                                        </p:tav>
                                        <p:tav tm="100000">
                                          <p:val>
                                            <p:strVal val="#ppt_y+0.193706"/>
                                          </p:val>
                                        </p:tav>
                                      </p:tavLst>
                                    </p:anim>
                                    <p:anim to="" calcmode="lin" valueType="num">
                                      <p:cBhvr>
                                        <p:cTn id="87"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88" dur="500" fill="hold">
                                          <p:stCondLst>
                                            <p:cond delay="0"/>
                                          </p:stCondLst>
                                        </p:cTn>
                                        <p:tgtEl>
                                          <p:spTgt spid="9"/>
                                        </p:tgtEl>
                                        <p:attrNameLst>
                                          <p:attrName>ppt_h</p:attrName>
                                        </p:attrNameLst>
                                      </p:cBhvr>
                                      <p:tavLst>
                                        <p:tav tm="0">
                                          <p:val>
                                            <p:strVal val="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3" presetClass="entr" presetSubtype="288" fill="hold" nodeType="clickEffect">
                                  <p:stCondLst>
                                    <p:cond delay="0"/>
                                  </p:stCondLst>
                                  <p:childTnLst>
                                    <p:set>
                                      <p:cBhvr>
                                        <p:cTn id="92" dur="1" fill="hold">
                                          <p:stCondLst>
                                            <p:cond delay="0"/>
                                          </p:stCondLst>
                                        </p:cTn>
                                        <p:tgtEl>
                                          <p:spTgt spid="11"/>
                                        </p:tgtEl>
                                        <p:attrNameLst>
                                          <p:attrName>style.visibility</p:attrName>
                                        </p:attrNameLst>
                                      </p:cBhvr>
                                      <p:to>
                                        <p:strVal val="visible"/>
                                      </p:to>
                                    </p:set>
                                    <p:anim calcmode="lin" valueType="num">
                                      <p:cBhvr>
                                        <p:cTn id="93" dur="500" fill="hold"/>
                                        <p:tgtEl>
                                          <p:spTgt spid="11"/>
                                        </p:tgtEl>
                                        <p:attrNameLst>
                                          <p:attrName>ppt_w</p:attrName>
                                        </p:attrNameLst>
                                      </p:cBhvr>
                                      <p:tavLst>
                                        <p:tav tm="0">
                                          <p:val>
                                            <p:strVal val="4/3*#ppt_w"/>
                                          </p:val>
                                        </p:tav>
                                        <p:tav tm="100000">
                                          <p:val>
                                            <p:strVal val="#ppt_w"/>
                                          </p:val>
                                        </p:tav>
                                      </p:tavLst>
                                    </p:anim>
                                    <p:anim calcmode="lin" valueType="num">
                                      <p:cBhvr>
                                        <p:cTn id="94" dur="500" fill="hold"/>
                                        <p:tgtEl>
                                          <p:spTgt spid="11"/>
                                        </p:tgtEl>
                                        <p:attrNameLst>
                                          <p:attrName>ppt_h</p:attrName>
                                        </p:attrNameLst>
                                      </p:cBhvr>
                                      <p:tavLst>
                                        <p:tav tm="0">
                                          <p:val>
                                            <p:strVal val="4/3*#ppt_h"/>
                                          </p:val>
                                        </p:tav>
                                        <p:tav tm="100000">
                                          <p:val>
                                            <p:strVal val="#ppt_h"/>
                                          </p:val>
                                        </p:tav>
                                      </p:tavLst>
                                    </p:anim>
                                    <p:anim to="" calcmode="lin" valueType="num">
                                      <p:cBhvr>
                                        <p:cTn id="95" dur="500" fill="hold">
                                          <p:stCondLst>
                                            <p:cond delay="0"/>
                                          </p:stCondLst>
                                        </p:cTn>
                                        <p:tgtEl>
                                          <p:spTgt spid="11"/>
                                        </p:tgtEl>
                                        <p:attrNameLst>
                                          <p:attrName>ppt_x</p:attrName>
                                        </p:attrNameLst>
                                      </p:cBhvr>
                                      <p:tavLst>
                                        <p:tav tm="0">
                                          <p:val>
                                            <p:strVal val="#ppt_x+0"/>
                                          </p:val>
                                        </p:tav>
                                        <p:tav tm="100000">
                                          <p:val>
                                            <p:strVal val="#ppt_x+0"/>
                                          </p:val>
                                        </p:tav>
                                      </p:tavLst>
                                    </p:anim>
                                    <p:anim to="" calcmode="lin" valueType="num">
                                      <p:cBhvr>
                                        <p:cTn id="96" dur="500" fill="hold">
                                          <p:stCondLst>
                                            <p:cond delay="0"/>
                                          </p:stCondLst>
                                        </p:cTn>
                                        <p:tgtEl>
                                          <p:spTgt spid="11"/>
                                        </p:tgtEl>
                                        <p:attrNameLst>
                                          <p:attrName>ppt_y</p:attrName>
                                        </p:attrNameLst>
                                      </p:cBhvr>
                                      <p:tavLst>
                                        <p:tav tm="0">
                                          <p:val>
                                            <p:strVal val="#ppt_y+0.12913734"/>
                                          </p:val>
                                        </p:tav>
                                        <p:tav tm="100000">
                                          <p:val>
                                            <p:strVal val="#ppt_y+0.12913734"/>
                                          </p:val>
                                        </p:tav>
                                      </p:tavLst>
                                    </p:anim>
                                  </p:childTnLst>
                                </p:cTn>
                              </p:par>
                              <p:par>
                                <p:cTn id="97" presetID="35" presetClass="path" presetSubtype="0" accel="50000" decel="50000" fill="hold" nodeType="withEffect">
                                  <p:stCondLst>
                                    <p:cond delay="0"/>
                                  </p:stCondLst>
                                  <p:childTnLst>
                                    <p:anim to="" calcmode="lin" valueType="num">
                                      <p:cBhvr>
                                        <p:cTn id="98"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99" dur="500" fill="hold">
                                          <p:stCondLst>
                                            <p:cond delay="0"/>
                                          </p:stCondLst>
                                        </p:cTn>
                                        <p:tgtEl>
                                          <p:spTgt spid="8"/>
                                        </p:tgtEl>
                                        <p:attrNameLst>
                                          <p:attrName>ppt_y</p:attrName>
                                        </p:attrNameLst>
                                      </p:cBhvr>
                                      <p:tavLst>
                                        <p:tav tm="0">
                                          <p:val>
                                            <p:strVal val="ppt_y"/>
                                          </p:val>
                                        </p:tav>
                                        <p:tav tm="100000">
                                          <p:val>
                                            <p:strVal val="#ppt_y+0.12913734"/>
                                          </p:val>
                                        </p:tav>
                                      </p:tavLst>
                                    </p:anim>
                                    <p:anim to="" calcmode="lin" valueType="num">
                                      <p:cBhvr>
                                        <p:cTn id="100"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01"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02" presetID="35" presetClass="path" presetSubtype="0" accel="50000" decel="50000" fill="hold" nodeType="withEffect">
                                  <p:stCondLst>
                                    <p:cond delay="0"/>
                                  </p:stCondLst>
                                  <p:childTnLst>
                                    <p:anim to="" calcmode="lin" valueType="num">
                                      <p:cBhvr>
                                        <p:cTn id="103"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04" dur="500" fill="hold">
                                          <p:stCondLst>
                                            <p:cond delay="0"/>
                                          </p:stCondLst>
                                        </p:cTn>
                                        <p:tgtEl>
                                          <p:spTgt spid="9"/>
                                        </p:tgtEl>
                                        <p:attrNameLst>
                                          <p:attrName>ppt_y</p:attrName>
                                        </p:attrNameLst>
                                      </p:cBhvr>
                                      <p:tavLst>
                                        <p:tav tm="0">
                                          <p:val>
                                            <p:strVal val="ppt_y"/>
                                          </p:val>
                                        </p:tav>
                                        <p:tav tm="100000">
                                          <p:val>
                                            <p:strVal val="#ppt_y+0.12913734"/>
                                          </p:val>
                                        </p:tav>
                                      </p:tavLst>
                                    </p:anim>
                                    <p:anim to="" calcmode="lin" valueType="num">
                                      <p:cBhvr>
                                        <p:cTn id="105"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06"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107" presetID="35" presetClass="path" presetSubtype="0" accel="50000" decel="50000" fill="hold" nodeType="withEffect">
                                  <p:stCondLst>
                                    <p:cond delay="0"/>
                                  </p:stCondLst>
                                  <p:childTnLst>
                                    <p:anim to="" calcmode="lin" valueType="num">
                                      <p:cBhvr>
                                        <p:cTn id="108"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09" dur="500" fill="hold">
                                          <p:stCondLst>
                                            <p:cond delay="0"/>
                                          </p:stCondLst>
                                        </p:cTn>
                                        <p:tgtEl>
                                          <p:spTgt spid="10"/>
                                        </p:tgtEl>
                                        <p:attrNameLst>
                                          <p:attrName>ppt_y</p:attrName>
                                        </p:attrNameLst>
                                      </p:cBhvr>
                                      <p:tavLst>
                                        <p:tav tm="0">
                                          <p:val>
                                            <p:strVal val="ppt_y"/>
                                          </p:val>
                                        </p:tav>
                                        <p:tav tm="100000">
                                          <p:val>
                                            <p:strVal val="#ppt_y+0.12913734"/>
                                          </p:val>
                                        </p:tav>
                                      </p:tavLst>
                                    </p:anim>
                                    <p:anim to="" calcmode="lin" valueType="num">
                                      <p:cBhvr>
                                        <p:cTn id="110"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11" dur="500" fill="hold">
                                          <p:stCondLst>
                                            <p:cond delay="0"/>
                                          </p:stCondLst>
                                        </p:cTn>
                                        <p:tgtEl>
                                          <p:spTgt spid="10"/>
                                        </p:tgtEl>
                                        <p:attrNameLst>
                                          <p:attrName>ppt_h</p:attrName>
                                        </p:attrNameLst>
                                      </p:cBhvr>
                                      <p:tavLst>
                                        <p:tav tm="0">
                                          <p:val>
                                            <p:strVal val="ppt_h"/>
                                          </p:val>
                                        </p:tav>
                                        <p:tav tm="100000">
                                          <p:val>
                                            <p:strVal val="#ppt_h"/>
                                          </p:val>
                                        </p:tav>
                                      </p:tavLst>
                                    </p:anim>
                                  </p:childTnLst>
                                </p:cTn>
                              </p:par>
                            </p:childTnLst>
                          </p:cTn>
                        </p:par>
                      </p:childTnLst>
                    </p:cTn>
                  </p:par>
                  <p:par>
                    <p:cTn id="112" fill="hold">
                      <p:stCondLst>
                        <p:cond delay="indefinite"/>
                      </p:stCondLst>
                      <p:childTnLst>
                        <p:par>
                          <p:cTn id="113" fill="hold">
                            <p:stCondLst>
                              <p:cond delay="0"/>
                            </p:stCondLst>
                            <p:childTnLst>
                              <p:par>
                                <p:cTn id="114" presetID="23" presetClass="entr" presetSubtype="288" fill="hold" nodeType="clickEffect">
                                  <p:stCondLst>
                                    <p:cond delay="0"/>
                                  </p:stCondLst>
                                  <p:childTnLst>
                                    <p:set>
                                      <p:cBhvr>
                                        <p:cTn id="115" dur="1" fill="hold">
                                          <p:stCondLst>
                                            <p:cond delay="0"/>
                                          </p:stCondLst>
                                        </p:cTn>
                                        <p:tgtEl>
                                          <p:spTgt spid="12"/>
                                        </p:tgtEl>
                                        <p:attrNameLst>
                                          <p:attrName>style.visibility</p:attrName>
                                        </p:attrNameLst>
                                      </p:cBhvr>
                                      <p:to>
                                        <p:strVal val="visible"/>
                                      </p:to>
                                    </p:set>
                                    <p:anim calcmode="lin" valueType="num">
                                      <p:cBhvr>
                                        <p:cTn id="116" dur="500" fill="hold"/>
                                        <p:tgtEl>
                                          <p:spTgt spid="12"/>
                                        </p:tgtEl>
                                        <p:attrNameLst>
                                          <p:attrName>ppt_w</p:attrName>
                                        </p:attrNameLst>
                                      </p:cBhvr>
                                      <p:tavLst>
                                        <p:tav tm="0">
                                          <p:val>
                                            <p:strVal val="4/3*#ppt_w"/>
                                          </p:val>
                                        </p:tav>
                                        <p:tav tm="100000">
                                          <p:val>
                                            <p:strVal val="#ppt_w"/>
                                          </p:val>
                                        </p:tav>
                                      </p:tavLst>
                                    </p:anim>
                                    <p:anim calcmode="lin" valueType="num">
                                      <p:cBhvr>
                                        <p:cTn id="117" dur="500" fill="hold"/>
                                        <p:tgtEl>
                                          <p:spTgt spid="12"/>
                                        </p:tgtEl>
                                        <p:attrNameLst>
                                          <p:attrName>ppt_h</p:attrName>
                                        </p:attrNameLst>
                                      </p:cBhvr>
                                      <p:tavLst>
                                        <p:tav tm="0">
                                          <p:val>
                                            <p:strVal val="4/3*#ppt_h"/>
                                          </p:val>
                                        </p:tav>
                                        <p:tav tm="100000">
                                          <p:val>
                                            <p:strVal val="#ppt_h"/>
                                          </p:val>
                                        </p:tav>
                                      </p:tavLst>
                                    </p:anim>
                                    <p:anim to="" calcmode="lin" valueType="num">
                                      <p:cBhvr>
                                        <p:cTn id="118" dur="500" fill="hold">
                                          <p:stCondLst>
                                            <p:cond delay="0"/>
                                          </p:stCondLst>
                                        </p:cTn>
                                        <p:tgtEl>
                                          <p:spTgt spid="12"/>
                                        </p:tgtEl>
                                        <p:attrNameLst>
                                          <p:attrName>ppt_x</p:attrName>
                                        </p:attrNameLst>
                                      </p:cBhvr>
                                      <p:tavLst>
                                        <p:tav tm="0">
                                          <p:val>
                                            <p:strVal val="#ppt_x+0"/>
                                          </p:val>
                                        </p:tav>
                                        <p:tav tm="100000">
                                          <p:val>
                                            <p:strVal val="#ppt_x+0"/>
                                          </p:val>
                                        </p:tav>
                                      </p:tavLst>
                                    </p:anim>
                                    <p:anim to="" calcmode="lin" valueType="num">
                                      <p:cBhvr>
                                        <p:cTn id="119" dur="500" fill="hold">
                                          <p:stCondLst>
                                            <p:cond delay="0"/>
                                          </p:stCondLst>
                                        </p:cTn>
                                        <p:tgtEl>
                                          <p:spTgt spid="12"/>
                                        </p:tgtEl>
                                        <p:attrNameLst>
                                          <p:attrName>ppt_y</p:attrName>
                                        </p:attrNameLst>
                                      </p:cBhvr>
                                      <p:tavLst>
                                        <p:tav tm="0">
                                          <p:val>
                                            <p:strVal val="#ppt_y+0.06456864"/>
                                          </p:val>
                                        </p:tav>
                                        <p:tav tm="100000">
                                          <p:val>
                                            <p:strVal val="#ppt_y+0.06456864"/>
                                          </p:val>
                                        </p:tav>
                                      </p:tavLst>
                                    </p:anim>
                                  </p:childTnLst>
                                </p:cTn>
                              </p:par>
                              <p:par>
                                <p:cTn id="120" presetID="35" presetClass="path" presetSubtype="0" accel="50000" decel="50000" fill="hold" nodeType="withEffect">
                                  <p:stCondLst>
                                    <p:cond delay="0"/>
                                  </p:stCondLst>
                                  <p:childTnLst>
                                    <p:anim to="" calcmode="lin" valueType="num">
                                      <p:cBhvr>
                                        <p:cTn id="121"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122" dur="500" fill="hold">
                                          <p:stCondLst>
                                            <p:cond delay="0"/>
                                          </p:stCondLst>
                                        </p:cTn>
                                        <p:tgtEl>
                                          <p:spTgt spid="8"/>
                                        </p:tgtEl>
                                        <p:attrNameLst>
                                          <p:attrName>ppt_y</p:attrName>
                                        </p:attrNameLst>
                                      </p:cBhvr>
                                      <p:tavLst>
                                        <p:tav tm="0">
                                          <p:val>
                                            <p:strVal val="ppt_y"/>
                                          </p:val>
                                        </p:tav>
                                        <p:tav tm="100000">
                                          <p:val>
                                            <p:strVal val="#ppt_y+0.06456864"/>
                                          </p:val>
                                        </p:tav>
                                      </p:tavLst>
                                    </p:anim>
                                    <p:anim to="" calcmode="lin" valueType="num">
                                      <p:cBhvr>
                                        <p:cTn id="123"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24"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25" presetID="35" presetClass="path" presetSubtype="0" accel="50000" decel="50000" fill="hold" nodeType="withEffect">
                                  <p:stCondLst>
                                    <p:cond delay="0"/>
                                  </p:stCondLst>
                                  <p:childTnLst>
                                    <p:anim to="" calcmode="lin" valueType="num">
                                      <p:cBhvr>
                                        <p:cTn id="126"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27" dur="500" fill="hold">
                                          <p:stCondLst>
                                            <p:cond delay="0"/>
                                          </p:stCondLst>
                                        </p:cTn>
                                        <p:tgtEl>
                                          <p:spTgt spid="9"/>
                                        </p:tgtEl>
                                        <p:attrNameLst>
                                          <p:attrName>ppt_y</p:attrName>
                                        </p:attrNameLst>
                                      </p:cBhvr>
                                      <p:tavLst>
                                        <p:tav tm="0">
                                          <p:val>
                                            <p:strVal val="ppt_y"/>
                                          </p:val>
                                        </p:tav>
                                        <p:tav tm="100000">
                                          <p:val>
                                            <p:strVal val="#ppt_y+0.06456864"/>
                                          </p:val>
                                        </p:tav>
                                      </p:tavLst>
                                    </p:anim>
                                    <p:anim to="" calcmode="lin" valueType="num">
                                      <p:cBhvr>
                                        <p:cTn id="128"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29"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130" presetID="35" presetClass="path" presetSubtype="0" accel="50000" decel="50000" fill="hold" nodeType="withEffect">
                                  <p:stCondLst>
                                    <p:cond delay="0"/>
                                  </p:stCondLst>
                                  <p:childTnLst>
                                    <p:anim to="" calcmode="lin" valueType="num">
                                      <p:cBhvr>
                                        <p:cTn id="131"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32" dur="500" fill="hold">
                                          <p:stCondLst>
                                            <p:cond delay="0"/>
                                          </p:stCondLst>
                                        </p:cTn>
                                        <p:tgtEl>
                                          <p:spTgt spid="10"/>
                                        </p:tgtEl>
                                        <p:attrNameLst>
                                          <p:attrName>ppt_y</p:attrName>
                                        </p:attrNameLst>
                                      </p:cBhvr>
                                      <p:tavLst>
                                        <p:tav tm="0">
                                          <p:val>
                                            <p:strVal val="ppt_y"/>
                                          </p:val>
                                        </p:tav>
                                        <p:tav tm="100000">
                                          <p:val>
                                            <p:strVal val="#ppt_y+0.06456864"/>
                                          </p:val>
                                        </p:tav>
                                      </p:tavLst>
                                    </p:anim>
                                    <p:anim to="" calcmode="lin" valueType="num">
                                      <p:cBhvr>
                                        <p:cTn id="133"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34"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35" presetID="35" presetClass="path" presetSubtype="0" accel="50000" decel="50000" fill="hold" nodeType="withEffect">
                                  <p:stCondLst>
                                    <p:cond delay="0"/>
                                  </p:stCondLst>
                                  <p:childTnLst>
                                    <p:anim to="" calcmode="lin" valueType="num">
                                      <p:cBhvr>
                                        <p:cTn id="136" dur="500" fill="hold">
                                          <p:stCondLst>
                                            <p:cond delay="0"/>
                                          </p:stCondLst>
                                        </p:cTn>
                                        <p:tgtEl>
                                          <p:spTgt spid="11"/>
                                        </p:tgtEl>
                                        <p:attrNameLst>
                                          <p:attrName>ppt_x</p:attrName>
                                        </p:attrNameLst>
                                      </p:cBhvr>
                                      <p:tavLst>
                                        <p:tav tm="0">
                                          <p:val>
                                            <p:strVal val="ppt_x"/>
                                          </p:val>
                                        </p:tav>
                                        <p:tav tm="100000">
                                          <p:val>
                                            <p:strVal val="#ppt_x+0"/>
                                          </p:val>
                                        </p:tav>
                                      </p:tavLst>
                                    </p:anim>
                                    <p:anim to="" calcmode="lin" valueType="num">
                                      <p:cBhvr>
                                        <p:cTn id="137" dur="500" fill="hold">
                                          <p:stCondLst>
                                            <p:cond delay="0"/>
                                          </p:stCondLst>
                                        </p:cTn>
                                        <p:tgtEl>
                                          <p:spTgt spid="11"/>
                                        </p:tgtEl>
                                        <p:attrNameLst>
                                          <p:attrName>ppt_y</p:attrName>
                                        </p:attrNameLst>
                                      </p:cBhvr>
                                      <p:tavLst>
                                        <p:tav tm="0">
                                          <p:val>
                                            <p:strVal val="ppt_y"/>
                                          </p:val>
                                        </p:tav>
                                        <p:tav tm="100000">
                                          <p:val>
                                            <p:strVal val="#ppt_y+0.06456864"/>
                                          </p:val>
                                        </p:tav>
                                      </p:tavLst>
                                    </p:anim>
                                    <p:anim to="" calcmode="lin" valueType="num">
                                      <p:cBhvr>
                                        <p:cTn id="138"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139" dur="500" fill="hold">
                                          <p:stCondLst>
                                            <p:cond delay="0"/>
                                          </p:stCondLst>
                                        </p:cTn>
                                        <p:tgtEl>
                                          <p:spTgt spid="11"/>
                                        </p:tgtEl>
                                        <p:attrNameLst>
                                          <p:attrName>ppt_h</p:attrName>
                                        </p:attrNameLst>
                                      </p:cBhvr>
                                      <p:tavLst>
                                        <p:tav tm="0">
                                          <p:val>
                                            <p:strVal val="ppt_h"/>
                                          </p:val>
                                        </p:tav>
                                        <p:tav tm="100000">
                                          <p:val>
                                            <p:strVal val="#ppt_h"/>
                                          </p:val>
                                        </p:tav>
                                      </p:tavLst>
                                    </p:anim>
                                  </p:childTnLst>
                                </p:cTn>
                              </p:par>
                            </p:childTnLst>
                          </p:cTn>
                        </p:par>
                      </p:childTnLst>
                    </p:cTn>
                  </p:par>
                  <p:par>
                    <p:cTn id="140" fill="hold">
                      <p:stCondLst>
                        <p:cond delay="indefinite"/>
                      </p:stCondLst>
                      <p:childTnLst>
                        <p:par>
                          <p:cTn id="141" fill="hold">
                            <p:stCondLst>
                              <p:cond delay="0"/>
                            </p:stCondLst>
                            <p:childTnLst>
                              <p:par>
                                <p:cTn id="142" presetID="23" presetClass="entr" presetSubtype="288" fill="hold" nodeType="clickEffect">
                                  <p:stCondLst>
                                    <p:cond delay="0"/>
                                  </p:stCondLst>
                                  <p:childTnLst>
                                    <p:set>
                                      <p:cBhvr>
                                        <p:cTn id="143" dur="1" fill="hold">
                                          <p:stCondLst>
                                            <p:cond delay="0"/>
                                          </p:stCondLst>
                                        </p:cTn>
                                        <p:tgtEl>
                                          <p:spTgt spid="2"/>
                                        </p:tgtEl>
                                        <p:attrNameLst>
                                          <p:attrName>style.visibility</p:attrName>
                                        </p:attrNameLst>
                                      </p:cBhvr>
                                      <p:to>
                                        <p:strVal val="visible"/>
                                      </p:to>
                                    </p:set>
                                    <p:anim calcmode="lin" valueType="num">
                                      <p:cBhvr>
                                        <p:cTn id="144" dur="500" fill="hold"/>
                                        <p:tgtEl>
                                          <p:spTgt spid="2"/>
                                        </p:tgtEl>
                                        <p:attrNameLst>
                                          <p:attrName>ppt_w</p:attrName>
                                        </p:attrNameLst>
                                      </p:cBhvr>
                                      <p:tavLst>
                                        <p:tav tm="0">
                                          <p:val>
                                            <p:strVal val="4/3*#ppt_w"/>
                                          </p:val>
                                        </p:tav>
                                        <p:tav tm="100000">
                                          <p:val>
                                            <p:strVal val="#ppt_w"/>
                                          </p:val>
                                        </p:tav>
                                      </p:tavLst>
                                    </p:anim>
                                    <p:anim calcmode="lin" valueType="num">
                                      <p:cBhvr>
                                        <p:cTn id="145" dur="500" fill="hold"/>
                                        <p:tgtEl>
                                          <p:spTgt spid="2"/>
                                        </p:tgtEl>
                                        <p:attrNameLst>
                                          <p:attrName>ppt_h</p:attrName>
                                        </p:attrNameLst>
                                      </p:cBhvr>
                                      <p:tavLst>
                                        <p:tav tm="0">
                                          <p:val>
                                            <p:strVal val="4/3*#ppt_h"/>
                                          </p:val>
                                        </p:tav>
                                        <p:tav tm="100000">
                                          <p:val>
                                            <p:strVal val="#ppt_h"/>
                                          </p:val>
                                        </p:tav>
                                      </p:tavLst>
                                    </p:anim>
                                    <p:anim to="" calcmode="lin" valueType="num">
                                      <p:cBhvr>
                                        <p:cTn id="146" dur="500" fill="hold">
                                          <p:stCondLst>
                                            <p:cond delay="0"/>
                                          </p:stCondLst>
                                        </p:cTn>
                                        <p:tgtEl>
                                          <p:spTgt spid="2"/>
                                        </p:tgtEl>
                                        <p:attrNameLst>
                                          <p:attrName>ppt_x</p:attrName>
                                        </p:attrNameLst>
                                      </p:cBhvr>
                                      <p:tavLst>
                                        <p:tav tm="0">
                                          <p:val>
                                            <p:strVal val="#ppt_x+0"/>
                                          </p:val>
                                        </p:tav>
                                        <p:tav tm="100000">
                                          <p:val>
                                            <p:strVal val="#ppt_x+0"/>
                                          </p:val>
                                        </p:tav>
                                      </p:tavLst>
                                    </p:anim>
                                    <p:anim to="" calcmode="lin" valueType="num">
                                      <p:cBhvr>
                                        <p:cTn id="147" dur="500" fill="hold">
                                          <p:stCondLst>
                                            <p:cond delay="0"/>
                                          </p:stCondLst>
                                        </p:cTn>
                                        <p:tgtEl>
                                          <p:spTgt spid="2"/>
                                        </p:tgtEl>
                                        <p:attrNameLst>
                                          <p:attrName>ppt_y</p:attrName>
                                        </p:attrNameLst>
                                      </p:cBhvr>
                                      <p:tavLst>
                                        <p:tav tm="0">
                                          <p:val>
                                            <p:strVal val="#ppt_y+0"/>
                                          </p:val>
                                        </p:tav>
                                        <p:tav tm="100000">
                                          <p:val>
                                            <p:strVal val="#ppt_y+0"/>
                                          </p:val>
                                        </p:tav>
                                      </p:tavLst>
                                    </p:anim>
                                  </p:childTnLst>
                                </p:cTn>
                              </p:par>
                              <p:par>
                                <p:cTn id="148" presetID="35" presetClass="path" presetSubtype="0" accel="50000" decel="50000" fill="hold" nodeType="withEffect">
                                  <p:stCondLst>
                                    <p:cond delay="0"/>
                                  </p:stCondLst>
                                  <p:childTnLst>
                                    <p:anim to="" calcmode="lin" valueType="num">
                                      <p:cBhvr>
                                        <p:cTn id="149"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150"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151"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52"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53" presetID="35" presetClass="path" presetSubtype="0" accel="50000" decel="50000" fill="hold" nodeType="withEffect">
                                  <p:stCondLst>
                                    <p:cond delay="0"/>
                                  </p:stCondLst>
                                  <p:childTnLst>
                                    <p:anim to="" calcmode="lin" valueType="num">
                                      <p:cBhvr>
                                        <p:cTn id="154"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55"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156"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57"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158" presetID="35" presetClass="path" presetSubtype="0" accel="50000" decel="50000" fill="hold" nodeType="withEffect">
                                  <p:stCondLst>
                                    <p:cond delay="0"/>
                                  </p:stCondLst>
                                  <p:childTnLst>
                                    <p:anim to="" calcmode="lin" valueType="num">
                                      <p:cBhvr>
                                        <p:cTn id="159"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60"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161"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62"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63" presetID="35" presetClass="path" presetSubtype="0" accel="50000" decel="50000" fill="hold" nodeType="withEffect">
                                  <p:stCondLst>
                                    <p:cond delay="0"/>
                                  </p:stCondLst>
                                  <p:childTnLst>
                                    <p:anim to="" calcmode="lin" valueType="num">
                                      <p:cBhvr>
                                        <p:cTn id="164" dur="500" fill="hold">
                                          <p:stCondLst>
                                            <p:cond delay="0"/>
                                          </p:stCondLst>
                                        </p:cTn>
                                        <p:tgtEl>
                                          <p:spTgt spid="11"/>
                                        </p:tgtEl>
                                        <p:attrNameLst>
                                          <p:attrName>ppt_x</p:attrName>
                                        </p:attrNameLst>
                                      </p:cBhvr>
                                      <p:tavLst>
                                        <p:tav tm="0">
                                          <p:val>
                                            <p:strVal val="ppt_x"/>
                                          </p:val>
                                        </p:tav>
                                        <p:tav tm="100000">
                                          <p:val>
                                            <p:strVal val="#ppt_x+0"/>
                                          </p:val>
                                        </p:tav>
                                      </p:tavLst>
                                    </p:anim>
                                    <p:anim to="" calcmode="lin" valueType="num">
                                      <p:cBhvr>
                                        <p:cTn id="165" dur="500" fill="hold">
                                          <p:stCondLst>
                                            <p:cond delay="0"/>
                                          </p:stCondLst>
                                        </p:cTn>
                                        <p:tgtEl>
                                          <p:spTgt spid="11"/>
                                        </p:tgtEl>
                                        <p:attrNameLst>
                                          <p:attrName>ppt_y</p:attrName>
                                        </p:attrNameLst>
                                      </p:cBhvr>
                                      <p:tavLst>
                                        <p:tav tm="0">
                                          <p:val>
                                            <p:strVal val="ppt_y"/>
                                          </p:val>
                                        </p:tav>
                                        <p:tav tm="100000">
                                          <p:val>
                                            <p:strVal val="#ppt_y+0"/>
                                          </p:val>
                                        </p:tav>
                                      </p:tavLst>
                                    </p:anim>
                                    <p:anim to="" calcmode="lin" valueType="num">
                                      <p:cBhvr>
                                        <p:cTn id="166"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167"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168" presetID="35" presetClass="path" presetSubtype="0" accel="50000" decel="50000" fill="hold" nodeType="withEffect">
                                  <p:stCondLst>
                                    <p:cond delay="0"/>
                                  </p:stCondLst>
                                  <p:childTnLst>
                                    <p:anim to="" calcmode="lin" valueType="num">
                                      <p:cBhvr>
                                        <p:cTn id="169" dur="500" fill="hold">
                                          <p:stCondLst>
                                            <p:cond delay="0"/>
                                          </p:stCondLst>
                                        </p:cTn>
                                        <p:tgtEl>
                                          <p:spTgt spid="12"/>
                                        </p:tgtEl>
                                        <p:attrNameLst>
                                          <p:attrName>ppt_x</p:attrName>
                                        </p:attrNameLst>
                                      </p:cBhvr>
                                      <p:tavLst>
                                        <p:tav tm="0">
                                          <p:val>
                                            <p:strVal val="ppt_x"/>
                                          </p:val>
                                        </p:tav>
                                        <p:tav tm="100000">
                                          <p:val>
                                            <p:strVal val="#ppt_x+0"/>
                                          </p:val>
                                        </p:tav>
                                      </p:tavLst>
                                    </p:anim>
                                    <p:anim to="" calcmode="lin" valueType="num">
                                      <p:cBhvr>
                                        <p:cTn id="170" dur="500" fill="hold">
                                          <p:stCondLst>
                                            <p:cond delay="0"/>
                                          </p:stCondLst>
                                        </p:cTn>
                                        <p:tgtEl>
                                          <p:spTgt spid="12"/>
                                        </p:tgtEl>
                                        <p:attrNameLst>
                                          <p:attrName>ppt_y</p:attrName>
                                        </p:attrNameLst>
                                      </p:cBhvr>
                                      <p:tavLst>
                                        <p:tav tm="0">
                                          <p:val>
                                            <p:strVal val="ppt_y"/>
                                          </p:val>
                                        </p:tav>
                                        <p:tav tm="100000">
                                          <p:val>
                                            <p:strVal val="#ppt_y+0"/>
                                          </p:val>
                                        </p:tav>
                                      </p:tavLst>
                                    </p:anim>
                                    <p:anim to="" calcmode="lin" valueType="num">
                                      <p:cBhvr>
                                        <p:cTn id="171" dur="500" fill="hold">
                                          <p:stCondLst>
                                            <p:cond delay="0"/>
                                          </p:stCondLst>
                                        </p:cTn>
                                        <p:tgtEl>
                                          <p:spTgt spid="12"/>
                                        </p:tgtEl>
                                        <p:attrNameLst>
                                          <p:attrName>ppt_w</p:attrName>
                                        </p:attrNameLst>
                                      </p:cBhvr>
                                      <p:tavLst>
                                        <p:tav tm="0">
                                          <p:val>
                                            <p:strVal val="ppt_w"/>
                                          </p:val>
                                        </p:tav>
                                        <p:tav tm="100000">
                                          <p:val>
                                            <p:strVal val="#ppt_w"/>
                                          </p:val>
                                        </p:tav>
                                      </p:tavLst>
                                    </p:anim>
                                    <p:anim to="" calcmode="lin" valueType="num">
                                      <p:cBhvr>
                                        <p:cTn id="172" dur="500" fill="hold">
                                          <p:stCondLst>
                                            <p:cond delay="0"/>
                                          </p:stCondLst>
                                        </p:cTn>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5" grpId="0"/>
      <p:bldP spid="6" grpId="0"/>
      <p:bldP spid="7"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6FA42818-67D6-A3E3-D9B8-DB117CEFCADF}"/>
              </a:ext>
            </a:extLst>
          </p:cNvPr>
          <p:cNvSpPr txBox="1"/>
          <p:nvPr>
            <p:custDataLst>
              <p:tags r:id="rId3"/>
            </p:custDataLst>
          </p:nvPr>
        </p:nvSpPr>
        <p:spPr>
          <a:xfrm>
            <a:off x="1313815" y="2462530"/>
            <a:ext cx="4697095" cy="922020"/>
          </a:xfrm>
          <a:prstGeom prst="rect">
            <a:avLst/>
          </a:prstGeom>
          <a:noFill/>
        </p:spPr>
        <p:txBody>
          <a:bodyPr wrap="square" rtlCol="0" anchor="t">
            <a:normAutofit/>
          </a:bodyPr>
          <a:lstStyle/>
          <a:p>
            <a:pPr algn="just">
              <a:lnSpc>
                <a:spcPct val="130000"/>
              </a:lnSpc>
            </a:pPr>
            <a:r>
              <a:rPr lang="en-US" altLang="zh-CN" sz="1200">
                <a:solidFill>
                  <a:schemeClr val="bg2"/>
                </a:solidFill>
                <a:latin typeface="微软雅黑" panose="020B0503020204020204" pitchFamily="34" charset="-122"/>
                <a:ea typeface="微软雅黑" panose="020B0503020204020204" pitchFamily="34" charset="-122"/>
              </a:rPr>
              <a:t>Overview of Big Data</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7" name="Text2">
            <a:extLst>
              <a:ext uri="{FF2B5EF4-FFF2-40B4-BE49-F238E27FC236}">
                <a16:creationId xmlns:a16="http://schemas.microsoft.com/office/drawing/2014/main" id="{D8CEEEBD-4C9E-54B1-8F14-BC17F08B501D}"/>
              </a:ext>
            </a:extLst>
          </p:cNvPr>
          <p:cNvSpPr txBox="1"/>
          <p:nvPr>
            <p:custDataLst>
              <p:tags r:id="rId4"/>
            </p:custDataLst>
          </p:nvPr>
        </p:nvSpPr>
        <p:spPr>
          <a:xfrm>
            <a:off x="6682423" y="1799908"/>
            <a:ext cx="880369" cy="769441"/>
          </a:xfrm>
          <a:prstGeom prst="rect">
            <a:avLst/>
          </a:prstGeom>
          <a:noFill/>
        </p:spPr>
        <p:txBody>
          <a:bodyPr wrap="none" rtlCol="0" anchor="ctr">
            <a:spAutoFit/>
          </a:bodyPr>
          <a:lstStyle/>
          <a:p>
            <a:pPr marL="0" marR="0" lvl="0" indent="0" algn="l" defTabSz="914400" rtl="0" eaLnBrk="1" fontAlgn="auto" latinLnBrk="0" hangingPunct="1">
              <a:spcBef>
                <a:spcPts val="0"/>
              </a:spcBef>
              <a:spcAft>
                <a:spcPts val="0"/>
              </a:spcAft>
              <a:buClrTx/>
              <a:buSzTx/>
              <a:buFontTx/>
              <a:buNone/>
              <a:tabLst/>
              <a:defRPr/>
            </a:pPr>
            <a:r>
              <a:rPr kumimoji="0" lang="en-US" altLang="zh-CN" sz="4400" b="1"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汉仪旗黑-55简" panose="00020600040101010101" charset="-128"/>
                <a:sym typeface="+mn-ea"/>
              </a:rPr>
              <a:t>01</a:t>
            </a:r>
            <a:endParaRPr kumimoji="0" lang="en-US" altLang="zh-CN" sz="44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汉仪旗黑-55简" panose="00020600040101010101" charset="-128"/>
              <a:sym typeface="+mn-ea"/>
            </a:endParaRPr>
          </a:p>
        </p:txBody>
      </p:sp>
      <p:sp>
        <p:nvSpPr>
          <p:cNvPr id="8" name="Text3">
            <a:extLst>
              <a:ext uri="{FF2B5EF4-FFF2-40B4-BE49-F238E27FC236}">
                <a16:creationId xmlns:a16="http://schemas.microsoft.com/office/drawing/2014/main" id="{E4CEA7A4-FC86-7808-E8EB-223328CE22CA}"/>
              </a:ext>
            </a:extLst>
          </p:cNvPr>
          <p:cNvSpPr txBox="1"/>
          <p:nvPr>
            <p:custDataLst>
              <p:tags r:id="rId5"/>
            </p:custDataLst>
          </p:nvPr>
        </p:nvSpPr>
        <p:spPr>
          <a:xfrm>
            <a:off x="8288655" y="1901825"/>
            <a:ext cx="3162300" cy="1181100"/>
          </a:xfrm>
          <a:prstGeom prst="rect">
            <a:avLst/>
          </a:prstGeom>
          <a:noFill/>
        </p:spPr>
        <p:txBody>
          <a:bodyPr wrap="square" rtlCol="0" anchor="t">
            <a:normAutofit/>
          </a:bodyPr>
          <a:lstStyle/>
          <a:p>
            <a:pPr algn="just">
              <a:lnSpc>
                <a:spcPct val="130000"/>
              </a:lnSpc>
              <a:spcBef>
                <a:spcPts val="150"/>
              </a:spcBef>
              <a:spcAft>
                <a:spcPts val="150"/>
              </a:spcAft>
            </a:pPr>
            <a:r>
              <a:rPr lang="zh-CN" altLang="en-US" sz="1200">
                <a:solidFill>
                  <a:schemeClr val="bg2"/>
                </a:solidFill>
                <a:latin typeface="微软雅黑" panose="020B0503020204020204" pitchFamily="34" charset="-122"/>
                <a:ea typeface="微软雅黑" panose="020B0503020204020204" pitchFamily="34" charset="-122"/>
              </a:rPr>
              <a:t>大数据是指规模超出传统处理能力的存储、检索和分析的非结构化数据集。</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9" name="Text4">
            <a:extLst>
              <a:ext uri="{FF2B5EF4-FFF2-40B4-BE49-F238E27FC236}">
                <a16:creationId xmlns:a16="http://schemas.microsoft.com/office/drawing/2014/main" id="{B10E557E-2FBE-DF56-F4BC-175CC3D43CDD}"/>
              </a:ext>
            </a:extLst>
          </p:cNvPr>
          <p:cNvSpPr txBox="1"/>
          <p:nvPr>
            <p:custDataLst>
              <p:tags r:id="rId6"/>
            </p:custDataLst>
          </p:nvPr>
        </p:nvSpPr>
        <p:spPr>
          <a:xfrm>
            <a:off x="8288655" y="1563370"/>
            <a:ext cx="2400924" cy="369332"/>
          </a:xfrm>
          <a:prstGeom prst="rect">
            <a:avLst/>
          </a:prstGeom>
          <a:noFill/>
        </p:spPr>
        <p:txBody>
          <a:bodyPr wrap="square" rtlCol="0" anchor="ctr">
            <a:normAutofit/>
          </a:bodyPr>
          <a:lstStyle/>
          <a:p>
            <a:pPr fontAlgn="ctr"/>
            <a:r>
              <a:rPr lang="zh-CN" altLang="en-US" sz="1600" b="1">
                <a:latin typeface="微软雅黑" panose="020B0503020204020204" pitchFamily="34" charset="-122"/>
                <a:ea typeface="微软雅黑" panose="020B0503020204020204" pitchFamily="34" charset="-122"/>
              </a:rPr>
              <a:t>大数据的定义</a:t>
            </a:r>
            <a:endParaRPr lang="zh-CN" altLang="en-US" sz="1600" b="1" dirty="0">
              <a:latin typeface="微软雅黑" panose="020B0503020204020204" pitchFamily="34" charset="-122"/>
              <a:ea typeface="微软雅黑" panose="020B0503020204020204" pitchFamily="34" charset="-122"/>
            </a:endParaRPr>
          </a:p>
        </p:txBody>
      </p:sp>
      <p:sp>
        <p:nvSpPr>
          <p:cNvPr id="10" name="Text5">
            <a:extLst>
              <a:ext uri="{FF2B5EF4-FFF2-40B4-BE49-F238E27FC236}">
                <a16:creationId xmlns:a16="http://schemas.microsoft.com/office/drawing/2014/main" id="{FB7DCD05-65CB-8872-8B82-7DA6A42C9635}"/>
              </a:ext>
            </a:extLst>
          </p:cNvPr>
          <p:cNvSpPr txBox="1"/>
          <p:nvPr>
            <p:custDataLst>
              <p:tags r:id="rId7"/>
            </p:custDataLst>
          </p:nvPr>
        </p:nvSpPr>
        <p:spPr>
          <a:xfrm>
            <a:off x="6682423" y="3387408"/>
            <a:ext cx="880369" cy="769441"/>
          </a:xfrm>
          <a:prstGeom prst="rect">
            <a:avLst/>
          </a:prstGeom>
          <a:noFill/>
        </p:spPr>
        <p:txBody>
          <a:bodyPr wrap="none" rtlCol="0" anchor="ctr">
            <a:spAutoFit/>
          </a:bodyPr>
          <a:lstStyle/>
          <a:p>
            <a:pPr marL="0" marR="0" lvl="0" indent="0" algn="l" defTabSz="914400" rtl="0" eaLnBrk="1" fontAlgn="auto" latinLnBrk="0" hangingPunct="1">
              <a:spcBef>
                <a:spcPts val="0"/>
              </a:spcBef>
              <a:spcAft>
                <a:spcPts val="0"/>
              </a:spcAft>
              <a:buClrTx/>
              <a:buSzTx/>
              <a:buFontTx/>
              <a:buNone/>
              <a:tabLst/>
              <a:defRPr/>
            </a:pPr>
            <a:r>
              <a:rPr kumimoji="0" lang="en-US" altLang="zh-CN" sz="4400" b="1" i="0" u="none" strike="noStrike" kern="1200" cap="none" spc="0" normalizeH="0" baseline="0" noProof="0">
                <a:ln>
                  <a:noFill/>
                </a:ln>
                <a:solidFill>
                  <a:schemeClr val="accent2"/>
                </a:solidFill>
                <a:effectLst/>
                <a:uLnTx/>
                <a:uFillTx/>
                <a:latin typeface="微软雅黑" panose="020B0503020204020204" pitchFamily="34" charset="-122"/>
                <a:ea typeface="微软雅黑" panose="020B0503020204020204" pitchFamily="34" charset="-122"/>
                <a:cs typeface="汉仪旗黑-55简" panose="00020600040101010101" charset="-128"/>
                <a:sym typeface="+mn-ea"/>
              </a:rPr>
              <a:t>02</a:t>
            </a:r>
            <a:endParaRPr kumimoji="0" lang="en-US" altLang="zh-CN" sz="4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汉仪旗黑-55简" panose="00020600040101010101" charset="-128"/>
              <a:sym typeface="+mn-ea"/>
            </a:endParaRPr>
          </a:p>
        </p:txBody>
      </p:sp>
      <p:sp>
        <p:nvSpPr>
          <p:cNvPr id="11" name="Text6">
            <a:extLst>
              <a:ext uri="{FF2B5EF4-FFF2-40B4-BE49-F238E27FC236}">
                <a16:creationId xmlns:a16="http://schemas.microsoft.com/office/drawing/2014/main" id="{74D1AF28-DCE0-4A5A-0563-E62EB6C94E80}"/>
              </a:ext>
            </a:extLst>
          </p:cNvPr>
          <p:cNvSpPr txBox="1"/>
          <p:nvPr>
            <p:custDataLst>
              <p:tags r:id="rId8"/>
            </p:custDataLst>
          </p:nvPr>
        </p:nvSpPr>
        <p:spPr>
          <a:xfrm>
            <a:off x="8288655" y="3489325"/>
            <a:ext cx="3162300" cy="1181100"/>
          </a:xfrm>
          <a:prstGeom prst="rect">
            <a:avLst/>
          </a:prstGeom>
          <a:noFill/>
        </p:spPr>
        <p:txBody>
          <a:bodyPr wrap="square" rtlCol="0" anchor="t">
            <a:normAutofit/>
          </a:bodyPr>
          <a:lstStyle/>
          <a:p>
            <a:pPr algn="just">
              <a:lnSpc>
                <a:spcPct val="130000"/>
              </a:lnSpc>
              <a:spcBef>
                <a:spcPts val="150"/>
              </a:spcBef>
              <a:spcAft>
                <a:spcPts val="150"/>
              </a:spcAft>
            </a:pPr>
            <a:r>
              <a:rPr lang="en-US" altLang="zh-CN" sz="1200" b="1">
                <a:solidFill>
                  <a:schemeClr val="bg2"/>
                </a:solidFill>
                <a:latin typeface="微软雅黑" panose="020B0503020204020204" pitchFamily="34" charset="-122"/>
                <a:ea typeface="微软雅黑" panose="020B0503020204020204" pitchFamily="34" charset="-122"/>
              </a:rPr>
              <a:t>4V</a:t>
            </a:r>
            <a:r>
              <a:rPr lang="zh-CN" altLang="en-US" sz="1200" b="1">
                <a:solidFill>
                  <a:schemeClr val="bg2"/>
                </a:solidFill>
                <a:latin typeface="微软雅黑" panose="020B0503020204020204" pitchFamily="34" charset="-122"/>
                <a:ea typeface="微软雅黑" panose="020B0503020204020204" pitchFamily="34" charset="-122"/>
              </a:rPr>
              <a:t>特征：</a:t>
            </a:r>
            <a:r>
              <a:rPr lang="en-US" altLang="zh-CN" sz="1200">
                <a:solidFill>
                  <a:schemeClr val="bg2"/>
                </a:solidFill>
                <a:latin typeface="微软雅黑" panose="020B0503020204020204" pitchFamily="34" charset="-122"/>
                <a:ea typeface="微软雅黑" panose="020B0503020204020204" pitchFamily="34" charset="-122"/>
              </a:rPr>
              <a:t>Volume</a:t>
            </a:r>
            <a:r>
              <a:rPr lang="zh-CN" altLang="en-US" sz="1200">
                <a:solidFill>
                  <a:schemeClr val="bg2"/>
                </a:solidFill>
                <a:latin typeface="微软雅黑" panose="020B0503020204020204" pitchFamily="34" charset="-122"/>
                <a:ea typeface="微软雅黑" panose="020B0503020204020204" pitchFamily="34" charset="-122"/>
              </a:rPr>
              <a:t>（量）、</a:t>
            </a:r>
            <a:r>
              <a:rPr lang="en-US" altLang="zh-CN" sz="1200">
                <a:solidFill>
                  <a:schemeClr val="bg2"/>
                </a:solidFill>
                <a:latin typeface="微软雅黑" panose="020B0503020204020204" pitchFamily="34" charset="-122"/>
                <a:ea typeface="微软雅黑" panose="020B0503020204020204" pitchFamily="34" charset="-122"/>
              </a:rPr>
              <a:t>Velocity</a:t>
            </a:r>
            <a:r>
              <a:rPr lang="zh-CN" altLang="en-US" sz="1200">
                <a:solidFill>
                  <a:schemeClr val="bg2"/>
                </a:solidFill>
                <a:latin typeface="微软雅黑" panose="020B0503020204020204" pitchFamily="34" charset="-122"/>
                <a:ea typeface="微软雅黑" panose="020B0503020204020204" pitchFamily="34" charset="-122"/>
              </a:rPr>
              <a:t>（速）、</a:t>
            </a:r>
            <a:r>
              <a:rPr lang="en-US" altLang="zh-CN" sz="1200">
                <a:solidFill>
                  <a:schemeClr val="bg2"/>
                </a:solidFill>
                <a:latin typeface="微软雅黑" panose="020B0503020204020204" pitchFamily="34" charset="-122"/>
                <a:ea typeface="微软雅黑" panose="020B0503020204020204" pitchFamily="34" charset="-122"/>
              </a:rPr>
              <a:t>Variety</a:t>
            </a:r>
            <a:r>
              <a:rPr lang="zh-CN" altLang="en-US" sz="1200">
                <a:solidFill>
                  <a:schemeClr val="bg2"/>
                </a:solidFill>
                <a:latin typeface="微软雅黑" panose="020B0503020204020204" pitchFamily="34" charset="-122"/>
                <a:ea typeface="微软雅黑" panose="020B0503020204020204" pitchFamily="34" charset="-122"/>
              </a:rPr>
              <a:t>（异）、</a:t>
            </a:r>
            <a:r>
              <a:rPr lang="en-US" altLang="zh-CN" sz="1200">
                <a:solidFill>
                  <a:schemeClr val="bg2"/>
                </a:solidFill>
                <a:latin typeface="微软雅黑" panose="020B0503020204020204" pitchFamily="34" charset="-122"/>
                <a:ea typeface="微软雅黑" panose="020B0503020204020204" pitchFamily="34" charset="-122"/>
              </a:rPr>
              <a:t>Veracity</a:t>
            </a:r>
            <a:r>
              <a:rPr lang="zh-CN" altLang="en-US" sz="1200">
                <a:solidFill>
                  <a:schemeClr val="bg2"/>
                </a:solidFill>
                <a:latin typeface="微软雅黑" panose="020B0503020204020204" pitchFamily="34" charset="-122"/>
                <a:ea typeface="微软雅黑" panose="020B0503020204020204" pitchFamily="34" charset="-122"/>
              </a:rPr>
              <a:t>（准），体现大数据的全面性。</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12" name="Text7">
            <a:extLst>
              <a:ext uri="{FF2B5EF4-FFF2-40B4-BE49-F238E27FC236}">
                <a16:creationId xmlns:a16="http://schemas.microsoft.com/office/drawing/2014/main" id="{C74E43E6-B9C0-5273-0841-E985C0F7CF9E}"/>
              </a:ext>
            </a:extLst>
          </p:cNvPr>
          <p:cNvSpPr txBox="1"/>
          <p:nvPr>
            <p:custDataLst>
              <p:tags r:id="rId9"/>
            </p:custDataLst>
          </p:nvPr>
        </p:nvSpPr>
        <p:spPr>
          <a:xfrm>
            <a:off x="8288655" y="3150870"/>
            <a:ext cx="2400924" cy="369332"/>
          </a:xfrm>
          <a:prstGeom prst="rect">
            <a:avLst/>
          </a:prstGeom>
          <a:noFill/>
        </p:spPr>
        <p:txBody>
          <a:bodyPr wrap="square" rtlCol="0" anchor="ctr">
            <a:normAutofit/>
          </a:bodyPr>
          <a:lstStyle/>
          <a:p>
            <a:pPr fontAlgn="ctr"/>
            <a:r>
              <a:rPr lang="zh-CN" altLang="en-US" sz="1600" b="1">
                <a:latin typeface="微软雅黑" panose="020B0503020204020204" pitchFamily="34" charset="-122"/>
                <a:ea typeface="微软雅黑" panose="020B0503020204020204" pitchFamily="34" charset="-122"/>
              </a:rPr>
              <a:t>大数据的特征</a:t>
            </a:r>
            <a:endParaRPr lang="zh-CN" altLang="en-US" sz="1600" b="1" dirty="0">
              <a:latin typeface="微软雅黑" panose="020B0503020204020204" pitchFamily="34" charset="-122"/>
              <a:ea typeface="微软雅黑" panose="020B0503020204020204" pitchFamily="34" charset="-122"/>
            </a:endParaRPr>
          </a:p>
        </p:txBody>
      </p:sp>
      <p:sp>
        <p:nvSpPr>
          <p:cNvPr id="13" name="Text8">
            <a:extLst>
              <a:ext uri="{FF2B5EF4-FFF2-40B4-BE49-F238E27FC236}">
                <a16:creationId xmlns:a16="http://schemas.microsoft.com/office/drawing/2014/main" id="{64003B3D-99DB-80F4-55B0-344962666CF6}"/>
              </a:ext>
            </a:extLst>
          </p:cNvPr>
          <p:cNvSpPr txBox="1"/>
          <p:nvPr>
            <p:custDataLst>
              <p:tags r:id="rId10"/>
            </p:custDataLst>
          </p:nvPr>
        </p:nvSpPr>
        <p:spPr>
          <a:xfrm>
            <a:off x="6682581" y="4974908"/>
            <a:ext cx="880052" cy="769441"/>
          </a:xfrm>
          <a:prstGeom prst="rect">
            <a:avLst/>
          </a:prstGeom>
          <a:noFill/>
        </p:spPr>
        <p:txBody>
          <a:bodyPr wrap="square" rtlCol="0" anchor="ctr">
            <a:spAutoFit/>
          </a:bodyPr>
          <a:lstStyle/>
          <a:p>
            <a:pPr marL="0" marR="0" lvl="0" indent="0" algn="l" defTabSz="914400" rtl="0" eaLnBrk="1" fontAlgn="auto" latinLnBrk="0" hangingPunct="1">
              <a:spcBef>
                <a:spcPts val="0"/>
              </a:spcBef>
              <a:spcAft>
                <a:spcPts val="0"/>
              </a:spcAft>
              <a:buClrTx/>
              <a:buSzTx/>
              <a:buFontTx/>
              <a:buNone/>
              <a:tabLst/>
              <a:defRPr/>
            </a:pPr>
            <a:r>
              <a:rPr kumimoji="0" lang="en-US" altLang="zh-CN" sz="4400" b="1" i="0" u="none" strike="noStrike" kern="1200" cap="none" spc="0" normalizeH="0" baseline="0" noProof="0">
                <a:ln>
                  <a:noFill/>
                </a:ln>
                <a:solidFill>
                  <a:schemeClr val="accent3"/>
                </a:solidFill>
                <a:effectLst/>
                <a:uLnTx/>
                <a:uFillTx/>
                <a:latin typeface="微软雅黑" panose="020B0503020204020204" pitchFamily="34" charset="-122"/>
                <a:ea typeface="微软雅黑" panose="020B0503020204020204" pitchFamily="34" charset="-122"/>
                <a:cs typeface="汉仪旗黑-55简" panose="00020600040101010101" charset="-128"/>
                <a:sym typeface="+mn-ea"/>
              </a:rPr>
              <a:t>03</a:t>
            </a:r>
            <a:endParaRPr kumimoji="0" lang="en-US" altLang="zh-CN" sz="4400" b="1" i="0" u="none" strike="noStrike" kern="1200" cap="none" spc="0" normalizeH="0" baseline="0" noProof="0" dirty="0">
              <a:ln>
                <a:noFill/>
              </a:ln>
              <a:solidFill>
                <a:schemeClr val="accent3"/>
              </a:solidFill>
              <a:effectLst/>
              <a:uLnTx/>
              <a:uFillTx/>
              <a:latin typeface="微软雅黑" panose="020B0503020204020204" pitchFamily="34" charset="-122"/>
              <a:ea typeface="微软雅黑" panose="020B0503020204020204" pitchFamily="34" charset="-122"/>
              <a:cs typeface="汉仪旗黑-55简" panose="00020600040101010101" charset="-128"/>
              <a:sym typeface="+mn-ea"/>
            </a:endParaRPr>
          </a:p>
        </p:txBody>
      </p:sp>
      <p:sp>
        <p:nvSpPr>
          <p:cNvPr id="14" name="Text9">
            <a:extLst>
              <a:ext uri="{FF2B5EF4-FFF2-40B4-BE49-F238E27FC236}">
                <a16:creationId xmlns:a16="http://schemas.microsoft.com/office/drawing/2014/main" id="{7E6DA400-35EF-0640-8759-D8697BE4045C}"/>
              </a:ext>
            </a:extLst>
          </p:cNvPr>
          <p:cNvSpPr txBox="1"/>
          <p:nvPr>
            <p:custDataLst>
              <p:tags r:id="rId11"/>
            </p:custDataLst>
          </p:nvPr>
        </p:nvSpPr>
        <p:spPr>
          <a:xfrm>
            <a:off x="8288655" y="5076825"/>
            <a:ext cx="3162300" cy="1181100"/>
          </a:xfrm>
          <a:prstGeom prst="rect">
            <a:avLst/>
          </a:prstGeom>
          <a:noFill/>
        </p:spPr>
        <p:txBody>
          <a:bodyPr wrap="square" rtlCol="0" anchor="t">
            <a:normAutofit/>
          </a:bodyPr>
          <a:lstStyle/>
          <a:p>
            <a:pPr algn="just">
              <a:lnSpc>
                <a:spcPct val="130000"/>
              </a:lnSpc>
              <a:spcBef>
                <a:spcPts val="150"/>
              </a:spcBef>
              <a:spcAft>
                <a:spcPts val="150"/>
              </a:spcAft>
            </a:pPr>
            <a:r>
              <a:rPr lang="zh-CN" altLang="en-US" sz="1200">
                <a:solidFill>
                  <a:schemeClr val="bg2"/>
                </a:solidFill>
                <a:latin typeface="微软雅黑" panose="020B0503020204020204" pitchFamily="34" charset="-122"/>
                <a:ea typeface="微软雅黑" panose="020B0503020204020204" pitchFamily="34" charset="-122"/>
              </a:rPr>
              <a:t>数据隐私保护和伦理问题是应用中面临的显著挑战，需加强法规建设和技术保护。</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15" name="Text10">
            <a:extLst>
              <a:ext uri="{FF2B5EF4-FFF2-40B4-BE49-F238E27FC236}">
                <a16:creationId xmlns:a16="http://schemas.microsoft.com/office/drawing/2014/main" id="{BD9F5639-5862-BF7E-8BF5-16A44289A9EC}"/>
              </a:ext>
            </a:extLst>
          </p:cNvPr>
          <p:cNvSpPr txBox="1"/>
          <p:nvPr>
            <p:custDataLst>
              <p:tags r:id="rId12"/>
            </p:custDataLst>
          </p:nvPr>
        </p:nvSpPr>
        <p:spPr>
          <a:xfrm>
            <a:off x="8288655" y="4738370"/>
            <a:ext cx="2400924" cy="369332"/>
          </a:xfrm>
          <a:prstGeom prst="rect">
            <a:avLst/>
          </a:prstGeom>
          <a:noFill/>
        </p:spPr>
        <p:txBody>
          <a:bodyPr wrap="square" rtlCol="0" anchor="ctr">
            <a:normAutofit/>
          </a:bodyPr>
          <a:lstStyle/>
          <a:p>
            <a:pPr fontAlgn="ctr"/>
            <a:r>
              <a:rPr lang="zh-CN" altLang="en-US" sz="1600" b="1">
                <a:latin typeface="微软雅黑" panose="020B0503020204020204" pitchFamily="34" charset="-122"/>
                <a:ea typeface="微软雅黑" panose="020B0503020204020204" pitchFamily="34" charset="-122"/>
              </a:rPr>
              <a:t>大数据的应用挑战</a:t>
            </a:r>
            <a:endParaRPr lang="zh-CN" altLang="en-US" sz="1600" b="1" dirty="0">
              <a:latin typeface="微软雅黑" panose="020B0503020204020204" pitchFamily="34" charset="-122"/>
              <a:ea typeface="微软雅黑" panose="020B0503020204020204" pitchFamily="34" charset="-122"/>
            </a:endParaRPr>
          </a:p>
        </p:txBody>
      </p:sp>
      <p:cxnSp>
        <p:nvCxnSpPr>
          <p:cNvPr id="16" name="Shape1">
            <a:extLst>
              <a:ext uri="{FF2B5EF4-FFF2-40B4-BE49-F238E27FC236}">
                <a16:creationId xmlns:a16="http://schemas.microsoft.com/office/drawing/2014/main" id="{0C894A0C-9796-97F3-C905-DC99E2113C79}"/>
              </a:ext>
            </a:extLst>
          </p:cNvPr>
          <p:cNvCxnSpPr/>
          <p:nvPr>
            <p:custDataLst>
              <p:tags r:id="rId13"/>
            </p:custDataLst>
          </p:nvPr>
        </p:nvCxnSpPr>
        <p:spPr>
          <a:xfrm>
            <a:off x="692150" y="1985010"/>
            <a:ext cx="0" cy="1379220"/>
          </a:xfrm>
          <a:prstGeom prst="line">
            <a:avLst/>
          </a:prstGeom>
          <a:ln w="19050">
            <a:solidFill>
              <a:schemeClr val="accent1">
                <a:alpha val="20000"/>
              </a:schemeClr>
            </a:solidFill>
          </a:ln>
        </p:spPr>
        <p:style>
          <a:lnRef idx="1">
            <a:schemeClr val="accent1"/>
          </a:lnRef>
          <a:fillRef idx="0">
            <a:schemeClr val="accent1"/>
          </a:fillRef>
          <a:effectRef idx="0">
            <a:schemeClr val="accent1"/>
          </a:effectRef>
          <a:fontRef idx="minor">
            <a:schemeClr val="tx1"/>
          </a:fontRef>
        </p:style>
      </p:cxnSp>
      <p:sp>
        <p:nvSpPr>
          <p:cNvPr id="4" name="Shape2">
            <a:extLst>
              <a:ext uri="{FF2B5EF4-FFF2-40B4-BE49-F238E27FC236}">
                <a16:creationId xmlns:a16="http://schemas.microsoft.com/office/drawing/2014/main" id="{BD9474D3-9681-83DA-9D6F-F719B817932F}"/>
              </a:ext>
            </a:extLst>
          </p:cNvPr>
          <p:cNvSpPr/>
          <p:nvPr>
            <p:custDataLst>
              <p:tags r:id="rId14"/>
            </p:custDataLst>
          </p:nvPr>
        </p:nvSpPr>
        <p:spPr>
          <a:xfrm>
            <a:off x="1378585" y="3717290"/>
            <a:ext cx="4718050" cy="2369185"/>
          </a:xfrm>
          <a:prstGeom prst="rect">
            <a:avLst/>
          </a:prstGeom>
          <a:blipFill dpi="0" rotWithShape="0">
            <a:blip r:embed="rId30"/>
            <a:srcRect/>
            <a:stretch>
              <a:fillRect t="-16355" b="-16355"/>
            </a:stretch>
          </a:blip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Shape3">
            <a:extLst>
              <a:ext uri="{FF2B5EF4-FFF2-40B4-BE49-F238E27FC236}">
                <a16:creationId xmlns:a16="http://schemas.microsoft.com/office/drawing/2014/main" id="{6E349F6B-8371-7032-694C-3DDC60ACF9B7}"/>
              </a:ext>
            </a:extLst>
          </p:cNvPr>
          <p:cNvSpPr/>
          <p:nvPr>
            <p:custDataLst>
              <p:tags r:id="rId15"/>
            </p:custDataLst>
          </p:nvPr>
        </p:nvSpPr>
        <p:spPr>
          <a:xfrm>
            <a:off x="771525" y="3704590"/>
            <a:ext cx="542290" cy="2369185"/>
          </a:xfrm>
          <a:prstGeom prst="rect">
            <a:avLst/>
          </a:prstGeom>
          <a:gradFill>
            <a:gsLst>
              <a:gs pos="0">
                <a:schemeClr val="accent1"/>
              </a:gs>
              <a:gs pos="71000">
                <a:schemeClr val="accent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汉仪旗黑-55简" panose="00020600040101010101" charset="-128"/>
              <a:sym typeface="+mn-ea"/>
            </a:endParaRPr>
          </a:p>
        </p:txBody>
      </p:sp>
      <p:sp>
        <p:nvSpPr>
          <p:cNvPr id="18" name="Text11">
            <a:extLst>
              <a:ext uri="{FF2B5EF4-FFF2-40B4-BE49-F238E27FC236}">
                <a16:creationId xmlns:a16="http://schemas.microsoft.com/office/drawing/2014/main" id="{1022EA61-71B7-11EA-644A-2F8FB3B9DA33}"/>
              </a:ext>
            </a:extLst>
          </p:cNvPr>
          <p:cNvSpPr/>
          <p:nvPr>
            <p:custDataLst>
              <p:tags r:id="rId16"/>
            </p:custDataLst>
          </p:nvPr>
        </p:nvSpPr>
        <p:spPr>
          <a:xfrm>
            <a:off x="7651750" y="2129790"/>
            <a:ext cx="108163" cy="108585"/>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19" name="Text12">
            <a:extLst>
              <a:ext uri="{FF2B5EF4-FFF2-40B4-BE49-F238E27FC236}">
                <a16:creationId xmlns:a16="http://schemas.microsoft.com/office/drawing/2014/main" id="{8F203D36-3760-9841-66C3-C06198196651}"/>
              </a:ext>
            </a:extLst>
          </p:cNvPr>
          <p:cNvSpPr/>
          <p:nvPr>
            <p:custDataLst>
              <p:tags r:id="rId17"/>
            </p:custDataLst>
          </p:nvPr>
        </p:nvSpPr>
        <p:spPr>
          <a:xfrm>
            <a:off x="7751339" y="2129790"/>
            <a:ext cx="108163" cy="108585"/>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20" name="Text13">
            <a:extLst>
              <a:ext uri="{FF2B5EF4-FFF2-40B4-BE49-F238E27FC236}">
                <a16:creationId xmlns:a16="http://schemas.microsoft.com/office/drawing/2014/main" id="{66FE13D5-C3C3-997E-8EA0-5293CF8327AE}"/>
              </a:ext>
            </a:extLst>
          </p:cNvPr>
          <p:cNvSpPr/>
          <p:nvPr>
            <p:custDataLst>
              <p:tags r:id="rId18"/>
            </p:custDataLst>
          </p:nvPr>
        </p:nvSpPr>
        <p:spPr>
          <a:xfrm>
            <a:off x="7850927" y="2129790"/>
            <a:ext cx="108163" cy="108585"/>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22" name="Text14">
            <a:extLst>
              <a:ext uri="{FF2B5EF4-FFF2-40B4-BE49-F238E27FC236}">
                <a16:creationId xmlns:a16="http://schemas.microsoft.com/office/drawing/2014/main" id="{40766B19-9E14-06E5-4C6F-E9482411EFB1}"/>
              </a:ext>
            </a:extLst>
          </p:cNvPr>
          <p:cNvSpPr/>
          <p:nvPr>
            <p:custDataLst>
              <p:tags r:id="rId19"/>
            </p:custDataLst>
          </p:nvPr>
        </p:nvSpPr>
        <p:spPr>
          <a:xfrm>
            <a:off x="7651750" y="3717290"/>
            <a:ext cx="108163" cy="10858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23" name="Text15">
            <a:extLst>
              <a:ext uri="{FF2B5EF4-FFF2-40B4-BE49-F238E27FC236}">
                <a16:creationId xmlns:a16="http://schemas.microsoft.com/office/drawing/2014/main" id="{CC2AFB39-97D8-50CD-018F-B64044CA97F9}"/>
              </a:ext>
            </a:extLst>
          </p:cNvPr>
          <p:cNvSpPr/>
          <p:nvPr>
            <p:custDataLst>
              <p:tags r:id="rId20"/>
            </p:custDataLst>
          </p:nvPr>
        </p:nvSpPr>
        <p:spPr>
          <a:xfrm>
            <a:off x="7751339" y="3717290"/>
            <a:ext cx="108163" cy="10858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24" name="Text16">
            <a:extLst>
              <a:ext uri="{FF2B5EF4-FFF2-40B4-BE49-F238E27FC236}">
                <a16:creationId xmlns:a16="http://schemas.microsoft.com/office/drawing/2014/main" id="{5B184183-FA2A-5CD9-9AC6-F116587B2C93}"/>
              </a:ext>
            </a:extLst>
          </p:cNvPr>
          <p:cNvSpPr/>
          <p:nvPr>
            <p:custDataLst>
              <p:tags r:id="rId21"/>
            </p:custDataLst>
          </p:nvPr>
        </p:nvSpPr>
        <p:spPr>
          <a:xfrm>
            <a:off x="7850927" y="3717290"/>
            <a:ext cx="108163" cy="10858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26" name="Text17">
            <a:extLst>
              <a:ext uri="{FF2B5EF4-FFF2-40B4-BE49-F238E27FC236}">
                <a16:creationId xmlns:a16="http://schemas.microsoft.com/office/drawing/2014/main" id="{19225798-AFE2-5DAD-39A9-F2E6901380B1}"/>
              </a:ext>
            </a:extLst>
          </p:cNvPr>
          <p:cNvSpPr/>
          <p:nvPr>
            <p:custDataLst>
              <p:tags r:id="rId22"/>
            </p:custDataLst>
          </p:nvPr>
        </p:nvSpPr>
        <p:spPr>
          <a:xfrm>
            <a:off x="7651750" y="5304790"/>
            <a:ext cx="108163" cy="108585"/>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27" name="Text18">
            <a:extLst>
              <a:ext uri="{FF2B5EF4-FFF2-40B4-BE49-F238E27FC236}">
                <a16:creationId xmlns:a16="http://schemas.microsoft.com/office/drawing/2014/main" id="{2C72239E-BC76-6D15-141B-7A053F5D11AF}"/>
              </a:ext>
            </a:extLst>
          </p:cNvPr>
          <p:cNvSpPr/>
          <p:nvPr>
            <p:custDataLst>
              <p:tags r:id="rId23"/>
            </p:custDataLst>
          </p:nvPr>
        </p:nvSpPr>
        <p:spPr>
          <a:xfrm>
            <a:off x="7751339" y="5304790"/>
            <a:ext cx="108163" cy="108585"/>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28" name="Text19">
            <a:extLst>
              <a:ext uri="{FF2B5EF4-FFF2-40B4-BE49-F238E27FC236}">
                <a16:creationId xmlns:a16="http://schemas.microsoft.com/office/drawing/2014/main" id="{EC7F25E3-6CD6-8E1D-5156-9C6B4F740907}"/>
              </a:ext>
            </a:extLst>
          </p:cNvPr>
          <p:cNvSpPr/>
          <p:nvPr>
            <p:custDataLst>
              <p:tags r:id="rId24"/>
            </p:custDataLst>
          </p:nvPr>
        </p:nvSpPr>
        <p:spPr>
          <a:xfrm>
            <a:off x="7850927" y="5304790"/>
            <a:ext cx="108163" cy="108585"/>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D095"/>
              </a:solidFill>
              <a:effectLst/>
              <a:uLnTx/>
              <a:uFillTx/>
              <a:latin typeface="等线" panose="020F0502020204030204"/>
              <a:ea typeface="等线" panose="02010600030101010101" pitchFamily="2" charset="-122"/>
              <a:cs typeface="汉仪旗黑-55简" panose="00020600040101010101" charset="-128"/>
            </a:endParaRPr>
          </a:p>
        </p:txBody>
      </p:sp>
      <p:sp>
        <p:nvSpPr>
          <p:cNvPr id="3" name="Text20">
            <a:extLst>
              <a:ext uri="{FF2B5EF4-FFF2-40B4-BE49-F238E27FC236}">
                <a16:creationId xmlns:a16="http://schemas.microsoft.com/office/drawing/2014/main" id="{22D455A8-76AD-4F78-156B-3B376D3FC4D9}"/>
              </a:ext>
            </a:extLst>
          </p:cNvPr>
          <p:cNvSpPr txBox="1"/>
          <p:nvPr>
            <p:custDataLst>
              <p:tags r:id="rId25"/>
            </p:custDataLst>
          </p:nvPr>
        </p:nvSpPr>
        <p:spPr>
          <a:xfrm>
            <a:off x="811601" y="287410"/>
            <a:ext cx="11058507"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大数据概述</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pic>
        <p:nvPicPr>
          <p:cNvPr id="17" name="Shape4">
            <a:extLst>
              <a:ext uri="{FF2B5EF4-FFF2-40B4-BE49-F238E27FC236}">
                <a16:creationId xmlns:a16="http://schemas.microsoft.com/office/drawing/2014/main" id="{6A875B54-3CC2-1ABB-7542-05E970FECC07}"/>
              </a:ext>
            </a:extLst>
          </p:cNvPr>
          <p:cNvPicPr>
            <a:picLocks/>
          </p:cNvPicPr>
          <p:nvPr>
            <p:custDataLst>
              <p:tags r:id="rId26"/>
            </p:custDataLst>
          </p:nvPr>
        </p:nvPicPr>
        <p:blipFill>
          <a:blip r:embed="rId31">
            <a:extLst>
              <a:ext uri="{96DAC541-7B7A-43D3-8B79-37D633B846F1}">
                <asvg:svgBlip xmlns:asvg="http://schemas.microsoft.com/office/drawing/2016/SVG/main" r:embed="rId32"/>
              </a:ext>
            </a:extLst>
          </a:blip>
          <a:stretch>
            <a:fillRect/>
          </a:stretch>
        </p:blipFill>
        <p:spPr>
          <a:xfrm>
            <a:off x="256421" y="473520"/>
            <a:ext cx="459926" cy="459926"/>
          </a:xfrm>
          <a:prstGeom prst="rect">
            <a:avLst/>
          </a:prstGeom>
        </p:spPr>
      </p:pic>
      <p:sp>
        <p:nvSpPr>
          <p:cNvPr id="21" name="Text1" hidden="1">
            <a:extLst>
              <a:ext uri="{FF2B5EF4-FFF2-40B4-BE49-F238E27FC236}">
                <a16:creationId xmlns:a16="http://schemas.microsoft.com/office/drawing/2014/main" id="{BB53949F-CEF1-78C0-DE86-14022122D329}"/>
              </a:ext>
            </a:extLst>
          </p:cNvPr>
          <p:cNvSpPr txBox="1"/>
          <p:nvPr>
            <p:custDataLst>
              <p:tags r:id="rId27"/>
            </p:custDataLst>
          </p:nvPr>
        </p:nvSpPr>
        <p:spPr>
          <a:xfrm>
            <a:off x="846491" y="7832348"/>
            <a:ext cx="11669372" cy="720348"/>
          </a:xfrm>
          <a:prstGeom prst="rect">
            <a:avLst/>
          </a:prstGeom>
          <a:noFill/>
        </p:spPr>
        <p:txBody>
          <a:bodyPr wrap="square" rtlCol="0" anchor="ctr" anchorCtr="0">
            <a:norm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33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大数据技术发展</a:t>
            </a:r>
            <a:endParaRPr lang="zh-CN" altLang="en-US" sz="33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spTree>
    <p:custDataLst>
      <p:custData r:id="rId1"/>
      <p:tags r:id="rId2"/>
    </p:custDataLst>
    <p:extLst>
      <p:ext uri="{BB962C8B-B14F-4D97-AF65-F5344CB8AC3E}">
        <p14:creationId xmlns:p14="http://schemas.microsoft.com/office/powerpoint/2010/main" val="36758957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anim to="" calcmode="lin" valueType="num">
                                      <p:cBhvr>
                                        <p:cTn id="8" dur="60" fill="remove">
                                          <p:stCondLst>
                                            <p:cond delay="0"/>
                                          </p:stCondLst>
                                        </p:cTn>
                                        <p:tgtEl>
                                          <p:spTgt spid="6"/>
                                        </p:tgtEl>
                                        <p:attrNameLst>
                                          <p:attrName>ppt_x</p:attrName>
                                        </p:attrNameLst>
                                      </p:cBhvr>
                                      <p:tavLst>
                                        <p:tav tm="0" fmla="$">
                                          <p:val>
                                            <p:strVal val="#ppt_x"/>
                                          </p:val>
                                        </p:tav>
                                        <p:tav tm="100000" fmla="$">
                                          <p:val>
                                            <p:strVal val="#ppt_x+rand(ppt_w)-ppt_w/2"/>
                                          </p:val>
                                        </p:tav>
                                      </p:tavLst>
                                    </p:anim>
                                    <p:anim to="" calcmode="lin" valueType="num">
                                      <p:cBhvr>
                                        <p:cTn id="9" dur="60" fill="remove">
                                          <p:stCondLst>
                                            <p:cond delay="0"/>
                                          </p:stCondLst>
                                        </p:cTn>
                                        <p:tgtEl>
                                          <p:spTgt spid="6"/>
                                        </p:tgtEl>
                                        <p:attrNameLst>
                                          <p:attrName>ppt_y</p:attrName>
                                        </p:attrNameLst>
                                      </p:cBhvr>
                                      <p:tavLst>
                                        <p:tav tm="0" fmla="$">
                                          <p:val>
                                            <p:strVal val="#ppt_y"/>
                                          </p:val>
                                        </p:tav>
                                        <p:tav tm="100000" fmla="$">
                                          <p:val>
                                            <p:strVal val="#ppt_y+rand(ppt_h)-ppt_h/2"/>
                                          </p:val>
                                        </p:tav>
                                      </p:tavLst>
                                    </p:anim>
                                    <p:animScale>
                                      <p:cBhvr>
                                        <p:cTn id="10" dur="100" accel="50000" fill="remove">
                                          <p:stCondLst>
                                            <p:cond delay="50"/>
                                          </p:stCondLst>
                                        </p:cTn>
                                        <p:tgtEl>
                                          <p:spTgt spid="6"/>
                                        </p:tgtEl>
                                      </p:cBhvr>
                                      <p:from x="100000" y="100000"/>
                                      <p:to x="250000" y="250000"/>
                                    </p:animScale>
                                    <p:animScale>
                                      <p:cBhvr>
                                        <p:cTn id="11" dur="150" accel="50000" fill="remove">
                                          <p:stCondLst>
                                            <p:cond delay="150"/>
                                          </p:stCondLst>
                                        </p:cTn>
                                        <p:tgtEl>
                                          <p:spTgt spid="6"/>
                                        </p:tgtEl>
                                      </p:cBhvr>
                                      <p:from x="100000" y="100000"/>
                                      <p:to x="150000" y="150000"/>
                                    </p:animScale>
                                    <p:anim to="" calcmode="lin" valueType="num">
                                      <p:cBhvr>
                                        <p:cTn id="12" dur="60" fill="remove">
                                          <p:stCondLst>
                                            <p:cond delay="150"/>
                                          </p:stCondLst>
                                        </p:cTn>
                                        <p:tgtEl>
                                          <p:spTgt spid="6"/>
                                        </p:tgtEl>
                                        <p:attrNameLst>
                                          <p:attrName>ppt_x</p:attrName>
                                        </p:attrNameLst>
                                      </p:cBhvr>
                                      <p:tavLst>
                                        <p:tav tm="0" fmla="$">
                                          <p:val>
                                            <p:strVal val="#ppt_x"/>
                                          </p:val>
                                        </p:tav>
                                        <p:tav tm="100000" fmla="$">
                                          <p:val>
                                            <p:strVal val="#ppt_x+#ppt_w/2"/>
                                          </p:val>
                                        </p:tav>
                                      </p:tavLst>
                                    </p:anim>
                                    <p:anim to="" calcmode="lin" valueType="num">
                                      <p:cBhvr>
                                        <p:cTn id="13" dur="60" fill="remove">
                                          <p:stCondLst>
                                            <p:cond delay="150"/>
                                          </p:stCondLst>
                                        </p:cTn>
                                        <p:tgtEl>
                                          <p:spTgt spid="6"/>
                                        </p:tgtEl>
                                        <p:attrNameLst>
                                          <p:attrName>ppt_y</p:attrName>
                                        </p:attrNameLst>
                                      </p:cBhvr>
                                      <p:tavLst>
                                        <p:tav tm="0" fmla="$">
                                          <p:val>
                                            <p:strVal val="#ppt_y"/>
                                          </p:val>
                                        </p:tav>
                                        <p:tav tm="100000" fmla="$">
                                          <p:val>
                                            <p:strVal val="#ppt_y+#ppt_h/3"/>
                                          </p:val>
                                        </p:tav>
                                      </p:tavLst>
                                    </p:anim>
                                  </p:childTnLst>
                                </p:cTn>
                              </p:par>
                              <p:par>
                                <p:cTn id="14" presetID="23" presetClass="entr" presetSubtype="288"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strVal val="4/3*#ppt_w"/>
                                          </p:val>
                                        </p:tav>
                                        <p:tav tm="100000">
                                          <p:val>
                                            <p:strVal val="#ppt_w"/>
                                          </p:val>
                                        </p:tav>
                                      </p:tavLst>
                                    </p:anim>
                                    <p:anim calcmode="lin" valueType="num">
                                      <p:cBhvr>
                                        <p:cTn id="17" dur="500" fill="hold"/>
                                        <p:tgtEl>
                                          <p:spTgt spid="4"/>
                                        </p:tgtEl>
                                        <p:attrNameLst>
                                          <p:attrName>ppt_h</p:attrName>
                                        </p:attrNameLst>
                                      </p:cBhvr>
                                      <p:tavLst>
                                        <p:tav tm="0">
                                          <p:val>
                                            <p:strVal val="4/3*#ppt_h"/>
                                          </p:val>
                                        </p:tav>
                                        <p:tav tm="100000">
                                          <p:val>
                                            <p:strVal val="#ppt_h"/>
                                          </p:val>
                                        </p:tav>
                                      </p:tavLst>
                                    </p:anim>
                                  </p:childTnLst>
                                </p:cTn>
                              </p:par>
                              <p:par>
                                <p:cTn id="18" presetID="23" presetClass="entr" presetSubtype="288"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strVal val="4/3*#ppt_w"/>
                                          </p:val>
                                        </p:tav>
                                        <p:tav tm="100000">
                                          <p:val>
                                            <p:strVal val="#ppt_w"/>
                                          </p:val>
                                        </p:tav>
                                      </p:tavLst>
                                    </p:anim>
                                    <p:anim calcmode="lin" valueType="num">
                                      <p:cBhvr>
                                        <p:cTn id="21" dur="500" fill="hold"/>
                                        <p:tgtEl>
                                          <p:spTgt spid="17"/>
                                        </p:tgtEl>
                                        <p:attrNameLst>
                                          <p:attrName>ppt_h</p:attrName>
                                        </p:attrNameLst>
                                      </p:cBhvr>
                                      <p:tavLst>
                                        <p:tav tm="0">
                                          <p:val>
                                            <p:strVal val="4/3*#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28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strVal val="4/3*#ppt_w"/>
                                          </p:val>
                                        </p:tav>
                                        <p:tav tm="100000">
                                          <p:val>
                                            <p:strVal val="#ppt_w"/>
                                          </p:val>
                                        </p:tav>
                                      </p:tavLst>
                                    </p:anim>
                                    <p:anim calcmode="lin" valueType="num">
                                      <p:cBhvr>
                                        <p:cTn id="27" dur="500" fill="hold"/>
                                        <p:tgtEl>
                                          <p:spTgt spid="7"/>
                                        </p:tgtEl>
                                        <p:attrNameLst>
                                          <p:attrName>ppt_h</p:attrName>
                                        </p:attrNameLst>
                                      </p:cBhvr>
                                      <p:tavLst>
                                        <p:tav tm="0">
                                          <p:val>
                                            <p:strVal val="4/3*#ppt_h"/>
                                          </p:val>
                                        </p:tav>
                                        <p:tav tm="100000">
                                          <p:val>
                                            <p:strVal val="#ppt_h"/>
                                          </p:val>
                                        </p:tav>
                                      </p:tavLst>
                                    </p:anim>
                                    <p:anim to="" calcmode="lin" valueType="num">
                                      <p:cBhvr>
                                        <p:cTn id="28" dur="500" fill="hold">
                                          <p:stCondLst>
                                            <p:cond delay="0"/>
                                          </p:stCondLst>
                                        </p:cTn>
                                        <p:tgtEl>
                                          <p:spTgt spid="7"/>
                                        </p:tgtEl>
                                        <p:attrNameLst>
                                          <p:attrName>ppt_x</p:attrName>
                                        </p:attrNameLst>
                                      </p:cBhvr>
                                      <p:tavLst>
                                        <p:tav tm="0">
                                          <p:val>
                                            <p:strVal val="#ppt_x+0"/>
                                          </p:val>
                                        </p:tav>
                                        <p:tav tm="100000">
                                          <p:val>
                                            <p:strVal val="#ppt_x+0"/>
                                          </p:val>
                                        </p:tav>
                                      </p:tavLst>
                                    </p:anim>
                                    <p:anim to="" calcmode="lin" valueType="num">
                                      <p:cBhvr>
                                        <p:cTn id="29" dur="500" fill="hold">
                                          <p:stCondLst>
                                            <p:cond delay="0"/>
                                          </p:stCondLst>
                                        </p:cTn>
                                        <p:tgtEl>
                                          <p:spTgt spid="7"/>
                                        </p:tgtEl>
                                        <p:attrNameLst>
                                          <p:attrName>ppt_y</p:attrName>
                                        </p:attrNameLst>
                                      </p:cBhvr>
                                      <p:tavLst>
                                        <p:tav tm="0">
                                          <p:val>
                                            <p:strVal val="#ppt_y+0.21097223"/>
                                          </p:val>
                                        </p:tav>
                                        <p:tav tm="100000">
                                          <p:val>
                                            <p:strVal val="#ppt_y+0.21097223"/>
                                          </p:val>
                                        </p:tav>
                                      </p:tavLst>
                                    </p:anim>
                                  </p:childTnLst>
                                </p:cTn>
                              </p:par>
                              <p:par>
                                <p:cTn id="30" presetID="23" presetClass="entr" presetSubtype="288"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strVal val="4/3*#ppt_w"/>
                                          </p:val>
                                        </p:tav>
                                        <p:tav tm="100000">
                                          <p:val>
                                            <p:strVal val="#ppt_w"/>
                                          </p:val>
                                        </p:tav>
                                      </p:tavLst>
                                    </p:anim>
                                    <p:anim calcmode="lin" valueType="num">
                                      <p:cBhvr>
                                        <p:cTn id="33" dur="500" fill="hold"/>
                                        <p:tgtEl>
                                          <p:spTgt spid="8"/>
                                        </p:tgtEl>
                                        <p:attrNameLst>
                                          <p:attrName>ppt_h</p:attrName>
                                        </p:attrNameLst>
                                      </p:cBhvr>
                                      <p:tavLst>
                                        <p:tav tm="0">
                                          <p:val>
                                            <p:strVal val="4/3*#ppt_h"/>
                                          </p:val>
                                        </p:tav>
                                        <p:tav tm="100000">
                                          <p:val>
                                            <p:strVal val="#ppt_h"/>
                                          </p:val>
                                        </p:tav>
                                      </p:tavLst>
                                    </p:anim>
                                    <p:anim to="" calcmode="lin" valueType="num">
                                      <p:cBhvr>
                                        <p:cTn id="34" dur="500" fill="hold">
                                          <p:stCondLst>
                                            <p:cond delay="0"/>
                                          </p:stCondLst>
                                        </p:cTn>
                                        <p:tgtEl>
                                          <p:spTgt spid="8"/>
                                        </p:tgtEl>
                                        <p:attrNameLst>
                                          <p:attrName>ppt_x</p:attrName>
                                        </p:attrNameLst>
                                      </p:cBhvr>
                                      <p:tavLst>
                                        <p:tav tm="0">
                                          <p:val>
                                            <p:strVal val="#ppt_x+0"/>
                                          </p:val>
                                        </p:tav>
                                        <p:tav tm="100000">
                                          <p:val>
                                            <p:strVal val="#ppt_x+0"/>
                                          </p:val>
                                        </p:tav>
                                      </p:tavLst>
                                    </p:anim>
                                    <p:anim to="" calcmode="lin" valueType="num">
                                      <p:cBhvr>
                                        <p:cTn id="35" dur="500" fill="hold">
                                          <p:stCondLst>
                                            <p:cond delay="0"/>
                                          </p:stCondLst>
                                        </p:cTn>
                                        <p:tgtEl>
                                          <p:spTgt spid="8"/>
                                        </p:tgtEl>
                                        <p:attrNameLst>
                                          <p:attrName>ppt_y</p:attrName>
                                        </p:attrNameLst>
                                      </p:cBhvr>
                                      <p:tavLst>
                                        <p:tav tm="0">
                                          <p:val>
                                            <p:strVal val="#ppt_y+0.2109722"/>
                                          </p:val>
                                        </p:tav>
                                        <p:tav tm="100000">
                                          <p:val>
                                            <p:strVal val="#ppt_y+0.2109722"/>
                                          </p:val>
                                        </p:tav>
                                      </p:tavLst>
                                    </p:anim>
                                  </p:childTnLst>
                                </p:cTn>
                              </p:par>
                              <p:par>
                                <p:cTn id="36" presetID="23" presetClass="entr" presetSubtype="288"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strVal val="4/3*#ppt_w"/>
                                          </p:val>
                                        </p:tav>
                                        <p:tav tm="100000">
                                          <p:val>
                                            <p:strVal val="#ppt_w"/>
                                          </p:val>
                                        </p:tav>
                                      </p:tavLst>
                                    </p:anim>
                                    <p:anim calcmode="lin" valueType="num">
                                      <p:cBhvr>
                                        <p:cTn id="39" dur="500" fill="hold"/>
                                        <p:tgtEl>
                                          <p:spTgt spid="9"/>
                                        </p:tgtEl>
                                        <p:attrNameLst>
                                          <p:attrName>ppt_h</p:attrName>
                                        </p:attrNameLst>
                                      </p:cBhvr>
                                      <p:tavLst>
                                        <p:tav tm="0">
                                          <p:val>
                                            <p:strVal val="4/3*#ppt_h"/>
                                          </p:val>
                                        </p:tav>
                                        <p:tav tm="100000">
                                          <p:val>
                                            <p:strVal val="#ppt_h"/>
                                          </p:val>
                                        </p:tav>
                                      </p:tavLst>
                                    </p:anim>
                                    <p:anim to="" calcmode="lin" valueType="num">
                                      <p:cBhvr>
                                        <p:cTn id="40" dur="500" fill="hold">
                                          <p:stCondLst>
                                            <p:cond delay="0"/>
                                          </p:stCondLst>
                                        </p:cTn>
                                        <p:tgtEl>
                                          <p:spTgt spid="9"/>
                                        </p:tgtEl>
                                        <p:attrNameLst>
                                          <p:attrName>ppt_x</p:attrName>
                                        </p:attrNameLst>
                                      </p:cBhvr>
                                      <p:tavLst>
                                        <p:tav tm="0">
                                          <p:val>
                                            <p:strVal val="#ppt_x+0"/>
                                          </p:val>
                                        </p:tav>
                                        <p:tav tm="100000">
                                          <p:val>
                                            <p:strVal val="#ppt_x+0"/>
                                          </p:val>
                                        </p:tav>
                                      </p:tavLst>
                                    </p:anim>
                                    <p:anim to="" calcmode="lin" valueType="num">
                                      <p:cBhvr>
                                        <p:cTn id="41" dur="500" fill="hold">
                                          <p:stCondLst>
                                            <p:cond delay="0"/>
                                          </p:stCondLst>
                                        </p:cTn>
                                        <p:tgtEl>
                                          <p:spTgt spid="9"/>
                                        </p:tgtEl>
                                        <p:attrNameLst>
                                          <p:attrName>ppt_y</p:attrName>
                                        </p:attrNameLst>
                                      </p:cBhvr>
                                      <p:tavLst>
                                        <p:tav tm="0">
                                          <p:val>
                                            <p:strVal val="#ppt_y+0.2109722"/>
                                          </p:val>
                                        </p:tav>
                                        <p:tav tm="100000">
                                          <p:val>
                                            <p:strVal val="#ppt_y+0.2109722"/>
                                          </p:val>
                                        </p:tav>
                                      </p:tavLst>
                                    </p:anim>
                                  </p:childTnLst>
                                </p:cTn>
                              </p:par>
                              <p:par>
                                <p:cTn id="42" presetID="23" presetClass="entr" presetSubtype="288"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p:cTn id="44" dur="500" fill="hold"/>
                                        <p:tgtEl>
                                          <p:spTgt spid="16"/>
                                        </p:tgtEl>
                                        <p:attrNameLst>
                                          <p:attrName>ppt_w</p:attrName>
                                        </p:attrNameLst>
                                      </p:cBhvr>
                                      <p:tavLst>
                                        <p:tav tm="0">
                                          <p:val>
                                            <p:strVal val="4/3*#ppt_w"/>
                                          </p:val>
                                        </p:tav>
                                        <p:tav tm="100000">
                                          <p:val>
                                            <p:strVal val="#ppt_w"/>
                                          </p:val>
                                        </p:tav>
                                      </p:tavLst>
                                    </p:anim>
                                    <p:anim calcmode="lin" valueType="num">
                                      <p:cBhvr>
                                        <p:cTn id="45" dur="500" fill="hold"/>
                                        <p:tgtEl>
                                          <p:spTgt spid="16"/>
                                        </p:tgtEl>
                                        <p:attrNameLst>
                                          <p:attrName>ppt_h</p:attrName>
                                        </p:attrNameLst>
                                      </p:cBhvr>
                                      <p:tavLst>
                                        <p:tav tm="0">
                                          <p:val>
                                            <p:strVal val="4/3*#ppt_h"/>
                                          </p:val>
                                        </p:tav>
                                        <p:tav tm="100000">
                                          <p:val>
                                            <p:strVal val="#ppt_h"/>
                                          </p:val>
                                        </p:tav>
                                      </p:tavLst>
                                    </p:anim>
                                    <p:anim to="" calcmode="lin" valueType="num">
                                      <p:cBhvr>
                                        <p:cTn id="46" dur="500" fill="hold">
                                          <p:stCondLst>
                                            <p:cond delay="0"/>
                                          </p:stCondLst>
                                        </p:cTn>
                                        <p:tgtEl>
                                          <p:spTgt spid="16"/>
                                        </p:tgtEl>
                                        <p:attrNameLst>
                                          <p:attrName>ppt_x</p:attrName>
                                        </p:attrNameLst>
                                      </p:cBhvr>
                                      <p:tavLst>
                                        <p:tav tm="0">
                                          <p:val>
                                            <p:strVal val="#ppt_x+0"/>
                                          </p:val>
                                        </p:tav>
                                        <p:tav tm="100000">
                                          <p:val>
                                            <p:strVal val="#ppt_x+0"/>
                                          </p:val>
                                        </p:tav>
                                      </p:tavLst>
                                    </p:anim>
                                    <p:anim to="" calcmode="lin" valueType="num">
                                      <p:cBhvr>
                                        <p:cTn id="47" dur="500" fill="hold">
                                          <p:stCondLst>
                                            <p:cond delay="0"/>
                                          </p:stCondLst>
                                        </p:cTn>
                                        <p:tgtEl>
                                          <p:spTgt spid="16"/>
                                        </p:tgtEl>
                                        <p:attrNameLst>
                                          <p:attrName>ppt_y</p:attrName>
                                        </p:attrNameLst>
                                      </p:cBhvr>
                                      <p:tavLst>
                                        <p:tav tm="0">
                                          <p:val>
                                            <p:strVal val="#ppt_y+0.2109722"/>
                                          </p:val>
                                        </p:tav>
                                        <p:tav tm="100000">
                                          <p:val>
                                            <p:strVal val="#ppt_y+0.2109722"/>
                                          </p:val>
                                        </p:tav>
                                      </p:tavLst>
                                    </p:anim>
                                  </p:childTnLst>
                                </p:cTn>
                              </p:par>
                              <p:par>
                                <p:cTn id="48" presetID="23" presetClass="entr" presetSubtype="288"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strVal val="4/3*#ppt_w"/>
                                          </p:val>
                                        </p:tav>
                                        <p:tav tm="100000">
                                          <p:val>
                                            <p:strVal val="#ppt_w"/>
                                          </p:val>
                                        </p:tav>
                                      </p:tavLst>
                                    </p:anim>
                                    <p:anim calcmode="lin" valueType="num">
                                      <p:cBhvr>
                                        <p:cTn id="51" dur="500" fill="hold"/>
                                        <p:tgtEl>
                                          <p:spTgt spid="18"/>
                                        </p:tgtEl>
                                        <p:attrNameLst>
                                          <p:attrName>ppt_h</p:attrName>
                                        </p:attrNameLst>
                                      </p:cBhvr>
                                      <p:tavLst>
                                        <p:tav tm="0">
                                          <p:val>
                                            <p:strVal val="4/3*#ppt_h"/>
                                          </p:val>
                                        </p:tav>
                                        <p:tav tm="100000">
                                          <p:val>
                                            <p:strVal val="#ppt_h"/>
                                          </p:val>
                                        </p:tav>
                                      </p:tavLst>
                                    </p:anim>
                                    <p:anim to="" calcmode="lin" valueType="num">
                                      <p:cBhvr>
                                        <p:cTn id="52" dur="500" fill="hold">
                                          <p:stCondLst>
                                            <p:cond delay="0"/>
                                          </p:stCondLst>
                                        </p:cTn>
                                        <p:tgtEl>
                                          <p:spTgt spid="18"/>
                                        </p:tgtEl>
                                        <p:attrNameLst>
                                          <p:attrName>ppt_x</p:attrName>
                                        </p:attrNameLst>
                                      </p:cBhvr>
                                      <p:tavLst>
                                        <p:tav tm="0">
                                          <p:val>
                                            <p:strVal val="#ppt_x+0"/>
                                          </p:val>
                                        </p:tav>
                                        <p:tav tm="100000">
                                          <p:val>
                                            <p:strVal val="#ppt_x+0"/>
                                          </p:val>
                                        </p:tav>
                                      </p:tavLst>
                                    </p:anim>
                                    <p:anim to="" calcmode="lin" valueType="num">
                                      <p:cBhvr>
                                        <p:cTn id="53" dur="500" fill="hold">
                                          <p:stCondLst>
                                            <p:cond delay="0"/>
                                          </p:stCondLst>
                                        </p:cTn>
                                        <p:tgtEl>
                                          <p:spTgt spid="18"/>
                                        </p:tgtEl>
                                        <p:attrNameLst>
                                          <p:attrName>ppt_y</p:attrName>
                                        </p:attrNameLst>
                                      </p:cBhvr>
                                      <p:tavLst>
                                        <p:tav tm="0">
                                          <p:val>
                                            <p:strVal val="#ppt_y+0.21097218"/>
                                          </p:val>
                                        </p:tav>
                                        <p:tav tm="100000">
                                          <p:val>
                                            <p:strVal val="#ppt_y+0.21097218"/>
                                          </p:val>
                                        </p:tav>
                                      </p:tavLst>
                                    </p:anim>
                                  </p:childTnLst>
                                </p:cTn>
                              </p:par>
                              <p:par>
                                <p:cTn id="54" presetID="23" presetClass="entr" presetSubtype="28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500" fill="hold"/>
                                        <p:tgtEl>
                                          <p:spTgt spid="19"/>
                                        </p:tgtEl>
                                        <p:attrNameLst>
                                          <p:attrName>ppt_w</p:attrName>
                                        </p:attrNameLst>
                                      </p:cBhvr>
                                      <p:tavLst>
                                        <p:tav tm="0">
                                          <p:val>
                                            <p:strVal val="4/3*#ppt_w"/>
                                          </p:val>
                                        </p:tav>
                                        <p:tav tm="100000">
                                          <p:val>
                                            <p:strVal val="#ppt_w"/>
                                          </p:val>
                                        </p:tav>
                                      </p:tavLst>
                                    </p:anim>
                                    <p:anim calcmode="lin" valueType="num">
                                      <p:cBhvr>
                                        <p:cTn id="57" dur="500" fill="hold"/>
                                        <p:tgtEl>
                                          <p:spTgt spid="19"/>
                                        </p:tgtEl>
                                        <p:attrNameLst>
                                          <p:attrName>ppt_h</p:attrName>
                                        </p:attrNameLst>
                                      </p:cBhvr>
                                      <p:tavLst>
                                        <p:tav tm="0">
                                          <p:val>
                                            <p:strVal val="4/3*#ppt_h"/>
                                          </p:val>
                                        </p:tav>
                                        <p:tav tm="100000">
                                          <p:val>
                                            <p:strVal val="#ppt_h"/>
                                          </p:val>
                                        </p:tav>
                                      </p:tavLst>
                                    </p:anim>
                                    <p:anim to="" calcmode="lin" valueType="num">
                                      <p:cBhvr>
                                        <p:cTn id="58" dur="500" fill="hold">
                                          <p:stCondLst>
                                            <p:cond delay="0"/>
                                          </p:stCondLst>
                                        </p:cTn>
                                        <p:tgtEl>
                                          <p:spTgt spid="19"/>
                                        </p:tgtEl>
                                        <p:attrNameLst>
                                          <p:attrName>ppt_x</p:attrName>
                                        </p:attrNameLst>
                                      </p:cBhvr>
                                      <p:tavLst>
                                        <p:tav tm="0">
                                          <p:val>
                                            <p:strVal val="#ppt_x+0"/>
                                          </p:val>
                                        </p:tav>
                                        <p:tav tm="100000">
                                          <p:val>
                                            <p:strVal val="#ppt_x+0"/>
                                          </p:val>
                                        </p:tav>
                                      </p:tavLst>
                                    </p:anim>
                                    <p:anim to="" calcmode="lin" valueType="num">
                                      <p:cBhvr>
                                        <p:cTn id="59" dur="500" fill="hold">
                                          <p:stCondLst>
                                            <p:cond delay="0"/>
                                          </p:stCondLst>
                                        </p:cTn>
                                        <p:tgtEl>
                                          <p:spTgt spid="19"/>
                                        </p:tgtEl>
                                        <p:attrNameLst>
                                          <p:attrName>ppt_y</p:attrName>
                                        </p:attrNameLst>
                                      </p:cBhvr>
                                      <p:tavLst>
                                        <p:tav tm="0">
                                          <p:val>
                                            <p:strVal val="#ppt_y+0.21097218"/>
                                          </p:val>
                                        </p:tav>
                                        <p:tav tm="100000">
                                          <p:val>
                                            <p:strVal val="#ppt_y+0.21097218"/>
                                          </p:val>
                                        </p:tav>
                                      </p:tavLst>
                                    </p:anim>
                                  </p:childTnLst>
                                </p:cTn>
                              </p:par>
                              <p:par>
                                <p:cTn id="60" presetID="23" presetClass="entr" presetSubtype="288"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p:cTn id="62" dur="500" fill="hold"/>
                                        <p:tgtEl>
                                          <p:spTgt spid="20"/>
                                        </p:tgtEl>
                                        <p:attrNameLst>
                                          <p:attrName>ppt_w</p:attrName>
                                        </p:attrNameLst>
                                      </p:cBhvr>
                                      <p:tavLst>
                                        <p:tav tm="0">
                                          <p:val>
                                            <p:strVal val="4/3*#ppt_w"/>
                                          </p:val>
                                        </p:tav>
                                        <p:tav tm="100000">
                                          <p:val>
                                            <p:strVal val="#ppt_w"/>
                                          </p:val>
                                        </p:tav>
                                      </p:tavLst>
                                    </p:anim>
                                    <p:anim calcmode="lin" valueType="num">
                                      <p:cBhvr>
                                        <p:cTn id="63" dur="500" fill="hold"/>
                                        <p:tgtEl>
                                          <p:spTgt spid="20"/>
                                        </p:tgtEl>
                                        <p:attrNameLst>
                                          <p:attrName>ppt_h</p:attrName>
                                        </p:attrNameLst>
                                      </p:cBhvr>
                                      <p:tavLst>
                                        <p:tav tm="0">
                                          <p:val>
                                            <p:strVal val="4/3*#ppt_h"/>
                                          </p:val>
                                        </p:tav>
                                        <p:tav tm="100000">
                                          <p:val>
                                            <p:strVal val="#ppt_h"/>
                                          </p:val>
                                        </p:tav>
                                      </p:tavLst>
                                    </p:anim>
                                    <p:anim to="" calcmode="lin" valueType="num">
                                      <p:cBhvr>
                                        <p:cTn id="64" dur="500" fill="hold">
                                          <p:stCondLst>
                                            <p:cond delay="0"/>
                                          </p:stCondLst>
                                        </p:cTn>
                                        <p:tgtEl>
                                          <p:spTgt spid="20"/>
                                        </p:tgtEl>
                                        <p:attrNameLst>
                                          <p:attrName>ppt_x</p:attrName>
                                        </p:attrNameLst>
                                      </p:cBhvr>
                                      <p:tavLst>
                                        <p:tav tm="0">
                                          <p:val>
                                            <p:strVal val="#ppt_x+0"/>
                                          </p:val>
                                        </p:tav>
                                        <p:tav tm="100000">
                                          <p:val>
                                            <p:strVal val="#ppt_x+0"/>
                                          </p:val>
                                        </p:tav>
                                      </p:tavLst>
                                    </p:anim>
                                    <p:anim to="" calcmode="lin" valueType="num">
                                      <p:cBhvr>
                                        <p:cTn id="65" dur="500" fill="hold">
                                          <p:stCondLst>
                                            <p:cond delay="0"/>
                                          </p:stCondLst>
                                        </p:cTn>
                                        <p:tgtEl>
                                          <p:spTgt spid="20"/>
                                        </p:tgtEl>
                                        <p:attrNameLst>
                                          <p:attrName>ppt_y</p:attrName>
                                        </p:attrNameLst>
                                      </p:cBhvr>
                                      <p:tavLst>
                                        <p:tav tm="0">
                                          <p:val>
                                            <p:strVal val="#ppt_y+0.21097218"/>
                                          </p:val>
                                        </p:tav>
                                        <p:tav tm="100000">
                                          <p:val>
                                            <p:strVal val="#ppt_y+0.21097218"/>
                                          </p:val>
                                        </p:tav>
                                      </p:tavLst>
                                    </p:anim>
                                  </p:childTnLst>
                                </p:cTn>
                              </p:par>
                            </p:childTnLst>
                          </p:cTn>
                        </p:par>
                      </p:childTnLst>
                    </p:cTn>
                  </p:par>
                  <p:par>
                    <p:cTn id="66" fill="hold">
                      <p:stCondLst>
                        <p:cond delay="indefinite"/>
                      </p:stCondLst>
                      <p:childTnLst>
                        <p:par>
                          <p:cTn id="67" fill="hold">
                            <p:stCondLst>
                              <p:cond delay="0"/>
                            </p:stCondLst>
                            <p:childTnLst>
                              <p:par>
                                <p:cTn id="68" presetID="23" presetClass="entr" presetSubtype="288"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 calcmode="lin" valueType="num">
                                      <p:cBhvr>
                                        <p:cTn id="70" dur="500" fill="hold"/>
                                        <p:tgtEl>
                                          <p:spTgt spid="10"/>
                                        </p:tgtEl>
                                        <p:attrNameLst>
                                          <p:attrName>ppt_w</p:attrName>
                                        </p:attrNameLst>
                                      </p:cBhvr>
                                      <p:tavLst>
                                        <p:tav tm="0">
                                          <p:val>
                                            <p:strVal val="4/3*#ppt_w"/>
                                          </p:val>
                                        </p:tav>
                                        <p:tav tm="100000">
                                          <p:val>
                                            <p:strVal val="#ppt_w"/>
                                          </p:val>
                                        </p:tav>
                                      </p:tavLst>
                                    </p:anim>
                                    <p:anim calcmode="lin" valueType="num">
                                      <p:cBhvr>
                                        <p:cTn id="71" dur="500" fill="hold"/>
                                        <p:tgtEl>
                                          <p:spTgt spid="10"/>
                                        </p:tgtEl>
                                        <p:attrNameLst>
                                          <p:attrName>ppt_h</p:attrName>
                                        </p:attrNameLst>
                                      </p:cBhvr>
                                      <p:tavLst>
                                        <p:tav tm="0">
                                          <p:val>
                                            <p:strVal val="4/3*#ppt_h"/>
                                          </p:val>
                                        </p:tav>
                                        <p:tav tm="100000">
                                          <p:val>
                                            <p:strVal val="#ppt_h"/>
                                          </p:val>
                                        </p:tav>
                                      </p:tavLst>
                                    </p:anim>
                                    <p:anim to="" calcmode="lin" valueType="num">
                                      <p:cBhvr>
                                        <p:cTn id="72" dur="500" fill="hold">
                                          <p:stCondLst>
                                            <p:cond delay="0"/>
                                          </p:stCondLst>
                                        </p:cTn>
                                        <p:tgtEl>
                                          <p:spTgt spid="10"/>
                                        </p:tgtEl>
                                        <p:attrNameLst>
                                          <p:attrName>ppt_x</p:attrName>
                                        </p:attrNameLst>
                                      </p:cBhvr>
                                      <p:tavLst>
                                        <p:tav tm="0">
                                          <p:val>
                                            <p:strVal val="#ppt_x+0"/>
                                          </p:val>
                                        </p:tav>
                                        <p:tav tm="100000">
                                          <p:val>
                                            <p:strVal val="#ppt_x+0"/>
                                          </p:val>
                                        </p:tav>
                                      </p:tavLst>
                                    </p:anim>
                                    <p:anim to="" calcmode="lin" valueType="num">
                                      <p:cBhvr>
                                        <p:cTn id="73" dur="500" fill="hold">
                                          <p:stCondLst>
                                            <p:cond delay="0"/>
                                          </p:stCondLst>
                                        </p:cTn>
                                        <p:tgtEl>
                                          <p:spTgt spid="10"/>
                                        </p:tgtEl>
                                        <p:attrNameLst>
                                          <p:attrName>ppt_y</p:attrName>
                                        </p:attrNameLst>
                                      </p:cBhvr>
                                      <p:tavLst>
                                        <p:tav tm="0">
                                          <p:val>
                                            <p:strVal val="#ppt_y+0.013425926"/>
                                          </p:val>
                                        </p:tav>
                                        <p:tav tm="100000">
                                          <p:val>
                                            <p:strVal val="#ppt_y+0.013425926"/>
                                          </p:val>
                                        </p:tav>
                                      </p:tavLst>
                                    </p:anim>
                                  </p:childTnLst>
                                </p:cTn>
                              </p:par>
                              <p:par>
                                <p:cTn id="74" presetID="23" presetClass="entr" presetSubtype="288"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p:cTn id="76" dur="500" fill="hold"/>
                                        <p:tgtEl>
                                          <p:spTgt spid="11"/>
                                        </p:tgtEl>
                                        <p:attrNameLst>
                                          <p:attrName>ppt_w</p:attrName>
                                        </p:attrNameLst>
                                      </p:cBhvr>
                                      <p:tavLst>
                                        <p:tav tm="0">
                                          <p:val>
                                            <p:strVal val="4/3*#ppt_w"/>
                                          </p:val>
                                        </p:tav>
                                        <p:tav tm="100000">
                                          <p:val>
                                            <p:strVal val="#ppt_w"/>
                                          </p:val>
                                        </p:tav>
                                      </p:tavLst>
                                    </p:anim>
                                    <p:anim calcmode="lin" valueType="num">
                                      <p:cBhvr>
                                        <p:cTn id="77" dur="500" fill="hold"/>
                                        <p:tgtEl>
                                          <p:spTgt spid="11"/>
                                        </p:tgtEl>
                                        <p:attrNameLst>
                                          <p:attrName>ppt_h</p:attrName>
                                        </p:attrNameLst>
                                      </p:cBhvr>
                                      <p:tavLst>
                                        <p:tav tm="0">
                                          <p:val>
                                            <p:strVal val="4/3*#ppt_h"/>
                                          </p:val>
                                        </p:tav>
                                        <p:tav tm="100000">
                                          <p:val>
                                            <p:strVal val="#ppt_h"/>
                                          </p:val>
                                        </p:tav>
                                      </p:tavLst>
                                    </p:anim>
                                    <p:anim to="" calcmode="lin" valueType="num">
                                      <p:cBhvr>
                                        <p:cTn id="78" dur="500" fill="hold">
                                          <p:stCondLst>
                                            <p:cond delay="0"/>
                                          </p:stCondLst>
                                        </p:cTn>
                                        <p:tgtEl>
                                          <p:spTgt spid="11"/>
                                        </p:tgtEl>
                                        <p:attrNameLst>
                                          <p:attrName>ppt_x</p:attrName>
                                        </p:attrNameLst>
                                      </p:cBhvr>
                                      <p:tavLst>
                                        <p:tav tm="0">
                                          <p:val>
                                            <p:strVal val="#ppt_x+0"/>
                                          </p:val>
                                        </p:tav>
                                        <p:tav tm="100000">
                                          <p:val>
                                            <p:strVal val="#ppt_x+0"/>
                                          </p:val>
                                        </p:tav>
                                      </p:tavLst>
                                    </p:anim>
                                    <p:anim to="" calcmode="lin" valueType="num">
                                      <p:cBhvr>
                                        <p:cTn id="79" dur="500" fill="hold">
                                          <p:stCondLst>
                                            <p:cond delay="0"/>
                                          </p:stCondLst>
                                        </p:cTn>
                                        <p:tgtEl>
                                          <p:spTgt spid="11"/>
                                        </p:tgtEl>
                                        <p:attrNameLst>
                                          <p:attrName>ppt_y</p:attrName>
                                        </p:attrNameLst>
                                      </p:cBhvr>
                                      <p:tavLst>
                                        <p:tav tm="0">
                                          <p:val>
                                            <p:strVal val="#ppt_y+0.013425926"/>
                                          </p:val>
                                        </p:tav>
                                        <p:tav tm="100000">
                                          <p:val>
                                            <p:strVal val="#ppt_y+0.013425926"/>
                                          </p:val>
                                        </p:tav>
                                      </p:tavLst>
                                    </p:anim>
                                  </p:childTnLst>
                                </p:cTn>
                              </p:par>
                              <p:par>
                                <p:cTn id="80" presetID="23" presetClass="entr" presetSubtype="288" fill="hold" grpId="0" nodeType="withEffect">
                                  <p:stCondLst>
                                    <p:cond delay="0"/>
                                  </p:stCondLst>
                                  <p:childTnLst>
                                    <p:set>
                                      <p:cBhvr>
                                        <p:cTn id="81" dur="1" fill="hold">
                                          <p:stCondLst>
                                            <p:cond delay="0"/>
                                          </p:stCondLst>
                                        </p:cTn>
                                        <p:tgtEl>
                                          <p:spTgt spid="12"/>
                                        </p:tgtEl>
                                        <p:attrNameLst>
                                          <p:attrName>style.visibility</p:attrName>
                                        </p:attrNameLst>
                                      </p:cBhvr>
                                      <p:to>
                                        <p:strVal val="visible"/>
                                      </p:to>
                                    </p:set>
                                    <p:anim calcmode="lin" valueType="num">
                                      <p:cBhvr>
                                        <p:cTn id="82" dur="500" fill="hold"/>
                                        <p:tgtEl>
                                          <p:spTgt spid="12"/>
                                        </p:tgtEl>
                                        <p:attrNameLst>
                                          <p:attrName>ppt_w</p:attrName>
                                        </p:attrNameLst>
                                      </p:cBhvr>
                                      <p:tavLst>
                                        <p:tav tm="0">
                                          <p:val>
                                            <p:strVal val="4/3*#ppt_w"/>
                                          </p:val>
                                        </p:tav>
                                        <p:tav tm="100000">
                                          <p:val>
                                            <p:strVal val="#ppt_w"/>
                                          </p:val>
                                        </p:tav>
                                      </p:tavLst>
                                    </p:anim>
                                    <p:anim calcmode="lin" valueType="num">
                                      <p:cBhvr>
                                        <p:cTn id="83" dur="500" fill="hold"/>
                                        <p:tgtEl>
                                          <p:spTgt spid="12"/>
                                        </p:tgtEl>
                                        <p:attrNameLst>
                                          <p:attrName>ppt_h</p:attrName>
                                        </p:attrNameLst>
                                      </p:cBhvr>
                                      <p:tavLst>
                                        <p:tav tm="0">
                                          <p:val>
                                            <p:strVal val="4/3*#ppt_h"/>
                                          </p:val>
                                        </p:tav>
                                        <p:tav tm="100000">
                                          <p:val>
                                            <p:strVal val="#ppt_h"/>
                                          </p:val>
                                        </p:tav>
                                      </p:tavLst>
                                    </p:anim>
                                    <p:anim to="" calcmode="lin" valueType="num">
                                      <p:cBhvr>
                                        <p:cTn id="84" dur="500" fill="hold">
                                          <p:stCondLst>
                                            <p:cond delay="0"/>
                                          </p:stCondLst>
                                        </p:cTn>
                                        <p:tgtEl>
                                          <p:spTgt spid="12"/>
                                        </p:tgtEl>
                                        <p:attrNameLst>
                                          <p:attrName>ppt_x</p:attrName>
                                        </p:attrNameLst>
                                      </p:cBhvr>
                                      <p:tavLst>
                                        <p:tav tm="0">
                                          <p:val>
                                            <p:strVal val="#ppt_x+0"/>
                                          </p:val>
                                        </p:tav>
                                        <p:tav tm="100000">
                                          <p:val>
                                            <p:strVal val="#ppt_x+0"/>
                                          </p:val>
                                        </p:tav>
                                      </p:tavLst>
                                    </p:anim>
                                    <p:anim to="" calcmode="lin" valueType="num">
                                      <p:cBhvr>
                                        <p:cTn id="85" dur="500" fill="hold">
                                          <p:stCondLst>
                                            <p:cond delay="0"/>
                                          </p:stCondLst>
                                        </p:cTn>
                                        <p:tgtEl>
                                          <p:spTgt spid="12"/>
                                        </p:tgtEl>
                                        <p:attrNameLst>
                                          <p:attrName>ppt_y</p:attrName>
                                        </p:attrNameLst>
                                      </p:cBhvr>
                                      <p:tavLst>
                                        <p:tav tm="0">
                                          <p:val>
                                            <p:strVal val="#ppt_y+0.013425926"/>
                                          </p:val>
                                        </p:tav>
                                        <p:tav tm="100000">
                                          <p:val>
                                            <p:strVal val="#ppt_y+0.013425926"/>
                                          </p:val>
                                        </p:tav>
                                      </p:tavLst>
                                    </p:anim>
                                  </p:childTnLst>
                                </p:cTn>
                              </p:par>
                              <p:par>
                                <p:cTn id="86" presetID="23" presetClass="entr" presetSubtype="288"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 calcmode="lin" valueType="num">
                                      <p:cBhvr>
                                        <p:cTn id="88" dur="500" fill="hold"/>
                                        <p:tgtEl>
                                          <p:spTgt spid="30"/>
                                        </p:tgtEl>
                                        <p:attrNameLst>
                                          <p:attrName>ppt_w</p:attrName>
                                        </p:attrNameLst>
                                      </p:cBhvr>
                                      <p:tavLst>
                                        <p:tav tm="0">
                                          <p:val>
                                            <p:strVal val="4/3*#ppt_w"/>
                                          </p:val>
                                        </p:tav>
                                        <p:tav tm="100000">
                                          <p:val>
                                            <p:strVal val="#ppt_w"/>
                                          </p:val>
                                        </p:tav>
                                      </p:tavLst>
                                    </p:anim>
                                    <p:anim calcmode="lin" valueType="num">
                                      <p:cBhvr>
                                        <p:cTn id="89" dur="500" fill="hold"/>
                                        <p:tgtEl>
                                          <p:spTgt spid="30"/>
                                        </p:tgtEl>
                                        <p:attrNameLst>
                                          <p:attrName>ppt_h</p:attrName>
                                        </p:attrNameLst>
                                      </p:cBhvr>
                                      <p:tavLst>
                                        <p:tav tm="0">
                                          <p:val>
                                            <p:strVal val="4/3*#ppt_h"/>
                                          </p:val>
                                        </p:tav>
                                        <p:tav tm="100000">
                                          <p:val>
                                            <p:strVal val="#ppt_h"/>
                                          </p:val>
                                        </p:tav>
                                      </p:tavLst>
                                    </p:anim>
                                    <p:anim to="" calcmode="lin" valueType="num">
                                      <p:cBhvr>
                                        <p:cTn id="90" dur="500" fill="hold">
                                          <p:stCondLst>
                                            <p:cond delay="0"/>
                                          </p:stCondLst>
                                        </p:cTn>
                                        <p:tgtEl>
                                          <p:spTgt spid="30"/>
                                        </p:tgtEl>
                                        <p:attrNameLst>
                                          <p:attrName>ppt_x</p:attrName>
                                        </p:attrNameLst>
                                      </p:cBhvr>
                                      <p:tavLst>
                                        <p:tav tm="0">
                                          <p:val>
                                            <p:strVal val="#ppt_x+7.947286E-09"/>
                                          </p:val>
                                        </p:tav>
                                        <p:tav tm="100000">
                                          <p:val>
                                            <p:strVal val="#ppt_x+7.947286E-09"/>
                                          </p:val>
                                        </p:tav>
                                      </p:tavLst>
                                    </p:anim>
                                    <p:anim to="" calcmode="lin" valueType="num">
                                      <p:cBhvr>
                                        <p:cTn id="91" dur="500" fill="hold">
                                          <p:stCondLst>
                                            <p:cond delay="0"/>
                                          </p:stCondLst>
                                        </p:cTn>
                                        <p:tgtEl>
                                          <p:spTgt spid="30"/>
                                        </p:tgtEl>
                                        <p:attrNameLst>
                                          <p:attrName>ppt_y</p:attrName>
                                        </p:attrNameLst>
                                      </p:cBhvr>
                                      <p:tavLst>
                                        <p:tav tm="0">
                                          <p:val>
                                            <p:strVal val="#ppt_y+0.013425926"/>
                                          </p:val>
                                        </p:tav>
                                        <p:tav tm="100000">
                                          <p:val>
                                            <p:strVal val="#ppt_y+0.013425926"/>
                                          </p:val>
                                        </p:tav>
                                      </p:tavLst>
                                    </p:anim>
                                  </p:childTnLst>
                                </p:cTn>
                              </p:par>
                              <p:par>
                                <p:cTn id="92" presetID="23" presetClass="entr" presetSubtype="288"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 calcmode="lin" valueType="num">
                                      <p:cBhvr>
                                        <p:cTn id="94" dur="500" fill="hold"/>
                                        <p:tgtEl>
                                          <p:spTgt spid="22"/>
                                        </p:tgtEl>
                                        <p:attrNameLst>
                                          <p:attrName>ppt_w</p:attrName>
                                        </p:attrNameLst>
                                      </p:cBhvr>
                                      <p:tavLst>
                                        <p:tav tm="0">
                                          <p:val>
                                            <p:strVal val="4/3*#ppt_w"/>
                                          </p:val>
                                        </p:tav>
                                        <p:tav tm="100000">
                                          <p:val>
                                            <p:strVal val="#ppt_w"/>
                                          </p:val>
                                        </p:tav>
                                      </p:tavLst>
                                    </p:anim>
                                    <p:anim calcmode="lin" valueType="num">
                                      <p:cBhvr>
                                        <p:cTn id="95" dur="500" fill="hold"/>
                                        <p:tgtEl>
                                          <p:spTgt spid="22"/>
                                        </p:tgtEl>
                                        <p:attrNameLst>
                                          <p:attrName>ppt_h</p:attrName>
                                        </p:attrNameLst>
                                      </p:cBhvr>
                                      <p:tavLst>
                                        <p:tav tm="0">
                                          <p:val>
                                            <p:strVal val="4/3*#ppt_h"/>
                                          </p:val>
                                        </p:tav>
                                        <p:tav tm="100000">
                                          <p:val>
                                            <p:strVal val="#ppt_h"/>
                                          </p:val>
                                        </p:tav>
                                      </p:tavLst>
                                    </p:anim>
                                    <p:anim to="" calcmode="lin" valueType="num">
                                      <p:cBhvr>
                                        <p:cTn id="96" dur="500" fill="hold">
                                          <p:stCondLst>
                                            <p:cond delay="0"/>
                                          </p:stCondLst>
                                        </p:cTn>
                                        <p:tgtEl>
                                          <p:spTgt spid="22"/>
                                        </p:tgtEl>
                                        <p:attrNameLst>
                                          <p:attrName>ppt_x</p:attrName>
                                        </p:attrNameLst>
                                      </p:cBhvr>
                                      <p:tavLst>
                                        <p:tav tm="0">
                                          <p:val>
                                            <p:strVal val="#ppt_x+0"/>
                                          </p:val>
                                        </p:tav>
                                        <p:tav tm="100000">
                                          <p:val>
                                            <p:strVal val="#ppt_x+0"/>
                                          </p:val>
                                        </p:tav>
                                      </p:tavLst>
                                    </p:anim>
                                    <p:anim to="" calcmode="lin" valueType="num">
                                      <p:cBhvr>
                                        <p:cTn id="97" dur="500" fill="hold">
                                          <p:stCondLst>
                                            <p:cond delay="0"/>
                                          </p:stCondLst>
                                        </p:cTn>
                                        <p:tgtEl>
                                          <p:spTgt spid="22"/>
                                        </p:tgtEl>
                                        <p:attrNameLst>
                                          <p:attrName>ppt_y</p:attrName>
                                        </p:attrNameLst>
                                      </p:cBhvr>
                                      <p:tavLst>
                                        <p:tav tm="0">
                                          <p:val>
                                            <p:strVal val="#ppt_y+0.013425926"/>
                                          </p:val>
                                        </p:tav>
                                        <p:tav tm="100000">
                                          <p:val>
                                            <p:strVal val="#ppt_y+0.013425926"/>
                                          </p:val>
                                        </p:tav>
                                      </p:tavLst>
                                    </p:anim>
                                  </p:childTnLst>
                                </p:cTn>
                              </p:par>
                              <p:par>
                                <p:cTn id="98" presetID="23" presetClass="entr" presetSubtype="288"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strVal val="4/3*#ppt_w"/>
                                          </p:val>
                                        </p:tav>
                                        <p:tav tm="100000">
                                          <p:val>
                                            <p:strVal val="#ppt_w"/>
                                          </p:val>
                                        </p:tav>
                                      </p:tavLst>
                                    </p:anim>
                                    <p:anim calcmode="lin" valueType="num">
                                      <p:cBhvr>
                                        <p:cTn id="101" dur="500" fill="hold"/>
                                        <p:tgtEl>
                                          <p:spTgt spid="23"/>
                                        </p:tgtEl>
                                        <p:attrNameLst>
                                          <p:attrName>ppt_h</p:attrName>
                                        </p:attrNameLst>
                                      </p:cBhvr>
                                      <p:tavLst>
                                        <p:tav tm="0">
                                          <p:val>
                                            <p:strVal val="4/3*#ppt_h"/>
                                          </p:val>
                                        </p:tav>
                                        <p:tav tm="100000">
                                          <p:val>
                                            <p:strVal val="#ppt_h"/>
                                          </p:val>
                                        </p:tav>
                                      </p:tavLst>
                                    </p:anim>
                                    <p:anim to="" calcmode="lin" valueType="num">
                                      <p:cBhvr>
                                        <p:cTn id="102" dur="500" fill="hold">
                                          <p:stCondLst>
                                            <p:cond delay="0"/>
                                          </p:stCondLst>
                                        </p:cTn>
                                        <p:tgtEl>
                                          <p:spTgt spid="23"/>
                                        </p:tgtEl>
                                        <p:attrNameLst>
                                          <p:attrName>ppt_x</p:attrName>
                                        </p:attrNameLst>
                                      </p:cBhvr>
                                      <p:tavLst>
                                        <p:tav tm="0">
                                          <p:val>
                                            <p:strVal val="#ppt_x+0"/>
                                          </p:val>
                                        </p:tav>
                                        <p:tav tm="100000">
                                          <p:val>
                                            <p:strVal val="#ppt_x+0"/>
                                          </p:val>
                                        </p:tav>
                                      </p:tavLst>
                                    </p:anim>
                                    <p:anim to="" calcmode="lin" valueType="num">
                                      <p:cBhvr>
                                        <p:cTn id="103" dur="500" fill="hold">
                                          <p:stCondLst>
                                            <p:cond delay="0"/>
                                          </p:stCondLst>
                                        </p:cTn>
                                        <p:tgtEl>
                                          <p:spTgt spid="23"/>
                                        </p:tgtEl>
                                        <p:attrNameLst>
                                          <p:attrName>ppt_y</p:attrName>
                                        </p:attrNameLst>
                                      </p:cBhvr>
                                      <p:tavLst>
                                        <p:tav tm="0">
                                          <p:val>
                                            <p:strVal val="#ppt_y+0.013425926"/>
                                          </p:val>
                                        </p:tav>
                                        <p:tav tm="100000">
                                          <p:val>
                                            <p:strVal val="#ppt_y+0.013425926"/>
                                          </p:val>
                                        </p:tav>
                                      </p:tavLst>
                                    </p:anim>
                                  </p:childTnLst>
                                </p:cTn>
                              </p:par>
                              <p:par>
                                <p:cTn id="104" presetID="23" presetClass="entr" presetSubtype="288"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 calcmode="lin" valueType="num">
                                      <p:cBhvr>
                                        <p:cTn id="106" dur="500" fill="hold"/>
                                        <p:tgtEl>
                                          <p:spTgt spid="24"/>
                                        </p:tgtEl>
                                        <p:attrNameLst>
                                          <p:attrName>ppt_w</p:attrName>
                                        </p:attrNameLst>
                                      </p:cBhvr>
                                      <p:tavLst>
                                        <p:tav tm="0">
                                          <p:val>
                                            <p:strVal val="4/3*#ppt_w"/>
                                          </p:val>
                                        </p:tav>
                                        <p:tav tm="100000">
                                          <p:val>
                                            <p:strVal val="#ppt_w"/>
                                          </p:val>
                                        </p:tav>
                                      </p:tavLst>
                                    </p:anim>
                                    <p:anim calcmode="lin" valueType="num">
                                      <p:cBhvr>
                                        <p:cTn id="107" dur="500" fill="hold"/>
                                        <p:tgtEl>
                                          <p:spTgt spid="24"/>
                                        </p:tgtEl>
                                        <p:attrNameLst>
                                          <p:attrName>ppt_h</p:attrName>
                                        </p:attrNameLst>
                                      </p:cBhvr>
                                      <p:tavLst>
                                        <p:tav tm="0">
                                          <p:val>
                                            <p:strVal val="4/3*#ppt_h"/>
                                          </p:val>
                                        </p:tav>
                                        <p:tav tm="100000">
                                          <p:val>
                                            <p:strVal val="#ppt_h"/>
                                          </p:val>
                                        </p:tav>
                                      </p:tavLst>
                                    </p:anim>
                                    <p:anim to="" calcmode="lin" valueType="num">
                                      <p:cBhvr>
                                        <p:cTn id="108" dur="500" fill="hold">
                                          <p:stCondLst>
                                            <p:cond delay="0"/>
                                          </p:stCondLst>
                                        </p:cTn>
                                        <p:tgtEl>
                                          <p:spTgt spid="24"/>
                                        </p:tgtEl>
                                        <p:attrNameLst>
                                          <p:attrName>ppt_x</p:attrName>
                                        </p:attrNameLst>
                                      </p:cBhvr>
                                      <p:tavLst>
                                        <p:tav tm="0">
                                          <p:val>
                                            <p:strVal val="#ppt_x+0"/>
                                          </p:val>
                                        </p:tav>
                                        <p:tav tm="100000">
                                          <p:val>
                                            <p:strVal val="#ppt_x+0"/>
                                          </p:val>
                                        </p:tav>
                                      </p:tavLst>
                                    </p:anim>
                                    <p:anim to="" calcmode="lin" valueType="num">
                                      <p:cBhvr>
                                        <p:cTn id="109" dur="500" fill="hold">
                                          <p:stCondLst>
                                            <p:cond delay="0"/>
                                          </p:stCondLst>
                                        </p:cTn>
                                        <p:tgtEl>
                                          <p:spTgt spid="24"/>
                                        </p:tgtEl>
                                        <p:attrNameLst>
                                          <p:attrName>ppt_y</p:attrName>
                                        </p:attrNameLst>
                                      </p:cBhvr>
                                      <p:tavLst>
                                        <p:tav tm="0">
                                          <p:val>
                                            <p:strVal val="#ppt_y+0.013425926"/>
                                          </p:val>
                                        </p:tav>
                                        <p:tav tm="100000">
                                          <p:val>
                                            <p:strVal val="#ppt_y+0.013425926"/>
                                          </p:val>
                                        </p:tav>
                                      </p:tavLst>
                                    </p:anim>
                                  </p:childTnLst>
                                </p:cTn>
                              </p:par>
                              <p:par>
                                <p:cTn id="110" presetID="35" presetClass="path" presetSubtype="0" accel="50000" decel="50000" fill="hold" grpId="1" nodeType="withEffect">
                                  <p:stCondLst>
                                    <p:cond delay="0"/>
                                  </p:stCondLst>
                                  <p:childTnLst>
                                    <p:anim to="" calcmode="lin" valueType="num">
                                      <p:cBhvr>
                                        <p:cTn id="111"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112" dur="500" fill="hold">
                                          <p:stCondLst>
                                            <p:cond delay="0"/>
                                          </p:stCondLst>
                                        </p:cTn>
                                        <p:tgtEl>
                                          <p:spTgt spid="7"/>
                                        </p:tgtEl>
                                        <p:attrNameLst>
                                          <p:attrName>ppt_y</p:attrName>
                                        </p:attrNameLst>
                                      </p:cBhvr>
                                      <p:tavLst>
                                        <p:tav tm="0">
                                          <p:val>
                                            <p:strVal val="ppt_y"/>
                                          </p:val>
                                        </p:tav>
                                        <p:tav tm="100000">
                                          <p:val>
                                            <p:strVal val="#ppt_y+0.013425926"/>
                                          </p:val>
                                        </p:tav>
                                      </p:tavLst>
                                    </p:anim>
                                    <p:anim to="" calcmode="lin" valueType="num">
                                      <p:cBhvr>
                                        <p:cTn id="113"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114"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115" presetID="35" presetClass="path" presetSubtype="0" accel="50000" decel="50000" fill="hold" grpId="1" nodeType="withEffect">
                                  <p:stCondLst>
                                    <p:cond delay="0"/>
                                  </p:stCondLst>
                                  <p:childTnLst>
                                    <p:anim to="" calcmode="lin" valueType="num">
                                      <p:cBhvr>
                                        <p:cTn id="116"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117" dur="500" fill="hold">
                                          <p:stCondLst>
                                            <p:cond delay="0"/>
                                          </p:stCondLst>
                                        </p:cTn>
                                        <p:tgtEl>
                                          <p:spTgt spid="8"/>
                                        </p:tgtEl>
                                        <p:attrNameLst>
                                          <p:attrName>ppt_y</p:attrName>
                                        </p:attrNameLst>
                                      </p:cBhvr>
                                      <p:tavLst>
                                        <p:tav tm="0">
                                          <p:val>
                                            <p:strVal val="ppt_y"/>
                                          </p:val>
                                        </p:tav>
                                        <p:tav tm="100000">
                                          <p:val>
                                            <p:strVal val="#ppt_y+0.013425926"/>
                                          </p:val>
                                        </p:tav>
                                      </p:tavLst>
                                    </p:anim>
                                    <p:anim to="" calcmode="lin" valueType="num">
                                      <p:cBhvr>
                                        <p:cTn id="118"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19"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20" presetID="35" presetClass="path" presetSubtype="0" accel="50000" decel="50000" fill="hold" grpId="1" nodeType="withEffect">
                                  <p:stCondLst>
                                    <p:cond delay="0"/>
                                  </p:stCondLst>
                                  <p:childTnLst>
                                    <p:anim to="" calcmode="lin" valueType="num">
                                      <p:cBhvr>
                                        <p:cTn id="121"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22" dur="500" fill="hold">
                                          <p:stCondLst>
                                            <p:cond delay="0"/>
                                          </p:stCondLst>
                                        </p:cTn>
                                        <p:tgtEl>
                                          <p:spTgt spid="9"/>
                                        </p:tgtEl>
                                        <p:attrNameLst>
                                          <p:attrName>ppt_y</p:attrName>
                                        </p:attrNameLst>
                                      </p:cBhvr>
                                      <p:tavLst>
                                        <p:tav tm="0">
                                          <p:val>
                                            <p:strVal val="ppt_y"/>
                                          </p:val>
                                        </p:tav>
                                        <p:tav tm="100000">
                                          <p:val>
                                            <p:strVal val="#ppt_y+0.013425926"/>
                                          </p:val>
                                        </p:tav>
                                      </p:tavLst>
                                    </p:anim>
                                    <p:anim to="" calcmode="lin" valueType="num">
                                      <p:cBhvr>
                                        <p:cTn id="123"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24"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125" presetID="35" presetClass="path" presetSubtype="0" accel="50000" decel="50000" fill="hold" nodeType="withEffect">
                                  <p:stCondLst>
                                    <p:cond delay="0"/>
                                  </p:stCondLst>
                                  <p:childTnLst>
                                    <p:anim to="" calcmode="lin" valueType="num">
                                      <p:cBhvr>
                                        <p:cTn id="126" dur="500" fill="hold">
                                          <p:stCondLst>
                                            <p:cond delay="0"/>
                                          </p:stCondLst>
                                        </p:cTn>
                                        <p:tgtEl>
                                          <p:spTgt spid="16"/>
                                        </p:tgtEl>
                                        <p:attrNameLst>
                                          <p:attrName>ppt_x</p:attrName>
                                        </p:attrNameLst>
                                      </p:cBhvr>
                                      <p:tavLst>
                                        <p:tav tm="0">
                                          <p:val>
                                            <p:strVal val="ppt_x"/>
                                          </p:val>
                                        </p:tav>
                                        <p:tav tm="100000">
                                          <p:val>
                                            <p:strVal val="#ppt_x+0"/>
                                          </p:val>
                                        </p:tav>
                                      </p:tavLst>
                                    </p:anim>
                                    <p:anim to="" calcmode="lin" valueType="num">
                                      <p:cBhvr>
                                        <p:cTn id="127" dur="500" fill="hold">
                                          <p:stCondLst>
                                            <p:cond delay="0"/>
                                          </p:stCondLst>
                                        </p:cTn>
                                        <p:tgtEl>
                                          <p:spTgt spid="16"/>
                                        </p:tgtEl>
                                        <p:attrNameLst>
                                          <p:attrName>ppt_y</p:attrName>
                                        </p:attrNameLst>
                                      </p:cBhvr>
                                      <p:tavLst>
                                        <p:tav tm="0">
                                          <p:val>
                                            <p:strVal val="ppt_y"/>
                                          </p:val>
                                        </p:tav>
                                        <p:tav tm="100000">
                                          <p:val>
                                            <p:strVal val="#ppt_y+0.013425926"/>
                                          </p:val>
                                        </p:tav>
                                      </p:tavLst>
                                    </p:anim>
                                    <p:anim to="" calcmode="lin" valueType="num">
                                      <p:cBhvr>
                                        <p:cTn id="128" dur="500" fill="hold">
                                          <p:stCondLst>
                                            <p:cond delay="0"/>
                                          </p:stCondLst>
                                        </p:cTn>
                                        <p:tgtEl>
                                          <p:spTgt spid="16"/>
                                        </p:tgtEl>
                                        <p:attrNameLst>
                                          <p:attrName>ppt_w</p:attrName>
                                        </p:attrNameLst>
                                      </p:cBhvr>
                                      <p:tavLst>
                                        <p:tav tm="0">
                                          <p:val>
                                            <p:strVal val="ppt_w"/>
                                          </p:val>
                                        </p:tav>
                                        <p:tav tm="100000">
                                          <p:val>
                                            <p:strVal val="#ppt_w"/>
                                          </p:val>
                                        </p:tav>
                                      </p:tavLst>
                                    </p:anim>
                                    <p:anim to="" calcmode="lin" valueType="num">
                                      <p:cBhvr>
                                        <p:cTn id="129" dur="500" fill="hold">
                                          <p:stCondLst>
                                            <p:cond delay="0"/>
                                          </p:stCondLst>
                                        </p:cTn>
                                        <p:tgtEl>
                                          <p:spTgt spid="16"/>
                                        </p:tgtEl>
                                        <p:attrNameLst>
                                          <p:attrName>ppt_h</p:attrName>
                                        </p:attrNameLst>
                                      </p:cBhvr>
                                      <p:tavLst>
                                        <p:tav tm="0">
                                          <p:val>
                                            <p:strVal val="ppt_h"/>
                                          </p:val>
                                        </p:tav>
                                        <p:tav tm="100000">
                                          <p:val>
                                            <p:strVal val="#ppt_h"/>
                                          </p:val>
                                        </p:tav>
                                      </p:tavLst>
                                    </p:anim>
                                  </p:childTnLst>
                                </p:cTn>
                              </p:par>
                              <p:par>
                                <p:cTn id="130" presetID="35" presetClass="path" presetSubtype="0" accel="50000" decel="50000" fill="hold" grpId="1" nodeType="withEffect">
                                  <p:stCondLst>
                                    <p:cond delay="0"/>
                                  </p:stCondLst>
                                  <p:childTnLst>
                                    <p:anim to="" calcmode="lin" valueType="num">
                                      <p:cBhvr>
                                        <p:cTn id="131" dur="500" fill="hold">
                                          <p:stCondLst>
                                            <p:cond delay="0"/>
                                          </p:stCondLst>
                                        </p:cTn>
                                        <p:tgtEl>
                                          <p:spTgt spid="18"/>
                                        </p:tgtEl>
                                        <p:attrNameLst>
                                          <p:attrName>ppt_x</p:attrName>
                                        </p:attrNameLst>
                                      </p:cBhvr>
                                      <p:tavLst>
                                        <p:tav tm="0">
                                          <p:val>
                                            <p:strVal val="ppt_x"/>
                                          </p:val>
                                        </p:tav>
                                        <p:tav tm="100000">
                                          <p:val>
                                            <p:strVal val="#ppt_x+0"/>
                                          </p:val>
                                        </p:tav>
                                      </p:tavLst>
                                    </p:anim>
                                    <p:anim to="" calcmode="lin" valueType="num">
                                      <p:cBhvr>
                                        <p:cTn id="132" dur="500" fill="hold">
                                          <p:stCondLst>
                                            <p:cond delay="0"/>
                                          </p:stCondLst>
                                        </p:cTn>
                                        <p:tgtEl>
                                          <p:spTgt spid="18"/>
                                        </p:tgtEl>
                                        <p:attrNameLst>
                                          <p:attrName>ppt_y</p:attrName>
                                        </p:attrNameLst>
                                      </p:cBhvr>
                                      <p:tavLst>
                                        <p:tav tm="0">
                                          <p:val>
                                            <p:strVal val="ppt_y"/>
                                          </p:val>
                                        </p:tav>
                                        <p:tav tm="100000">
                                          <p:val>
                                            <p:strVal val="#ppt_y+0.013425926"/>
                                          </p:val>
                                        </p:tav>
                                      </p:tavLst>
                                    </p:anim>
                                    <p:anim to="" calcmode="lin" valueType="num">
                                      <p:cBhvr>
                                        <p:cTn id="133" dur="500" fill="hold">
                                          <p:stCondLst>
                                            <p:cond delay="0"/>
                                          </p:stCondLst>
                                        </p:cTn>
                                        <p:tgtEl>
                                          <p:spTgt spid="18"/>
                                        </p:tgtEl>
                                        <p:attrNameLst>
                                          <p:attrName>ppt_w</p:attrName>
                                        </p:attrNameLst>
                                      </p:cBhvr>
                                      <p:tavLst>
                                        <p:tav tm="0">
                                          <p:val>
                                            <p:strVal val="ppt_w"/>
                                          </p:val>
                                        </p:tav>
                                        <p:tav tm="100000">
                                          <p:val>
                                            <p:strVal val="#ppt_w"/>
                                          </p:val>
                                        </p:tav>
                                      </p:tavLst>
                                    </p:anim>
                                    <p:anim to="" calcmode="lin" valueType="num">
                                      <p:cBhvr>
                                        <p:cTn id="134" dur="500" fill="hold">
                                          <p:stCondLst>
                                            <p:cond delay="0"/>
                                          </p:stCondLst>
                                        </p:cTn>
                                        <p:tgtEl>
                                          <p:spTgt spid="18"/>
                                        </p:tgtEl>
                                        <p:attrNameLst>
                                          <p:attrName>ppt_h</p:attrName>
                                        </p:attrNameLst>
                                      </p:cBhvr>
                                      <p:tavLst>
                                        <p:tav tm="0">
                                          <p:val>
                                            <p:strVal val="ppt_h"/>
                                          </p:val>
                                        </p:tav>
                                        <p:tav tm="100000">
                                          <p:val>
                                            <p:strVal val="#ppt_h"/>
                                          </p:val>
                                        </p:tav>
                                      </p:tavLst>
                                    </p:anim>
                                  </p:childTnLst>
                                </p:cTn>
                              </p:par>
                              <p:par>
                                <p:cTn id="135" presetID="35" presetClass="path" presetSubtype="0" accel="50000" decel="50000" fill="hold" grpId="1" nodeType="withEffect">
                                  <p:stCondLst>
                                    <p:cond delay="0"/>
                                  </p:stCondLst>
                                  <p:childTnLst>
                                    <p:anim to="" calcmode="lin" valueType="num">
                                      <p:cBhvr>
                                        <p:cTn id="136" dur="500" fill="hold">
                                          <p:stCondLst>
                                            <p:cond delay="0"/>
                                          </p:stCondLst>
                                        </p:cTn>
                                        <p:tgtEl>
                                          <p:spTgt spid="19"/>
                                        </p:tgtEl>
                                        <p:attrNameLst>
                                          <p:attrName>ppt_x</p:attrName>
                                        </p:attrNameLst>
                                      </p:cBhvr>
                                      <p:tavLst>
                                        <p:tav tm="0">
                                          <p:val>
                                            <p:strVal val="ppt_x"/>
                                          </p:val>
                                        </p:tav>
                                        <p:tav tm="100000">
                                          <p:val>
                                            <p:strVal val="#ppt_x+0"/>
                                          </p:val>
                                        </p:tav>
                                      </p:tavLst>
                                    </p:anim>
                                    <p:anim to="" calcmode="lin" valueType="num">
                                      <p:cBhvr>
                                        <p:cTn id="137" dur="500" fill="hold">
                                          <p:stCondLst>
                                            <p:cond delay="0"/>
                                          </p:stCondLst>
                                        </p:cTn>
                                        <p:tgtEl>
                                          <p:spTgt spid="19"/>
                                        </p:tgtEl>
                                        <p:attrNameLst>
                                          <p:attrName>ppt_y</p:attrName>
                                        </p:attrNameLst>
                                      </p:cBhvr>
                                      <p:tavLst>
                                        <p:tav tm="0">
                                          <p:val>
                                            <p:strVal val="ppt_y"/>
                                          </p:val>
                                        </p:tav>
                                        <p:tav tm="100000">
                                          <p:val>
                                            <p:strVal val="#ppt_y+0.013425926"/>
                                          </p:val>
                                        </p:tav>
                                      </p:tavLst>
                                    </p:anim>
                                    <p:anim to="" calcmode="lin" valueType="num">
                                      <p:cBhvr>
                                        <p:cTn id="138" dur="500" fill="hold">
                                          <p:stCondLst>
                                            <p:cond delay="0"/>
                                          </p:stCondLst>
                                        </p:cTn>
                                        <p:tgtEl>
                                          <p:spTgt spid="19"/>
                                        </p:tgtEl>
                                        <p:attrNameLst>
                                          <p:attrName>ppt_w</p:attrName>
                                        </p:attrNameLst>
                                      </p:cBhvr>
                                      <p:tavLst>
                                        <p:tav tm="0">
                                          <p:val>
                                            <p:strVal val="ppt_w"/>
                                          </p:val>
                                        </p:tav>
                                        <p:tav tm="100000">
                                          <p:val>
                                            <p:strVal val="#ppt_w"/>
                                          </p:val>
                                        </p:tav>
                                      </p:tavLst>
                                    </p:anim>
                                    <p:anim to="" calcmode="lin" valueType="num">
                                      <p:cBhvr>
                                        <p:cTn id="139" dur="500" fill="hold">
                                          <p:stCondLst>
                                            <p:cond delay="0"/>
                                          </p:stCondLst>
                                        </p:cTn>
                                        <p:tgtEl>
                                          <p:spTgt spid="19"/>
                                        </p:tgtEl>
                                        <p:attrNameLst>
                                          <p:attrName>ppt_h</p:attrName>
                                        </p:attrNameLst>
                                      </p:cBhvr>
                                      <p:tavLst>
                                        <p:tav tm="0">
                                          <p:val>
                                            <p:strVal val="ppt_h"/>
                                          </p:val>
                                        </p:tav>
                                        <p:tav tm="100000">
                                          <p:val>
                                            <p:strVal val="#ppt_h"/>
                                          </p:val>
                                        </p:tav>
                                      </p:tavLst>
                                    </p:anim>
                                  </p:childTnLst>
                                </p:cTn>
                              </p:par>
                              <p:par>
                                <p:cTn id="140" presetID="35" presetClass="path" presetSubtype="0" accel="50000" decel="50000" fill="hold" grpId="1" nodeType="withEffect">
                                  <p:stCondLst>
                                    <p:cond delay="0"/>
                                  </p:stCondLst>
                                  <p:childTnLst>
                                    <p:anim to="" calcmode="lin" valueType="num">
                                      <p:cBhvr>
                                        <p:cTn id="141" dur="500" fill="hold">
                                          <p:stCondLst>
                                            <p:cond delay="0"/>
                                          </p:stCondLst>
                                        </p:cTn>
                                        <p:tgtEl>
                                          <p:spTgt spid="20"/>
                                        </p:tgtEl>
                                        <p:attrNameLst>
                                          <p:attrName>ppt_x</p:attrName>
                                        </p:attrNameLst>
                                      </p:cBhvr>
                                      <p:tavLst>
                                        <p:tav tm="0">
                                          <p:val>
                                            <p:strVal val="ppt_x"/>
                                          </p:val>
                                        </p:tav>
                                        <p:tav tm="100000">
                                          <p:val>
                                            <p:strVal val="#ppt_x+0"/>
                                          </p:val>
                                        </p:tav>
                                      </p:tavLst>
                                    </p:anim>
                                    <p:anim to="" calcmode="lin" valueType="num">
                                      <p:cBhvr>
                                        <p:cTn id="142" dur="500" fill="hold">
                                          <p:stCondLst>
                                            <p:cond delay="0"/>
                                          </p:stCondLst>
                                        </p:cTn>
                                        <p:tgtEl>
                                          <p:spTgt spid="20"/>
                                        </p:tgtEl>
                                        <p:attrNameLst>
                                          <p:attrName>ppt_y</p:attrName>
                                        </p:attrNameLst>
                                      </p:cBhvr>
                                      <p:tavLst>
                                        <p:tav tm="0">
                                          <p:val>
                                            <p:strVal val="ppt_y"/>
                                          </p:val>
                                        </p:tav>
                                        <p:tav tm="100000">
                                          <p:val>
                                            <p:strVal val="#ppt_y+0.013425926"/>
                                          </p:val>
                                        </p:tav>
                                      </p:tavLst>
                                    </p:anim>
                                    <p:anim to="" calcmode="lin" valueType="num">
                                      <p:cBhvr>
                                        <p:cTn id="143" dur="500" fill="hold">
                                          <p:stCondLst>
                                            <p:cond delay="0"/>
                                          </p:stCondLst>
                                        </p:cTn>
                                        <p:tgtEl>
                                          <p:spTgt spid="20"/>
                                        </p:tgtEl>
                                        <p:attrNameLst>
                                          <p:attrName>ppt_w</p:attrName>
                                        </p:attrNameLst>
                                      </p:cBhvr>
                                      <p:tavLst>
                                        <p:tav tm="0">
                                          <p:val>
                                            <p:strVal val="ppt_w"/>
                                          </p:val>
                                        </p:tav>
                                        <p:tav tm="100000">
                                          <p:val>
                                            <p:strVal val="#ppt_w"/>
                                          </p:val>
                                        </p:tav>
                                      </p:tavLst>
                                    </p:anim>
                                    <p:anim to="" calcmode="lin" valueType="num">
                                      <p:cBhvr>
                                        <p:cTn id="144" dur="500" fill="hold">
                                          <p:stCondLst>
                                            <p:cond delay="0"/>
                                          </p:stCondLst>
                                        </p:cTn>
                                        <p:tgtEl>
                                          <p:spTgt spid="20"/>
                                        </p:tgtEl>
                                        <p:attrNameLst>
                                          <p:attrName>ppt_h</p:attrName>
                                        </p:attrNameLst>
                                      </p:cBhvr>
                                      <p:tavLst>
                                        <p:tav tm="0">
                                          <p:val>
                                            <p:strVal val="ppt_h"/>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23" presetClass="entr" presetSubtype="288" fill="hold" grpId="0" nodeType="clickEffect">
                                  <p:stCondLst>
                                    <p:cond delay="0"/>
                                  </p:stCondLst>
                                  <p:childTnLst>
                                    <p:set>
                                      <p:cBhvr>
                                        <p:cTn id="148" dur="1" fill="hold">
                                          <p:stCondLst>
                                            <p:cond delay="0"/>
                                          </p:stCondLst>
                                        </p:cTn>
                                        <p:tgtEl>
                                          <p:spTgt spid="13"/>
                                        </p:tgtEl>
                                        <p:attrNameLst>
                                          <p:attrName>style.visibility</p:attrName>
                                        </p:attrNameLst>
                                      </p:cBhvr>
                                      <p:to>
                                        <p:strVal val="visible"/>
                                      </p:to>
                                    </p:set>
                                    <p:anim calcmode="lin" valueType="num">
                                      <p:cBhvr>
                                        <p:cTn id="149" dur="500" fill="hold"/>
                                        <p:tgtEl>
                                          <p:spTgt spid="13"/>
                                        </p:tgtEl>
                                        <p:attrNameLst>
                                          <p:attrName>ppt_w</p:attrName>
                                        </p:attrNameLst>
                                      </p:cBhvr>
                                      <p:tavLst>
                                        <p:tav tm="0">
                                          <p:val>
                                            <p:strVal val="4/3*#ppt_w"/>
                                          </p:val>
                                        </p:tav>
                                        <p:tav tm="100000">
                                          <p:val>
                                            <p:strVal val="#ppt_w"/>
                                          </p:val>
                                        </p:tav>
                                      </p:tavLst>
                                    </p:anim>
                                    <p:anim calcmode="lin" valueType="num">
                                      <p:cBhvr>
                                        <p:cTn id="150" dur="500" fill="hold"/>
                                        <p:tgtEl>
                                          <p:spTgt spid="13"/>
                                        </p:tgtEl>
                                        <p:attrNameLst>
                                          <p:attrName>ppt_h</p:attrName>
                                        </p:attrNameLst>
                                      </p:cBhvr>
                                      <p:tavLst>
                                        <p:tav tm="0">
                                          <p:val>
                                            <p:strVal val="4/3*#ppt_h"/>
                                          </p:val>
                                        </p:tav>
                                        <p:tav tm="100000">
                                          <p:val>
                                            <p:strVal val="#ppt_h"/>
                                          </p:val>
                                        </p:tav>
                                      </p:tavLst>
                                    </p:anim>
                                    <p:anim to="" calcmode="lin" valueType="num">
                                      <p:cBhvr>
                                        <p:cTn id="151" dur="500" fill="hold">
                                          <p:stCondLst>
                                            <p:cond delay="0"/>
                                          </p:stCondLst>
                                        </p:cTn>
                                        <p:tgtEl>
                                          <p:spTgt spid="13"/>
                                        </p:tgtEl>
                                        <p:attrNameLst>
                                          <p:attrName>ppt_x</p:attrName>
                                        </p:attrNameLst>
                                      </p:cBhvr>
                                      <p:tavLst>
                                        <p:tav tm="0">
                                          <p:val>
                                            <p:strVal val="#ppt_x+0"/>
                                          </p:val>
                                        </p:tav>
                                        <p:tav tm="100000">
                                          <p:val>
                                            <p:strVal val="#ppt_x+0"/>
                                          </p:val>
                                        </p:tav>
                                      </p:tavLst>
                                    </p:anim>
                                    <p:anim to="" calcmode="lin" valueType="num">
                                      <p:cBhvr>
                                        <p:cTn id="152" dur="500" fill="hold">
                                          <p:stCondLst>
                                            <p:cond delay="0"/>
                                          </p:stCondLst>
                                        </p:cTn>
                                        <p:tgtEl>
                                          <p:spTgt spid="13"/>
                                        </p:tgtEl>
                                        <p:attrNameLst>
                                          <p:attrName>ppt_y</p:attrName>
                                        </p:attrNameLst>
                                      </p:cBhvr>
                                      <p:tavLst>
                                        <p:tav tm="0">
                                          <p:val>
                                            <p:strVal val="#ppt_y+0"/>
                                          </p:val>
                                        </p:tav>
                                        <p:tav tm="100000">
                                          <p:val>
                                            <p:strVal val="#ppt_y+0"/>
                                          </p:val>
                                        </p:tav>
                                      </p:tavLst>
                                    </p:anim>
                                  </p:childTnLst>
                                </p:cTn>
                              </p:par>
                              <p:par>
                                <p:cTn id="153" presetID="23" presetClass="entr" presetSubtype="288" fill="hold" grpId="0" nodeType="withEffect">
                                  <p:stCondLst>
                                    <p:cond delay="0"/>
                                  </p:stCondLst>
                                  <p:childTnLst>
                                    <p:set>
                                      <p:cBhvr>
                                        <p:cTn id="154" dur="1" fill="hold">
                                          <p:stCondLst>
                                            <p:cond delay="0"/>
                                          </p:stCondLst>
                                        </p:cTn>
                                        <p:tgtEl>
                                          <p:spTgt spid="14"/>
                                        </p:tgtEl>
                                        <p:attrNameLst>
                                          <p:attrName>style.visibility</p:attrName>
                                        </p:attrNameLst>
                                      </p:cBhvr>
                                      <p:to>
                                        <p:strVal val="visible"/>
                                      </p:to>
                                    </p:set>
                                    <p:anim calcmode="lin" valueType="num">
                                      <p:cBhvr>
                                        <p:cTn id="155" dur="500" fill="hold"/>
                                        <p:tgtEl>
                                          <p:spTgt spid="14"/>
                                        </p:tgtEl>
                                        <p:attrNameLst>
                                          <p:attrName>ppt_w</p:attrName>
                                        </p:attrNameLst>
                                      </p:cBhvr>
                                      <p:tavLst>
                                        <p:tav tm="0">
                                          <p:val>
                                            <p:strVal val="4/3*#ppt_w"/>
                                          </p:val>
                                        </p:tav>
                                        <p:tav tm="100000">
                                          <p:val>
                                            <p:strVal val="#ppt_w"/>
                                          </p:val>
                                        </p:tav>
                                      </p:tavLst>
                                    </p:anim>
                                    <p:anim calcmode="lin" valueType="num">
                                      <p:cBhvr>
                                        <p:cTn id="156" dur="500" fill="hold"/>
                                        <p:tgtEl>
                                          <p:spTgt spid="14"/>
                                        </p:tgtEl>
                                        <p:attrNameLst>
                                          <p:attrName>ppt_h</p:attrName>
                                        </p:attrNameLst>
                                      </p:cBhvr>
                                      <p:tavLst>
                                        <p:tav tm="0">
                                          <p:val>
                                            <p:strVal val="4/3*#ppt_h"/>
                                          </p:val>
                                        </p:tav>
                                        <p:tav tm="100000">
                                          <p:val>
                                            <p:strVal val="#ppt_h"/>
                                          </p:val>
                                        </p:tav>
                                      </p:tavLst>
                                    </p:anim>
                                    <p:anim to="" calcmode="lin" valueType="num">
                                      <p:cBhvr>
                                        <p:cTn id="157" dur="500" fill="hold">
                                          <p:stCondLst>
                                            <p:cond delay="0"/>
                                          </p:stCondLst>
                                        </p:cTn>
                                        <p:tgtEl>
                                          <p:spTgt spid="14"/>
                                        </p:tgtEl>
                                        <p:attrNameLst>
                                          <p:attrName>ppt_x</p:attrName>
                                        </p:attrNameLst>
                                      </p:cBhvr>
                                      <p:tavLst>
                                        <p:tav tm="0">
                                          <p:val>
                                            <p:strVal val="#ppt_x+0"/>
                                          </p:val>
                                        </p:tav>
                                        <p:tav tm="100000">
                                          <p:val>
                                            <p:strVal val="#ppt_x+0"/>
                                          </p:val>
                                        </p:tav>
                                      </p:tavLst>
                                    </p:anim>
                                    <p:anim to="" calcmode="lin" valueType="num">
                                      <p:cBhvr>
                                        <p:cTn id="158" dur="500" fill="hold">
                                          <p:stCondLst>
                                            <p:cond delay="0"/>
                                          </p:stCondLst>
                                        </p:cTn>
                                        <p:tgtEl>
                                          <p:spTgt spid="14"/>
                                        </p:tgtEl>
                                        <p:attrNameLst>
                                          <p:attrName>ppt_y</p:attrName>
                                        </p:attrNameLst>
                                      </p:cBhvr>
                                      <p:tavLst>
                                        <p:tav tm="0">
                                          <p:val>
                                            <p:strVal val="#ppt_y+0"/>
                                          </p:val>
                                        </p:tav>
                                        <p:tav tm="100000">
                                          <p:val>
                                            <p:strVal val="#ppt_y+0"/>
                                          </p:val>
                                        </p:tav>
                                      </p:tavLst>
                                    </p:anim>
                                  </p:childTnLst>
                                </p:cTn>
                              </p:par>
                              <p:par>
                                <p:cTn id="159" presetID="23" presetClass="entr" presetSubtype="288" fill="hold" grpId="0" nodeType="withEffect">
                                  <p:stCondLst>
                                    <p:cond delay="0"/>
                                  </p:stCondLst>
                                  <p:childTnLst>
                                    <p:set>
                                      <p:cBhvr>
                                        <p:cTn id="160" dur="1" fill="hold">
                                          <p:stCondLst>
                                            <p:cond delay="0"/>
                                          </p:stCondLst>
                                        </p:cTn>
                                        <p:tgtEl>
                                          <p:spTgt spid="15"/>
                                        </p:tgtEl>
                                        <p:attrNameLst>
                                          <p:attrName>style.visibility</p:attrName>
                                        </p:attrNameLst>
                                      </p:cBhvr>
                                      <p:to>
                                        <p:strVal val="visible"/>
                                      </p:to>
                                    </p:set>
                                    <p:anim calcmode="lin" valueType="num">
                                      <p:cBhvr>
                                        <p:cTn id="161" dur="500" fill="hold"/>
                                        <p:tgtEl>
                                          <p:spTgt spid="15"/>
                                        </p:tgtEl>
                                        <p:attrNameLst>
                                          <p:attrName>ppt_w</p:attrName>
                                        </p:attrNameLst>
                                      </p:cBhvr>
                                      <p:tavLst>
                                        <p:tav tm="0">
                                          <p:val>
                                            <p:strVal val="4/3*#ppt_w"/>
                                          </p:val>
                                        </p:tav>
                                        <p:tav tm="100000">
                                          <p:val>
                                            <p:strVal val="#ppt_w"/>
                                          </p:val>
                                        </p:tav>
                                      </p:tavLst>
                                    </p:anim>
                                    <p:anim calcmode="lin" valueType="num">
                                      <p:cBhvr>
                                        <p:cTn id="162" dur="500" fill="hold"/>
                                        <p:tgtEl>
                                          <p:spTgt spid="15"/>
                                        </p:tgtEl>
                                        <p:attrNameLst>
                                          <p:attrName>ppt_h</p:attrName>
                                        </p:attrNameLst>
                                      </p:cBhvr>
                                      <p:tavLst>
                                        <p:tav tm="0">
                                          <p:val>
                                            <p:strVal val="4/3*#ppt_h"/>
                                          </p:val>
                                        </p:tav>
                                        <p:tav tm="100000">
                                          <p:val>
                                            <p:strVal val="#ppt_h"/>
                                          </p:val>
                                        </p:tav>
                                      </p:tavLst>
                                    </p:anim>
                                    <p:anim to="" calcmode="lin" valueType="num">
                                      <p:cBhvr>
                                        <p:cTn id="163" dur="500" fill="hold">
                                          <p:stCondLst>
                                            <p:cond delay="0"/>
                                          </p:stCondLst>
                                        </p:cTn>
                                        <p:tgtEl>
                                          <p:spTgt spid="15"/>
                                        </p:tgtEl>
                                        <p:attrNameLst>
                                          <p:attrName>ppt_x</p:attrName>
                                        </p:attrNameLst>
                                      </p:cBhvr>
                                      <p:tavLst>
                                        <p:tav tm="0">
                                          <p:val>
                                            <p:strVal val="#ppt_x+0"/>
                                          </p:val>
                                        </p:tav>
                                        <p:tav tm="100000">
                                          <p:val>
                                            <p:strVal val="#ppt_x+0"/>
                                          </p:val>
                                        </p:tav>
                                      </p:tavLst>
                                    </p:anim>
                                    <p:anim to="" calcmode="lin" valueType="num">
                                      <p:cBhvr>
                                        <p:cTn id="164" dur="500" fill="hold">
                                          <p:stCondLst>
                                            <p:cond delay="0"/>
                                          </p:stCondLst>
                                        </p:cTn>
                                        <p:tgtEl>
                                          <p:spTgt spid="15"/>
                                        </p:tgtEl>
                                        <p:attrNameLst>
                                          <p:attrName>ppt_y</p:attrName>
                                        </p:attrNameLst>
                                      </p:cBhvr>
                                      <p:tavLst>
                                        <p:tav tm="0">
                                          <p:val>
                                            <p:strVal val="#ppt_y+0"/>
                                          </p:val>
                                        </p:tav>
                                        <p:tav tm="100000">
                                          <p:val>
                                            <p:strVal val="#ppt_y+0"/>
                                          </p:val>
                                        </p:tav>
                                      </p:tavLst>
                                    </p:anim>
                                  </p:childTnLst>
                                </p:cTn>
                              </p:par>
                              <p:par>
                                <p:cTn id="165" presetID="23" presetClass="entr" presetSubtype="288" fill="hold" grpId="0" nodeType="withEffect">
                                  <p:stCondLst>
                                    <p:cond delay="0"/>
                                  </p:stCondLst>
                                  <p:childTnLst>
                                    <p:set>
                                      <p:cBhvr>
                                        <p:cTn id="166" dur="1" fill="hold">
                                          <p:stCondLst>
                                            <p:cond delay="0"/>
                                          </p:stCondLst>
                                        </p:cTn>
                                        <p:tgtEl>
                                          <p:spTgt spid="26"/>
                                        </p:tgtEl>
                                        <p:attrNameLst>
                                          <p:attrName>style.visibility</p:attrName>
                                        </p:attrNameLst>
                                      </p:cBhvr>
                                      <p:to>
                                        <p:strVal val="visible"/>
                                      </p:to>
                                    </p:set>
                                    <p:anim calcmode="lin" valueType="num">
                                      <p:cBhvr>
                                        <p:cTn id="167" dur="500" fill="hold"/>
                                        <p:tgtEl>
                                          <p:spTgt spid="26"/>
                                        </p:tgtEl>
                                        <p:attrNameLst>
                                          <p:attrName>ppt_w</p:attrName>
                                        </p:attrNameLst>
                                      </p:cBhvr>
                                      <p:tavLst>
                                        <p:tav tm="0">
                                          <p:val>
                                            <p:strVal val="4/3*#ppt_w"/>
                                          </p:val>
                                        </p:tav>
                                        <p:tav tm="100000">
                                          <p:val>
                                            <p:strVal val="#ppt_w"/>
                                          </p:val>
                                        </p:tav>
                                      </p:tavLst>
                                    </p:anim>
                                    <p:anim calcmode="lin" valueType="num">
                                      <p:cBhvr>
                                        <p:cTn id="168" dur="500" fill="hold"/>
                                        <p:tgtEl>
                                          <p:spTgt spid="26"/>
                                        </p:tgtEl>
                                        <p:attrNameLst>
                                          <p:attrName>ppt_h</p:attrName>
                                        </p:attrNameLst>
                                      </p:cBhvr>
                                      <p:tavLst>
                                        <p:tav tm="0">
                                          <p:val>
                                            <p:strVal val="4/3*#ppt_h"/>
                                          </p:val>
                                        </p:tav>
                                        <p:tav tm="100000">
                                          <p:val>
                                            <p:strVal val="#ppt_h"/>
                                          </p:val>
                                        </p:tav>
                                      </p:tavLst>
                                    </p:anim>
                                    <p:anim to="" calcmode="lin" valueType="num">
                                      <p:cBhvr>
                                        <p:cTn id="169" dur="500" fill="hold">
                                          <p:stCondLst>
                                            <p:cond delay="0"/>
                                          </p:stCondLst>
                                        </p:cTn>
                                        <p:tgtEl>
                                          <p:spTgt spid="26"/>
                                        </p:tgtEl>
                                        <p:attrNameLst>
                                          <p:attrName>ppt_x</p:attrName>
                                        </p:attrNameLst>
                                      </p:cBhvr>
                                      <p:tavLst>
                                        <p:tav tm="0">
                                          <p:val>
                                            <p:strVal val="#ppt_x+0"/>
                                          </p:val>
                                        </p:tav>
                                        <p:tav tm="100000">
                                          <p:val>
                                            <p:strVal val="#ppt_x+0"/>
                                          </p:val>
                                        </p:tav>
                                      </p:tavLst>
                                    </p:anim>
                                    <p:anim to="" calcmode="lin" valueType="num">
                                      <p:cBhvr>
                                        <p:cTn id="170" dur="500" fill="hold">
                                          <p:stCondLst>
                                            <p:cond delay="0"/>
                                          </p:stCondLst>
                                        </p:cTn>
                                        <p:tgtEl>
                                          <p:spTgt spid="26"/>
                                        </p:tgtEl>
                                        <p:attrNameLst>
                                          <p:attrName>ppt_y</p:attrName>
                                        </p:attrNameLst>
                                      </p:cBhvr>
                                      <p:tavLst>
                                        <p:tav tm="0">
                                          <p:val>
                                            <p:strVal val="#ppt_y+0"/>
                                          </p:val>
                                        </p:tav>
                                        <p:tav tm="100000">
                                          <p:val>
                                            <p:strVal val="#ppt_y+0"/>
                                          </p:val>
                                        </p:tav>
                                      </p:tavLst>
                                    </p:anim>
                                  </p:childTnLst>
                                </p:cTn>
                              </p:par>
                              <p:par>
                                <p:cTn id="171" presetID="23" presetClass="entr" presetSubtype="288" fill="hold" grpId="0" nodeType="withEffect">
                                  <p:stCondLst>
                                    <p:cond delay="0"/>
                                  </p:stCondLst>
                                  <p:childTnLst>
                                    <p:set>
                                      <p:cBhvr>
                                        <p:cTn id="172" dur="1" fill="hold">
                                          <p:stCondLst>
                                            <p:cond delay="0"/>
                                          </p:stCondLst>
                                        </p:cTn>
                                        <p:tgtEl>
                                          <p:spTgt spid="27"/>
                                        </p:tgtEl>
                                        <p:attrNameLst>
                                          <p:attrName>style.visibility</p:attrName>
                                        </p:attrNameLst>
                                      </p:cBhvr>
                                      <p:to>
                                        <p:strVal val="visible"/>
                                      </p:to>
                                    </p:set>
                                    <p:anim calcmode="lin" valueType="num">
                                      <p:cBhvr>
                                        <p:cTn id="173" dur="500" fill="hold"/>
                                        <p:tgtEl>
                                          <p:spTgt spid="27"/>
                                        </p:tgtEl>
                                        <p:attrNameLst>
                                          <p:attrName>ppt_w</p:attrName>
                                        </p:attrNameLst>
                                      </p:cBhvr>
                                      <p:tavLst>
                                        <p:tav tm="0">
                                          <p:val>
                                            <p:strVal val="4/3*#ppt_w"/>
                                          </p:val>
                                        </p:tav>
                                        <p:tav tm="100000">
                                          <p:val>
                                            <p:strVal val="#ppt_w"/>
                                          </p:val>
                                        </p:tav>
                                      </p:tavLst>
                                    </p:anim>
                                    <p:anim calcmode="lin" valueType="num">
                                      <p:cBhvr>
                                        <p:cTn id="174" dur="500" fill="hold"/>
                                        <p:tgtEl>
                                          <p:spTgt spid="27"/>
                                        </p:tgtEl>
                                        <p:attrNameLst>
                                          <p:attrName>ppt_h</p:attrName>
                                        </p:attrNameLst>
                                      </p:cBhvr>
                                      <p:tavLst>
                                        <p:tav tm="0">
                                          <p:val>
                                            <p:strVal val="4/3*#ppt_h"/>
                                          </p:val>
                                        </p:tav>
                                        <p:tav tm="100000">
                                          <p:val>
                                            <p:strVal val="#ppt_h"/>
                                          </p:val>
                                        </p:tav>
                                      </p:tavLst>
                                    </p:anim>
                                    <p:anim to="" calcmode="lin" valueType="num">
                                      <p:cBhvr>
                                        <p:cTn id="175" dur="500" fill="hold">
                                          <p:stCondLst>
                                            <p:cond delay="0"/>
                                          </p:stCondLst>
                                        </p:cTn>
                                        <p:tgtEl>
                                          <p:spTgt spid="27"/>
                                        </p:tgtEl>
                                        <p:attrNameLst>
                                          <p:attrName>ppt_x</p:attrName>
                                        </p:attrNameLst>
                                      </p:cBhvr>
                                      <p:tavLst>
                                        <p:tav tm="0">
                                          <p:val>
                                            <p:strVal val="#ppt_x+0"/>
                                          </p:val>
                                        </p:tav>
                                        <p:tav tm="100000">
                                          <p:val>
                                            <p:strVal val="#ppt_x+0"/>
                                          </p:val>
                                        </p:tav>
                                      </p:tavLst>
                                    </p:anim>
                                    <p:anim to="" calcmode="lin" valueType="num">
                                      <p:cBhvr>
                                        <p:cTn id="176" dur="500" fill="hold">
                                          <p:stCondLst>
                                            <p:cond delay="0"/>
                                          </p:stCondLst>
                                        </p:cTn>
                                        <p:tgtEl>
                                          <p:spTgt spid="27"/>
                                        </p:tgtEl>
                                        <p:attrNameLst>
                                          <p:attrName>ppt_y</p:attrName>
                                        </p:attrNameLst>
                                      </p:cBhvr>
                                      <p:tavLst>
                                        <p:tav tm="0">
                                          <p:val>
                                            <p:strVal val="#ppt_y+0"/>
                                          </p:val>
                                        </p:tav>
                                        <p:tav tm="100000">
                                          <p:val>
                                            <p:strVal val="#ppt_y+0"/>
                                          </p:val>
                                        </p:tav>
                                      </p:tavLst>
                                    </p:anim>
                                  </p:childTnLst>
                                </p:cTn>
                              </p:par>
                              <p:par>
                                <p:cTn id="177" presetID="23" presetClass="entr" presetSubtype="288" fill="hold" grpId="0" nodeType="withEffect">
                                  <p:stCondLst>
                                    <p:cond delay="0"/>
                                  </p:stCondLst>
                                  <p:childTnLst>
                                    <p:set>
                                      <p:cBhvr>
                                        <p:cTn id="178" dur="1" fill="hold">
                                          <p:stCondLst>
                                            <p:cond delay="0"/>
                                          </p:stCondLst>
                                        </p:cTn>
                                        <p:tgtEl>
                                          <p:spTgt spid="28"/>
                                        </p:tgtEl>
                                        <p:attrNameLst>
                                          <p:attrName>style.visibility</p:attrName>
                                        </p:attrNameLst>
                                      </p:cBhvr>
                                      <p:to>
                                        <p:strVal val="visible"/>
                                      </p:to>
                                    </p:set>
                                    <p:anim calcmode="lin" valueType="num">
                                      <p:cBhvr>
                                        <p:cTn id="179" dur="500" fill="hold"/>
                                        <p:tgtEl>
                                          <p:spTgt spid="28"/>
                                        </p:tgtEl>
                                        <p:attrNameLst>
                                          <p:attrName>ppt_w</p:attrName>
                                        </p:attrNameLst>
                                      </p:cBhvr>
                                      <p:tavLst>
                                        <p:tav tm="0">
                                          <p:val>
                                            <p:strVal val="4/3*#ppt_w"/>
                                          </p:val>
                                        </p:tav>
                                        <p:tav tm="100000">
                                          <p:val>
                                            <p:strVal val="#ppt_w"/>
                                          </p:val>
                                        </p:tav>
                                      </p:tavLst>
                                    </p:anim>
                                    <p:anim calcmode="lin" valueType="num">
                                      <p:cBhvr>
                                        <p:cTn id="180" dur="500" fill="hold"/>
                                        <p:tgtEl>
                                          <p:spTgt spid="28"/>
                                        </p:tgtEl>
                                        <p:attrNameLst>
                                          <p:attrName>ppt_h</p:attrName>
                                        </p:attrNameLst>
                                      </p:cBhvr>
                                      <p:tavLst>
                                        <p:tav tm="0">
                                          <p:val>
                                            <p:strVal val="4/3*#ppt_h"/>
                                          </p:val>
                                        </p:tav>
                                        <p:tav tm="100000">
                                          <p:val>
                                            <p:strVal val="#ppt_h"/>
                                          </p:val>
                                        </p:tav>
                                      </p:tavLst>
                                    </p:anim>
                                    <p:anim to="" calcmode="lin" valueType="num">
                                      <p:cBhvr>
                                        <p:cTn id="181" dur="500" fill="hold">
                                          <p:stCondLst>
                                            <p:cond delay="0"/>
                                          </p:stCondLst>
                                        </p:cTn>
                                        <p:tgtEl>
                                          <p:spTgt spid="28"/>
                                        </p:tgtEl>
                                        <p:attrNameLst>
                                          <p:attrName>ppt_x</p:attrName>
                                        </p:attrNameLst>
                                      </p:cBhvr>
                                      <p:tavLst>
                                        <p:tav tm="0">
                                          <p:val>
                                            <p:strVal val="#ppt_x+0"/>
                                          </p:val>
                                        </p:tav>
                                        <p:tav tm="100000">
                                          <p:val>
                                            <p:strVal val="#ppt_x+0"/>
                                          </p:val>
                                        </p:tav>
                                      </p:tavLst>
                                    </p:anim>
                                    <p:anim to="" calcmode="lin" valueType="num">
                                      <p:cBhvr>
                                        <p:cTn id="182" dur="500" fill="hold">
                                          <p:stCondLst>
                                            <p:cond delay="0"/>
                                          </p:stCondLst>
                                        </p:cTn>
                                        <p:tgtEl>
                                          <p:spTgt spid="28"/>
                                        </p:tgtEl>
                                        <p:attrNameLst>
                                          <p:attrName>ppt_y</p:attrName>
                                        </p:attrNameLst>
                                      </p:cBhvr>
                                      <p:tavLst>
                                        <p:tav tm="0">
                                          <p:val>
                                            <p:strVal val="#ppt_y+0"/>
                                          </p:val>
                                        </p:tav>
                                        <p:tav tm="100000">
                                          <p:val>
                                            <p:strVal val="#ppt_y+0"/>
                                          </p:val>
                                        </p:tav>
                                      </p:tavLst>
                                    </p:anim>
                                  </p:childTnLst>
                                </p:cTn>
                              </p:par>
                              <p:par>
                                <p:cTn id="183" presetID="35" presetClass="path" presetSubtype="0" accel="50000" decel="50000" fill="hold" grpId="2" nodeType="withEffect">
                                  <p:stCondLst>
                                    <p:cond delay="0"/>
                                  </p:stCondLst>
                                  <p:childTnLst>
                                    <p:anim to="" calcmode="lin" valueType="num">
                                      <p:cBhvr>
                                        <p:cTn id="184"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185" dur="500" fill="hold">
                                          <p:stCondLst>
                                            <p:cond delay="0"/>
                                          </p:stCondLst>
                                        </p:cTn>
                                        <p:tgtEl>
                                          <p:spTgt spid="7"/>
                                        </p:tgtEl>
                                        <p:attrNameLst>
                                          <p:attrName>ppt_y</p:attrName>
                                        </p:attrNameLst>
                                      </p:cBhvr>
                                      <p:tavLst>
                                        <p:tav tm="0">
                                          <p:val>
                                            <p:strVal val="ppt_y"/>
                                          </p:val>
                                        </p:tav>
                                        <p:tav tm="100000">
                                          <p:val>
                                            <p:strVal val="#ppt_y+0"/>
                                          </p:val>
                                        </p:tav>
                                      </p:tavLst>
                                    </p:anim>
                                    <p:anim to="" calcmode="lin" valueType="num">
                                      <p:cBhvr>
                                        <p:cTn id="186"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187"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188" presetID="35" presetClass="path" presetSubtype="0" accel="50000" decel="50000" fill="hold" grpId="2" nodeType="withEffect">
                                  <p:stCondLst>
                                    <p:cond delay="0"/>
                                  </p:stCondLst>
                                  <p:childTnLst>
                                    <p:anim to="" calcmode="lin" valueType="num">
                                      <p:cBhvr>
                                        <p:cTn id="189"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190"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191"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92"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93" presetID="35" presetClass="path" presetSubtype="0" accel="50000" decel="50000" fill="hold" grpId="2" nodeType="withEffect">
                                  <p:stCondLst>
                                    <p:cond delay="0"/>
                                  </p:stCondLst>
                                  <p:childTnLst>
                                    <p:anim to="" calcmode="lin" valueType="num">
                                      <p:cBhvr>
                                        <p:cTn id="194"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95"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196"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97"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198" presetID="35" presetClass="path" presetSubtype="0" accel="50000" decel="50000" fill="hold" nodeType="withEffect">
                                  <p:stCondLst>
                                    <p:cond delay="0"/>
                                  </p:stCondLst>
                                  <p:childTnLst>
                                    <p:anim to="" calcmode="lin" valueType="num">
                                      <p:cBhvr>
                                        <p:cTn id="199" dur="500" fill="hold">
                                          <p:stCondLst>
                                            <p:cond delay="0"/>
                                          </p:stCondLst>
                                        </p:cTn>
                                        <p:tgtEl>
                                          <p:spTgt spid="16"/>
                                        </p:tgtEl>
                                        <p:attrNameLst>
                                          <p:attrName>ppt_x</p:attrName>
                                        </p:attrNameLst>
                                      </p:cBhvr>
                                      <p:tavLst>
                                        <p:tav tm="0">
                                          <p:val>
                                            <p:strVal val="ppt_x"/>
                                          </p:val>
                                        </p:tav>
                                        <p:tav tm="100000">
                                          <p:val>
                                            <p:strVal val="#ppt_x+0"/>
                                          </p:val>
                                        </p:tav>
                                      </p:tavLst>
                                    </p:anim>
                                    <p:anim to="" calcmode="lin" valueType="num">
                                      <p:cBhvr>
                                        <p:cTn id="200" dur="500" fill="hold">
                                          <p:stCondLst>
                                            <p:cond delay="0"/>
                                          </p:stCondLst>
                                        </p:cTn>
                                        <p:tgtEl>
                                          <p:spTgt spid="16"/>
                                        </p:tgtEl>
                                        <p:attrNameLst>
                                          <p:attrName>ppt_y</p:attrName>
                                        </p:attrNameLst>
                                      </p:cBhvr>
                                      <p:tavLst>
                                        <p:tav tm="0">
                                          <p:val>
                                            <p:strVal val="ppt_y"/>
                                          </p:val>
                                        </p:tav>
                                        <p:tav tm="100000">
                                          <p:val>
                                            <p:strVal val="#ppt_y+0"/>
                                          </p:val>
                                        </p:tav>
                                      </p:tavLst>
                                    </p:anim>
                                    <p:anim to="" calcmode="lin" valueType="num">
                                      <p:cBhvr>
                                        <p:cTn id="201" dur="500" fill="hold">
                                          <p:stCondLst>
                                            <p:cond delay="0"/>
                                          </p:stCondLst>
                                        </p:cTn>
                                        <p:tgtEl>
                                          <p:spTgt spid="16"/>
                                        </p:tgtEl>
                                        <p:attrNameLst>
                                          <p:attrName>ppt_w</p:attrName>
                                        </p:attrNameLst>
                                      </p:cBhvr>
                                      <p:tavLst>
                                        <p:tav tm="0">
                                          <p:val>
                                            <p:strVal val="ppt_w"/>
                                          </p:val>
                                        </p:tav>
                                        <p:tav tm="100000">
                                          <p:val>
                                            <p:strVal val="#ppt_w"/>
                                          </p:val>
                                        </p:tav>
                                      </p:tavLst>
                                    </p:anim>
                                    <p:anim to="" calcmode="lin" valueType="num">
                                      <p:cBhvr>
                                        <p:cTn id="202" dur="500" fill="hold">
                                          <p:stCondLst>
                                            <p:cond delay="0"/>
                                          </p:stCondLst>
                                        </p:cTn>
                                        <p:tgtEl>
                                          <p:spTgt spid="16"/>
                                        </p:tgtEl>
                                        <p:attrNameLst>
                                          <p:attrName>ppt_h</p:attrName>
                                        </p:attrNameLst>
                                      </p:cBhvr>
                                      <p:tavLst>
                                        <p:tav tm="0">
                                          <p:val>
                                            <p:strVal val="ppt_h"/>
                                          </p:val>
                                        </p:tav>
                                        <p:tav tm="100000">
                                          <p:val>
                                            <p:strVal val="#ppt_h"/>
                                          </p:val>
                                        </p:tav>
                                      </p:tavLst>
                                    </p:anim>
                                  </p:childTnLst>
                                </p:cTn>
                              </p:par>
                              <p:par>
                                <p:cTn id="203" presetID="35" presetClass="path" presetSubtype="0" accel="50000" decel="50000" fill="hold" grpId="2" nodeType="withEffect">
                                  <p:stCondLst>
                                    <p:cond delay="0"/>
                                  </p:stCondLst>
                                  <p:childTnLst>
                                    <p:anim to="" calcmode="lin" valueType="num">
                                      <p:cBhvr>
                                        <p:cTn id="204" dur="500" fill="hold">
                                          <p:stCondLst>
                                            <p:cond delay="0"/>
                                          </p:stCondLst>
                                        </p:cTn>
                                        <p:tgtEl>
                                          <p:spTgt spid="18"/>
                                        </p:tgtEl>
                                        <p:attrNameLst>
                                          <p:attrName>ppt_x</p:attrName>
                                        </p:attrNameLst>
                                      </p:cBhvr>
                                      <p:tavLst>
                                        <p:tav tm="0">
                                          <p:val>
                                            <p:strVal val="ppt_x"/>
                                          </p:val>
                                        </p:tav>
                                        <p:tav tm="100000">
                                          <p:val>
                                            <p:strVal val="#ppt_x+0"/>
                                          </p:val>
                                        </p:tav>
                                      </p:tavLst>
                                    </p:anim>
                                    <p:anim to="" calcmode="lin" valueType="num">
                                      <p:cBhvr>
                                        <p:cTn id="205" dur="500" fill="hold">
                                          <p:stCondLst>
                                            <p:cond delay="0"/>
                                          </p:stCondLst>
                                        </p:cTn>
                                        <p:tgtEl>
                                          <p:spTgt spid="18"/>
                                        </p:tgtEl>
                                        <p:attrNameLst>
                                          <p:attrName>ppt_y</p:attrName>
                                        </p:attrNameLst>
                                      </p:cBhvr>
                                      <p:tavLst>
                                        <p:tav tm="0">
                                          <p:val>
                                            <p:strVal val="ppt_y"/>
                                          </p:val>
                                        </p:tav>
                                        <p:tav tm="100000">
                                          <p:val>
                                            <p:strVal val="#ppt_y+0"/>
                                          </p:val>
                                        </p:tav>
                                      </p:tavLst>
                                    </p:anim>
                                    <p:anim to="" calcmode="lin" valueType="num">
                                      <p:cBhvr>
                                        <p:cTn id="206" dur="500" fill="hold">
                                          <p:stCondLst>
                                            <p:cond delay="0"/>
                                          </p:stCondLst>
                                        </p:cTn>
                                        <p:tgtEl>
                                          <p:spTgt spid="18"/>
                                        </p:tgtEl>
                                        <p:attrNameLst>
                                          <p:attrName>ppt_w</p:attrName>
                                        </p:attrNameLst>
                                      </p:cBhvr>
                                      <p:tavLst>
                                        <p:tav tm="0">
                                          <p:val>
                                            <p:strVal val="ppt_w"/>
                                          </p:val>
                                        </p:tav>
                                        <p:tav tm="100000">
                                          <p:val>
                                            <p:strVal val="#ppt_w"/>
                                          </p:val>
                                        </p:tav>
                                      </p:tavLst>
                                    </p:anim>
                                    <p:anim to="" calcmode="lin" valueType="num">
                                      <p:cBhvr>
                                        <p:cTn id="207" dur="500" fill="hold">
                                          <p:stCondLst>
                                            <p:cond delay="0"/>
                                          </p:stCondLst>
                                        </p:cTn>
                                        <p:tgtEl>
                                          <p:spTgt spid="18"/>
                                        </p:tgtEl>
                                        <p:attrNameLst>
                                          <p:attrName>ppt_h</p:attrName>
                                        </p:attrNameLst>
                                      </p:cBhvr>
                                      <p:tavLst>
                                        <p:tav tm="0">
                                          <p:val>
                                            <p:strVal val="ppt_h"/>
                                          </p:val>
                                        </p:tav>
                                        <p:tav tm="100000">
                                          <p:val>
                                            <p:strVal val="#ppt_h"/>
                                          </p:val>
                                        </p:tav>
                                      </p:tavLst>
                                    </p:anim>
                                  </p:childTnLst>
                                </p:cTn>
                              </p:par>
                              <p:par>
                                <p:cTn id="208" presetID="35" presetClass="path" presetSubtype="0" accel="50000" decel="50000" fill="hold" grpId="2" nodeType="withEffect">
                                  <p:stCondLst>
                                    <p:cond delay="0"/>
                                  </p:stCondLst>
                                  <p:childTnLst>
                                    <p:anim to="" calcmode="lin" valueType="num">
                                      <p:cBhvr>
                                        <p:cTn id="209" dur="500" fill="hold">
                                          <p:stCondLst>
                                            <p:cond delay="0"/>
                                          </p:stCondLst>
                                        </p:cTn>
                                        <p:tgtEl>
                                          <p:spTgt spid="19"/>
                                        </p:tgtEl>
                                        <p:attrNameLst>
                                          <p:attrName>ppt_x</p:attrName>
                                        </p:attrNameLst>
                                      </p:cBhvr>
                                      <p:tavLst>
                                        <p:tav tm="0">
                                          <p:val>
                                            <p:strVal val="ppt_x"/>
                                          </p:val>
                                        </p:tav>
                                        <p:tav tm="100000">
                                          <p:val>
                                            <p:strVal val="#ppt_x+0"/>
                                          </p:val>
                                        </p:tav>
                                      </p:tavLst>
                                    </p:anim>
                                    <p:anim to="" calcmode="lin" valueType="num">
                                      <p:cBhvr>
                                        <p:cTn id="210" dur="500" fill="hold">
                                          <p:stCondLst>
                                            <p:cond delay="0"/>
                                          </p:stCondLst>
                                        </p:cTn>
                                        <p:tgtEl>
                                          <p:spTgt spid="19"/>
                                        </p:tgtEl>
                                        <p:attrNameLst>
                                          <p:attrName>ppt_y</p:attrName>
                                        </p:attrNameLst>
                                      </p:cBhvr>
                                      <p:tavLst>
                                        <p:tav tm="0">
                                          <p:val>
                                            <p:strVal val="ppt_y"/>
                                          </p:val>
                                        </p:tav>
                                        <p:tav tm="100000">
                                          <p:val>
                                            <p:strVal val="#ppt_y+0"/>
                                          </p:val>
                                        </p:tav>
                                      </p:tavLst>
                                    </p:anim>
                                    <p:anim to="" calcmode="lin" valueType="num">
                                      <p:cBhvr>
                                        <p:cTn id="211" dur="500" fill="hold">
                                          <p:stCondLst>
                                            <p:cond delay="0"/>
                                          </p:stCondLst>
                                        </p:cTn>
                                        <p:tgtEl>
                                          <p:spTgt spid="19"/>
                                        </p:tgtEl>
                                        <p:attrNameLst>
                                          <p:attrName>ppt_w</p:attrName>
                                        </p:attrNameLst>
                                      </p:cBhvr>
                                      <p:tavLst>
                                        <p:tav tm="0">
                                          <p:val>
                                            <p:strVal val="ppt_w"/>
                                          </p:val>
                                        </p:tav>
                                        <p:tav tm="100000">
                                          <p:val>
                                            <p:strVal val="#ppt_w"/>
                                          </p:val>
                                        </p:tav>
                                      </p:tavLst>
                                    </p:anim>
                                    <p:anim to="" calcmode="lin" valueType="num">
                                      <p:cBhvr>
                                        <p:cTn id="212" dur="500" fill="hold">
                                          <p:stCondLst>
                                            <p:cond delay="0"/>
                                          </p:stCondLst>
                                        </p:cTn>
                                        <p:tgtEl>
                                          <p:spTgt spid="19"/>
                                        </p:tgtEl>
                                        <p:attrNameLst>
                                          <p:attrName>ppt_h</p:attrName>
                                        </p:attrNameLst>
                                      </p:cBhvr>
                                      <p:tavLst>
                                        <p:tav tm="0">
                                          <p:val>
                                            <p:strVal val="ppt_h"/>
                                          </p:val>
                                        </p:tav>
                                        <p:tav tm="100000">
                                          <p:val>
                                            <p:strVal val="#ppt_h"/>
                                          </p:val>
                                        </p:tav>
                                      </p:tavLst>
                                    </p:anim>
                                  </p:childTnLst>
                                </p:cTn>
                              </p:par>
                              <p:par>
                                <p:cTn id="213" presetID="35" presetClass="path" presetSubtype="0" accel="50000" decel="50000" fill="hold" grpId="2" nodeType="withEffect">
                                  <p:stCondLst>
                                    <p:cond delay="0"/>
                                  </p:stCondLst>
                                  <p:childTnLst>
                                    <p:anim to="" calcmode="lin" valueType="num">
                                      <p:cBhvr>
                                        <p:cTn id="214" dur="500" fill="hold">
                                          <p:stCondLst>
                                            <p:cond delay="0"/>
                                          </p:stCondLst>
                                        </p:cTn>
                                        <p:tgtEl>
                                          <p:spTgt spid="20"/>
                                        </p:tgtEl>
                                        <p:attrNameLst>
                                          <p:attrName>ppt_x</p:attrName>
                                        </p:attrNameLst>
                                      </p:cBhvr>
                                      <p:tavLst>
                                        <p:tav tm="0">
                                          <p:val>
                                            <p:strVal val="ppt_x"/>
                                          </p:val>
                                        </p:tav>
                                        <p:tav tm="100000">
                                          <p:val>
                                            <p:strVal val="#ppt_x+0"/>
                                          </p:val>
                                        </p:tav>
                                      </p:tavLst>
                                    </p:anim>
                                    <p:anim to="" calcmode="lin" valueType="num">
                                      <p:cBhvr>
                                        <p:cTn id="215" dur="500" fill="hold">
                                          <p:stCondLst>
                                            <p:cond delay="0"/>
                                          </p:stCondLst>
                                        </p:cTn>
                                        <p:tgtEl>
                                          <p:spTgt spid="20"/>
                                        </p:tgtEl>
                                        <p:attrNameLst>
                                          <p:attrName>ppt_y</p:attrName>
                                        </p:attrNameLst>
                                      </p:cBhvr>
                                      <p:tavLst>
                                        <p:tav tm="0">
                                          <p:val>
                                            <p:strVal val="ppt_y"/>
                                          </p:val>
                                        </p:tav>
                                        <p:tav tm="100000">
                                          <p:val>
                                            <p:strVal val="#ppt_y+0"/>
                                          </p:val>
                                        </p:tav>
                                      </p:tavLst>
                                    </p:anim>
                                    <p:anim to="" calcmode="lin" valueType="num">
                                      <p:cBhvr>
                                        <p:cTn id="216" dur="500" fill="hold">
                                          <p:stCondLst>
                                            <p:cond delay="0"/>
                                          </p:stCondLst>
                                        </p:cTn>
                                        <p:tgtEl>
                                          <p:spTgt spid="20"/>
                                        </p:tgtEl>
                                        <p:attrNameLst>
                                          <p:attrName>ppt_w</p:attrName>
                                        </p:attrNameLst>
                                      </p:cBhvr>
                                      <p:tavLst>
                                        <p:tav tm="0">
                                          <p:val>
                                            <p:strVal val="ppt_w"/>
                                          </p:val>
                                        </p:tav>
                                        <p:tav tm="100000">
                                          <p:val>
                                            <p:strVal val="#ppt_w"/>
                                          </p:val>
                                        </p:tav>
                                      </p:tavLst>
                                    </p:anim>
                                    <p:anim to="" calcmode="lin" valueType="num">
                                      <p:cBhvr>
                                        <p:cTn id="217" dur="500" fill="hold">
                                          <p:stCondLst>
                                            <p:cond delay="0"/>
                                          </p:stCondLst>
                                        </p:cTn>
                                        <p:tgtEl>
                                          <p:spTgt spid="20"/>
                                        </p:tgtEl>
                                        <p:attrNameLst>
                                          <p:attrName>ppt_h</p:attrName>
                                        </p:attrNameLst>
                                      </p:cBhvr>
                                      <p:tavLst>
                                        <p:tav tm="0">
                                          <p:val>
                                            <p:strVal val="ppt_h"/>
                                          </p:val>
                                        </p:tav>
                                        <p:tav tm="100000">
                                          <p:val>
                                            <p:strVal val="#ppt_h"/>
                                          </p:val>
                                        </p:tav>
                                      </p:tavLst>
                                    </p:anim>
                                  </p:childTnLst>
                                </p:cTn>
                              </p:par>
                              <p:par>
                                <p:cTn id="218" presetID="35" presetClass="path" presetSubtype="0" accel="50000" decel="50000" fill="hold" grpId="1" nodeType="withEffect">
                                  <p:stCondLst>
                                    <p:cond delay="0"/>
                                  </p:stCondLst>
                                  <p:childTnLst>
                                    <p:anim to="" calcmode="lin" valueType="num">
                                      <p:cBhvr>
                                        <p:cTn id="219"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220"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221"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222"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223" presetID="35" presetClass="path" presetSubtype="0" accel="50000" decel="50000" fill="hold" grpId="1" nodeType="withEffect">
                                  <p:stCondLst>
                                    <p:cond delay="0"/>
                                  </p:stCondLst>
                                  <p:childTnLst>
                                    <p:anim to="" calcmode="lin" valueType="num">
                                      <p:cBhvr>
                                        <p:cTn id="224" dur="500" fill="hold">
                                          <p:stCondLst>
                                            <p:cond delay="0"/>
                                          </p:stCondLst>
                                        </p:cTn>
                                        <p:tgtEl>
                                          <p:spTgt spid="11"/>
                                        </p:tgtEl>
                                        <p:attrNameLst>
                                          <p:attrName>ppt_x</p:attrName>
                                        </p:attrNameLst>
                                      </p:cBhvr>
                                      <p:tavLst>
                                        <p:tav tm="0">
                                          <p:val>
                                            <p:strVal val="ppt_x"/>
                                          </p:val>
                                        </p:tav>
                                        <p:tav tm="100000">
                                          <p:val>
                                            <p:strVal val="#ppt_x+0"/>
                                          </p:val>
                                        </p:tav>
                                      </p:tavLst>
                                    </p:anim>
                                    <p:anim to="" calcmode="lin" valueType="num">
                                      <p:cBhvr>
                                        <p:cTn id="225" dur="500" fill="hold">
                                          <p:stCondLst>
                                            <p:cond delay="0"/>
                                          </p:stCondLst>
                                        </p:cTn>
                                        <p:tgtEl>
                                          <p:spTgt spid="11"/>
                                        </p:tgtEl>
                                        <p:attrNameLst>
                                          <p:attrName>ppt_y</p:attrName>
                                        </p:attrNameLst>
                                      </p:cBhvr>
                                      <p:tavLst>
                                        <p:tav tm="0">
                                          <p:val>
                                            <p:strVal val="ppt_y"/>
                                          </p:val>
                                        </p:tav>
                                        <p:tav tm="100000">
                                          <p:val>
                                            <p:strVal val="#ppt_y+0"/>
                                          </p:val>
                                        </p:tav>
                                      </p:tavLst>
                                    </p:anim>
                                    <p:anim to="" calcmode="lin" valueType="num">
                                      <p:cBhvr>
                                        <p:cTn id="226"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227"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228" presetID="35" presetClass="path" presetSubtype="0" accel="50000" decel="50000" fill="hold" grpId="1" nodeType="withEffect">
                                  <p:stCondLst>
                                    <p:cond delay="0"/>
                                  </p:stCondLst>
                                  <p:childTnLst>
                                    <p:anim to="" calcmode="lin" valueType="num">
                                      <p:cBhvr>
                                        <p:cTn id="229" dur="500" fill="hold">
                                          <p:stCondLst>
                                            <p:cond delay="0"/>
                                          </p:stCondLst>
                                        </p:cTn>
                                        <p:tgtEl>
                                          <p:spTgt spid="12"/>
                                        </p:tgtEl>
                                        <p:attrNameLst>
                                          <p:attrName>ppt_x</p:attrName>
                                        </p:attrNameLst>
                                      </p:cBhvr>
                                      <p:tavLst>
                                        <p:tav tm="0">
                                          <p:val>
                                            <p:strVal val="ppt_x"/>
                                          </p:val>
                                        </p:tav>
                                        <p:tav tm="100000">
                                          <p:val>
                                            <p:strVal val="#ppt_x+0"/>
                                          </p:val>
                                        </p:tav>
                                      </p:tavLst>
                                    </p:anim>
                                    <p:anim to="" calcmode="lin" valueType="num">
                                      <p:cBhvr>
                                        <p:cTn id="230" dur="500" fill="hold">
                                          <p:stCondLst>
                                            <p:cond delay="0"/>
                                          </p:stCondLst>
                                        </p:cTn>
                                        <p:tgtEl>
                                          <p:spTgt spid="12"/>
                                        </p:tgtEl>
                                        <p:attrNameLst>
                                          <p:attrName>ppt_y</p:attrName>
                                        </p:attrNameLst>
                                      </p:cBhvr>
                                      <p:tavLst>
                                        <p:tav tm="0">
                                          <p:val>
                                            <p:strVal val="ppt_y"/>
                                          </p:val>
                                        </p:tav>
                                        <p:tav tm="100000">
                                          <p:val>
                                            <p:strVal val="#ppt_y+0"/>
                                          </p:val>
                                        </p:tav>
                                      </p:tavLst>
                                    </p:anim>
                                    <p:anim to="" calcmode="lin" valueType="num">
                                      <p:cBhvr>
                                        <p:cTn id="231" dur="500" fill="hold">
                                          <p:stCondLst>
                                            <p:cond delay="0"/>
                                          </p:stCondLst>
                                        </p:cTn>
                                        <p:tgtEl>
                                          <p:spTgt spid="12"/>
                                        </p:tgtEl>
                                        <p:attrNameLst>
                                          <p:attrName>ppt_w</p:attrName>
                                        </p:attrNameLst>
                                      </p:cBhvr>
                                      <p:tavLst>
                                        <p:tav tm="0">
                                          <p:val>
                                            <p:strVal val="ppt_w"/>
                                          </p:val>
                                        </p:tav>
                                        <p:tav tm="100000">
                                          <p:val>
                                            <p:strVal val="#ppt_w"/>
                                          </p:val>
                                        </p:tav>
                                      </p:tavLst>
                                    </p:anim>
                                    <p:anim to="" calcmode="lin" valueType="num">
                                      <p:cBhvr>
                                        <p:cTn id="232" dur="500" fill="hold">
                                          <p:stCondLst>
                                            <p:cond delay="0"/>
                                          </p:stCondLst>
                                        </p:cTn>
                                        <p:tgtEl>
                                          <p:spTgt spid="12"/>
                                        </p:tgtEl>
                                        <p:attrNameLst>
                                          <p:attrName>ppt_h</p:attrName>
                                        </p:attrNameLst>
                                      </p:cBhvr>
                                      <p:tavLst>
                                        <p:tav tm="0">
                                          <p:val>
                                            <p:strVal val="ppt_h"/>
                                          </p:val>
                                        </p:tav>
                                        <p:tav tm="100000">
                                          <p:val>
                                            <p:strVal val="#ppt_h"/>
                                          </p:val>
                                        </p:tav>
                                      </p:tavLst>
                                    </p:anim>
                                  </p:childTnLst>
                                </p:cTn>
                              </p:par>
                              <p:par>
                                <p:cTn id="233" presetID="35" presetClass="path" presetSubtype="0" accel="50000" decel="50000" fill="hold" grpId="1" nodeType="withEffect">
                                  <p:stCondLst>
                                    <p:cond delay="0"/>
                                  </p:stCondLst>
                                  <p:childTnLst>
                                    <p:anim to="" calcmode="lin" valueType="num">
                                      <p:cBhvr>
                                        <p:cTn id="234" dur="500" fill="hold">
                                          <p:stCondLst>
                                            <p:cond delay="0"/>
                                          </p:stCondLst>
                                        </p:cTn>
                                        <p:tgtEl>
                                          <p:spTgt spid="30"/>
                                        </p:tgtEl>
                                        <p:attrNameLst>
                                          <p:attrName>ppt_x</p:attrName>
                                        </p:attrNameLst>
                                      </p:cBhvr>
                                      <p:tavLst>
                                        <p:tav tm="0">
                                          <p:val>
                                            <p:strVal val="ppt_x"/>
                                          </p:val>
                                        </p:tav>
                                        <p:tav tm="100000">
                                          <p:val>
                                            <p:strVal val="#ppt_x+7.947286E-09"/>
                                          </p:val>
                                        </p:tav>
                                      </p:tavLst>
                                    </p:anim>
                                    <p:anim to="" calcmode="lin" valueType="num">
                                      <p:cBhvr>
                                        <p:cTn id="235" dur="500" fill="hold">
                                          <p:stCondLst>
                                            <p:cond delay="0"/>
                                          </p:stCondLst>
                                        </p:cTn>
                                        <p:tgtEl>
                                          <p:spTgt spid="30"/>
                                        </p:tgtEl>
                                        <p:attrNameLst>
                                          <p:attrName>ppt_y</p:attrName>
                                        </p:attrNameLst>
                                      </p:cBhvr>
                                      <p:tavLst>
                                        <p:tav tm="0">
                                          <p:val>
                                            <p:strVal val="ppt_y"/>
                                          </p:val>
                                        </p:tav>
                                        <p:tav tm="100000">
                                          <p:val>
                                            <p:strVal val="#ppt_y+0"/>
                                          </p:val>
                                        </p:tav>
                                      </p:tavLst>
                                    </p:anim>
                                    <p:anim to="" calcmode="lin" valueType="num">
                                      <p:cBhvr>
                                        <p:cTn id="236" dur="500" fill="hold">
                                          <p:stCondLst>
                                            <p:cond delay="0"/>
                                          </p:stCondLst>
                                        </p:cTn>
                                        <p:tgtEl>
                                          <p:spTgt spid="30"/>
                                        </p:tgtEl>
                                        <p:attrNameLst>
                                          <p:attrName>ppt_w</p:attrName>
                                        </p:attrNameLst>
                                      </p:cBhvr>
                                      <p:tavLst>
                                        <p:tav tm="0">
                                          <p:val>
                                            <p:strVal val="ppt_w"/>
                                          </p:val>
                                        </p:tav>
                                        <p:tav tm="100000">
                                          <p:val>
                                            <p:strVal val="#ppt_w"/>
                                          </p:val>
                                        </p:tav>
                                      </p:tavLst>
                                    </p:anim>
                                    <p:anim to="" calcmode="lin" valueType="num">
                                      <p:cBhvr>
                                        <p:cTn id="237" dur="500" fill="hold">
                                          <p:stCondLst>
                                            <p:cond delay="0"/>
                                          </p:stCondLst>
                                        </p:cTn>
                                        <p:tgtEl>
                                          <p:spTgt spid="30"/>
                                        </p:tgtEl>
                                        <p:attrNameLst>
                                          <p:attrName>ppt_h</p:attrName>
                                        </p:attrNameLst>
                                      </p:cBhvr>
                                      <p:tavLst>
                                        <p:tav tm="0">
                                          <p:val>
                                            <p:strVal val="ppt_h"/>
                                          </p:val>
                                        </p:tav>
                                        <p:tav tm="100000">
                                          <p:val>
                                            <p:strVal val="#ppt_h"/>
                                          </p:val>
                                        </p:tav>
                                      </p:tavLst>
                                    </p:anim>
                                  </p:childTnLst>
                                </p:cTn>
                              </p:par>
                              <p:par>
                                <p:cTn id="238" presetID="35" presetClass="path" presetSubtype="0" accel="50000" decel="50000" fill="hold" grpId="1" nodeType="withEffect">
                                  <p:stCondLst>
                                    <p:cond delay="0"/>
                                  </p:stCondLst>
                                  <p:childTnLst>
                                    <p:anim to="" calcmode="lin" valueType="num">
                                      <p:cBhvr>
                                        <p:cTn id="239" dur="500" fill="hold">
                                          <p:stCondLst>
                                            <p:cond delay="0"/>
                                          </p:stCondLst>
                                        </p:cTn>
                                        <p:tgtEl>
                                          <p:spTgt spid="22"/>
                                        </p:tgtEl>
                                        <p:attrNameLst>
                                          <p:attrName>ppt_x</p:attrName>
                                        </p:attrNameLst>
                                      </p:cBhvr>
                                      <p:tavLst>
                                        <p:tav tm="0">
                                          <p:val>
                                            <p:strVal val="ppt_x"/>
                                          </p:val>
                                        </p:tav>
                                        <p:tav tm="100000">
                                          <p:val>
                                            <p:strVal val="#ppt_x+0"/>
                                          </p:val>
                                        </p:tav>
                                      </p:tavLst>
                                    </p:anim>
                                    <p:anim to="" calcmode="lin" valueType="num">
                                      <p:cBhvr>
                                        <p:cTn id="240" dur="500" fill="hold">
                                          <p:stCondLst>
                                            <p:cond delay="0"/>
                                          </p:stCondLst>
                                        </p:cTn>
                                        <p:tgtEl>
                                          <p:spTgt spid="22"/>
                                        </p:tgtEl>
                                        <p:attrNameLst>
                                          <p:attrName>ppt_y</p:attrName>
                                        </p:attrNameLst>
                                      </p:cBhvr>
                                      <p:tavLst>
                                        <p:tav tm="0">
                                          <p:val>
                                            <p:strVal val="ppt_y"/>
                                          </p:val>
                                        </p:tav>
                                        <p:tav tm="100000">
                                          <p:val>
                                            <p:strVal val="#ppt_y+0"/>
                                          </p:val>
                                        </p:tav>
                                      </p:tavLst>
                                    </p:anim>
                                    <p:anim to="" calcmode="lin" valueType="num">
                                      <p:cBhvr>
                                        <p:cTn id="241" dur="500" fill="hold">
                                          <p:stCondLst>
                                            <p:cond delay="0"/>
                                          </p:stCondLst>
                                        </p:cTn>
                                        <p:tgtEl>
                                          <p:spTgt spid="22"/>
                                        </p:tgtEl>
                                        <p:attrNameLst>
                                          <p:attrName>ppt_w</p:attrName>
                                        </p:attrNameLst>
                                      </p:cBhvr>
                                      <p:tavLst>
                                        <p:tav tm="0">
                                          <p:val>
                                            <p:strVal val="ppt_w"/>
                                          </p:val>
                                        </p:tav>
                                        <p:tav tm="100000">
                                          <p:val>
                                            <p:strVal val="#ppt_w"/>
                                          </p:val>
                                        </p:tav>
                                      </p:tavLst>
                                    </p:anim>
                                    <p:anim to="" calcmode="lin" valueType="num">
                                      <p:cBhvr>
                                        <p:cTn id="242" dur="500" fill="hold">
                                          <p:stCondLst>
                                            <p:cond delay="0"/>
                                          </p:stCondLst>
                                        </p:cTn>
                                        <p:tgtEl>
                                          <p:spTgt spid="22"/>
                                        </p:tgtEl>
                                        <p:attrNameLst>
                                          <p:attrName>ppt_h</p:attrName>
                                        </p:attrNameLst>
                                      </p:cBhvr>
                                      <p:tavLst>
                                        <p:tav tm="0">
                                          <p:val>
                                            <p:strVal val="ppt_h"/>
                                          </p:val>
                                        </p:tav>
                                        <p:tav tm="100000">
                                          <p:val>
                                            <p:strVal val="#ppt_h"/>
                                          </p:val>
                                        </p:tav>
                                      </p:tavLst>
                                    </p:anim>
                                  </p:childTnLst>
                                </p:cTn>
                              </p:par>
                              <p:par>
                                <p:cTn id="243" presetID="35" presetClass="path" presetSubtype="0" accel="50000" decel="50000" fill="hold" grpId="1" nodeType="withEffect">
                                  <p:stCondLst>
                                    <p:cond delay="0"/>
                                  </p:stCondLst>
                                  <p:childTnLst>
                                    <p:anim to="" calcmode="lin" valueType="num">
                                      <p:cBhvr>
                                        <p:cTn id="244" dur="500" fill="hold">
                                          <p:stCondLst>
                                            <p:cond delay="0"/>
                                          </p:stCondLst>
                                        </p:cTn>
                                        <p:tgtEl>
                                          <p:spTgt spid="23"/>
                                        </p:tgtEl>
                                        <p:attrNameLst>
                                          <p:attrName>ppt_x</p:attrName>
                                        </p:attrNameLst>
                                      </p:cBhvr>
                                      <p:tavLst>
                                        <p:tav tm="0">
                                          <p:val>
                                            <p:strVal val="ppt_x"/>
                                          </p:val>
                                        </p:tav>
                                        <p:tav tm="100000">
                                          <p:val>
                                            <p:strVal val="#ppt_x+0"/>
                                          </p:val>
                                        </p:tav>
                                      </p:tavLst>
                                    </p:anim>
                                    <p:anim to="" calcmode="lin" valueType="num">
                                      <p:cBhvr>
                                        <p:cTn id="245" dur="500" fill="hold">
                                          <p:stCondLst>
                                            <p:cond delay="0"/>
                                          </p:stCondLst>
                                        </p:cTn>
                                        <p:tgtEl>
                                          <p:spTgt spid="23"/>
                                        </p:tgtEl>
                                        <p:attrNameLst>
                                          <p:attrName>ppt_y</p:attrName>
                                        </p:attrNameLst>
                                      </p:cBhvr>
                                      <p:tavLst>
                                        <p:tav tm="0">
                                          <p:val>
                                            <p:strVal val="ppt_y"/>
                                          </p:val>
                                        </p:tav>
                                        <p:tav tm="100000">
                                          <p:val>
                                            <p:strVal val="#ppt_y+0"/>
                                          </p:val>
                                        </p:tav>
                                      </p:tavLst>
                                    </p:anim>
                                    <p:anim to="" calcmode="lin" valueType="num">
                                      <p:cBhvr>
                                        <p:cTn id="246" dur="500" fill="hold">
                                          <p:stCondLst>
                                            <p:cond delay="0"/>
                                          </p:stCondLst>
                                        </p:cTn>
                                        <p:tgtEl>
                                          <p:spTgt spid="23"/>
                                        </p:tgtEl>
                                        <p:attrNameLst>
                                          <p:attrName>ppt_w</p:attrName>
                                        </p:attrNameLst>
                                      </p:cBhvr>
                                      <p:tavLst>
                                        <p:tav tm="0">
                                          <p:val>
                                            <p:strVal val="ppt_w"/>
                                          </p:val>
                                        </p:tav>
                                        <p:tav tm="100000">
                                          <p:val>
                                            <p:strVal val="#ppt_w"/>
                                          </p:val>
                                        </p:tav>
                                      </p:tavLst>
                                    </p:anim>
                                    <p:anim to="" calcmode="lin" valueType="num">
                                      <p:cBhvr>
                                        <p:cTn id="247" dur="500" fill="hold">
                                          <p:stCondLst>
                                            <p:cond delay="0"/>
                                          </p:stCondLst>
                                        </p:cTn>
                                        <p:tgtEl>
                                          <p:spTgt spid="23"/>
                                        </p:tgtEl>
                                        <p:attrNameLst>
                                          <p:attrName>ppt_h</p:attrName>
                                        </p:attrNameLst>
                                      </p:cBhvr>
                                      <p:tavLst>
                                        <p:tav tm="0">
                                          <p:val>
                                            <p:strVal val="ppt_h"/>
                                          </p:val>
                                        </p:tav>
                                        <p:tav tm="100000">
                                          <p:val>
                                            <p:strVal val="#ppt_h"/>
                                          </p:val>
                                        </p:tav>
                                      </p:tavLst>
                                    </p:anim>
                                  </p:childTnLst>
                                </p:cTn>
                              </p:par>
                              <p:par>
                                <p:cTn id="248" presetID="35" presetClass="path" presetSubtype="0" accel="50000" decel="50000" fill="hold" grpId="1" nodeType="withEffect">
                                  <p:stCondLst>
                                    <p:cond delay="0"/>
                                  </p:stCondLst>
                                  <p:childTnLst>
                                    <p:anim to="" calcmode="lin" valueType="num">
                                      <p:cBhvr>
                                        <p:cTn id="249" dur="500" fill="hold">
                                          <p:stCondLst>
                                            <p:cond delay="0"/>
                                          </p:stCondLst>
                                        </p:cTn>
                                        <p:tgtEl>
                                          <p:spTgt spid="24"/>
                                        </p:tgtEl>
                                        <p:attrNameLst>
                                          <p:attrName>ppt_x</p:attrName>
                                        </p:attrNameLst>
                                      </p:cBhvr>
                                      <p:tavLst>
                                        <p:tav tm="0">
                                          <p:val>
                                            <p:strVal val="ppt_x"/>
                                          </p:val>
                                        </p:tav>
                                        <p:tav tm="100000">
                                          <p:val>
                                            <p:strVal val="#ppt_x+0"/>
                                          </p:val>
                                        </p:tav>
                                      </p:tavLst>
                                    </p:anim>
                                    <p:anim to="" calcmode="lin" valueType="num">
                                      <p:cBhvr>
                                        <p:cTn id="250" dur="500" fill="hold">
                                          <p:stCondLst>
                                            <p:cond delay="0"/>
                                          </p:stCondLst>
                                        </p:cTn>
                                        <p:tgtEl>
                                          <p:spTgt spid="24"/>
                                        </p:tgtEl>
                                        <p:attrNameLst>
                                          <p:attrName>ppt_y</p:attrName>
                                        </p:attrNameLst>
                                      </p:cBhvr>
                                      <p:tavLst>
                                        <p:tav tm="0">
                                          <p:val>
                                            <p:strVal val="ppt_y"/>
                                          </p:val>
                                        </p:tav>
                                        <p:tav tm="100000">
                                          <p:val>
                                            <p:strVal val="#ppt_y+0"/>
                                          </p:val>
                                        </p:tav>
                                      </p:tavLst>
                                    </p:anim>
                                    <p:anim to="" calcmode="lin" valueType="num">
                                      <p:cBhvr>
                                        <p:cTn id="251" dur="500" fill="hold">
                                          <p:stCondLst>
                                            <p:cond delay="0"/>
                                          </p:stCondLst>
                                        </p:cTn>
                                        <p:tgtEl>
                                          <p:spTgt spid="24"/>
                                        </p:tgtEl>
                                        <p:attrNameLst>
                                          <p:attrName>ppt_w</p:attrName>
                                        </p:attrNameLst>
                                      </p:cBhvr>
                                      <p:tavLst>
                                        <p:tav tm="0">
                                          <p:val>
                                            <p:strVal val="ppt_w"/>
                                          </p:val>
                                        </p:tav>
                                        <p:tav tm="100000">
                                          <p:val>
                                            <p:strVal val="#ppt_w"/>
                                          </p:val>
                                        </p:tav>
                                      </p:tavLst>
                                    </p:anim>
                                    <p:anim to="" calcmode="lin" valueType="num">
                                      <p:cBhvr>
                                        <p:cTn id="252" dur="500" fill="hold">
                                          <p:stCondLst>
                                            <p:cond delay="0"/>
                                          </p:stCondLst>
                                        </p:cTn>
                                        <p:tgtEl>
                                          <p:spTgt spid="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7" grpId="2"/>
      <p:bldP spid="8" grpId="0"/>
      <p:bldP spid="8" grpId="1"/>
      <p:bldP spid="8" grpId="2"/>
      <p:bldP spid="9" grpId="0"/>
      <p:bldP spid="9" grpId="1"/>
      <p:bldP spid="9" grpId="2"/>
      <p:bldP spid="10" grpId="0"/>
      <p:bldP spid="10" grpId="1"/>
      <p:bldP spid="11" grpId="0"/>
      <p:bldP spid="11" grpId="1"/>
      <p:bldP spid="12" grpId="0"/>
      <p:bldP spid="12" grpId="1"/>
      <p:bldP spid="13" grpId="0"/>
      <p:bldP spid="14" grpId="0"/>
      <p:bldP spid="15" grpId="0"/>
      <p:bldP spid="4" grpId="0" animBg="1"/>
      <p:bldP spid="30" grpId="0" animBg="1"/>
      <p:bldP spid="30" grpId="1" animBg="1"/>
      <p:bldP spid="18" grpId="0" animBg="1"/>
      <p:bldP spid="18" grpId="1" animBg="1"/>
      <p:bldP spid="18" grpId="2" animBg="1"/>
      <p:bldP spid="19" grpId="0" animBg="1"/>
      <p:bldP spid="19" grpId="1" animBg="1"/>
      <p:bldP spid="19" grpId="2" animBg="1"/>
      <p:bldP spid="20" grpId="0" animBg="1"/>
      <p:bldP spid="20" grpId="1" animBg="1"/>
      <p:bldP spid="20" grpId="2" animBg="1"/>
      <p:bldP spid="22" grpId="0" animBg="1"/>
      <p:bldP spid="22" grpId="1" animBg="1"/>
      <p:bldP spid="23" grpId="0" animBg="1"/>
      <p:bldP spid="23" grpId="1" animBg="1"/>
      <p:bldP spid="24" grpId="0" animBg="1"/>
      <p:bldP spid="24" grpId="1" animBg="1"/>
      <p:bldP spid="26" grpId="0" animBg="1"/>
      <p:bldP spid="27"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矩形: 圆角 135"/>
          <p:cNvSpPr/>
          <p:nvPr>
            <p:custDataLst>
              <p:tags r:id="rId3"/>
            </p:custDataLst>
          </p:nvPr>
        </p:nvSpPr>
        <p:spPr>
          <a:xfrm>
            <a:off x="611111" y="1379247"/>
            <a:ext cx="10969778" cy="4841587"/>
          </a:xfrm>
          <a:prstGeom prst="roundRect">
            <a:avLst>
              <a:gd name="adj" fmla="val 2135"/>
            </a:avLst>
          </a:prstGeom>
          <a:solidFill>
            <a:schemeClr val="bg1"/>
          </a:solidFill>
          <a:ln w="25400">
            <a:gradFill flip="none" rotWithShape="1">
              <a:gsLst>
                <a:gs pos="0">
                  <a:schemeClr val="accent1">
                    <a:alpha val="0"/>
                  </a:schemeClr>
                </a:gs>
                <a:gs pos="81000">
                  <a:schemeClr val="accent1"/>
                </a:gs>
              </a:gsLst>
              <a:lin ang="16200000" scaled="1"/>
              <a:tileRect/>
            </a:gradFill>
          </a:ln>
          <a:effectLst>
            <a:outerShdw blurRad="114300" dist="50800" dir="4200000" algn="t" rotWithShape="0">
              <a:schemeClr val="accent1">
                <a:alpha val="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custDataLst>
              <p:tags r:id="rId4"/>
            </p:custDataLst>
          </p:nvPr>
        </p:nvGrpSpPr>
        <p:grpSpPr>
          <a:xfrm flipH="1">
            <a:off x="11157558" y="889289"/>
            <a:ext cx="399714" cy="155489"/>
            <a:chOff x="5656049" y="3127606"/>
            <a:chExt cx="240897" cy="93709"/>
          </a:xfrm>
        </p:grpSpPr>
        <p:sp>
          <p:nvSpPr>
            <p:cNvPr id="4" name="3"/>
            <p:cNvSpPr/>
            <p:nvPr>
              <p:custDataLst>
                <p:tags r:id="rId9"/>
              </p:custDataLst>
            </p:nvPr>
          </p:nvSpPr>
          <p:spPr>
            <a:xfrm rot="13500000">
              <a:off x="5656049" y="3127606"/>
              <a:ext cx="93709" cy="93709"/>
            </a:xfrm>
            <a:prstGeom prst="corner">
              <a:avLst>
                <a:gd name="adj1" fmla="val 23297"/>
                <a:gd name="adj2" fmla="val 22436"/>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23CB97">
                    <a:alpha val="34000"/>
                  </a:srgbClr>
                </a:solidFill>
                <a:effectLst/>
                <a:uLnTx/>
                <a:uFillTx/>
                <a:latin typeface="微软雅黑" panose="020B0503020204020204" pitchFamily="34" charset="-122"/>
                <a:ea typeface="微软雅黑" panose="020B0503020204020204" pitchFamily="34" charset="-122"/>
                <a:cs typeface="+mn-cs"/>
              </a:endParaRPr>
            </a:p>
          </p:txBody>
        </p:sp>
        <p:sp>
          <p:nvSpPr>
            <p:cNvPr id="6" name="2"/>
            <p:cNvSpPr/>
            <p:nvPr>
              <p:custDataLst>
                <p:tags r:id="rId10"/>
              </p:custDataLst>
            </p:nvPr>
          </p:nvSpPr>
          <p:spPr>
            <a:xfrm rot="13500000">
              <a:off x="5729643" y="3127606"/>
              <a:ext cx="93709" cy="93709"/>
            </a:xfrm>
            <a:prstGeom prst="corner">
              <a:avLst>
                <a:gd name="adj1" fmla="val 23297"/>
                <a:gd name="adj2" fmla="val 22436"/>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23CB97">
                    <a:alpha val="34000"/>
                  </a:srgbClr>
                </a:solidFill>
                <a:effectLst/>
                <a:uLnTx/>
                <a:uFillTx/>
                <a:latin typeface="微软雅黑" panose="020B0503020204020204" pitchFamily="34" charset="-122"/>
                <a:ea typeface="微软雅黑" panose="020B0503020204020204" pitchFamily="34" charset="-122"/>
                <a:cs typeface="+mn-cs"/>
              </a:endParaRPr>
            </a:p>
          </p:txBody>
        </p:sp>
        <p:sp>
          <p:nvSpPr>
            <p:cNvPr id="7" name="1"/>
            <p:cNvSpPr/>
            <p:nvPr>
              <p:custDataLst>
                <p:tags r:id="rId11"/>
              </p:custDataLst>
            </p:nvPr>
          </p:nvSpPr>
          <p:spPr>
            <a:xfrm rot="13500000">
              <a:off x="5803237" y="3127606"/>
              <a:ext cx="93709" cy="93709"/>
            </a:xfrm>
            <a:prstGeom prst="corner">
              <a:avLst>
                <a:gd name="adj1" fmla="val 23297"/>
                <a:gd name="adj2" fmla="val 22436"/>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23CB97">
                    <a:alpha val="34000"/>
                  </a:srgbClr>
                </a:solidFill>
                <a:effectLst/>
                <a:uLnTx/>
                <a:uFillTx/>
                <a:latin typeface="微软雅黑" panose="020B0503020204020204" pitchFamily="34" charset="-122"/>
                <a:ea typeface="微软雅黑" panose="020B0503020204020204" pitchFamily="34" charset="-122"/>
                <a:cs typeface="+mn-cs"/>
              </a:endParaRPr>
            </a:p>
          </p:txBody>
        </p:sp>
      </p:grpSp>
      <p:sp>
        <p:nvSpPr>
          <p:cNvPr id="8" name="Text1">
            <a:extLst>
              <a:ext uri="{FF2B5EF4-FFF2-40B4-BE49-F238E27FC236}">
                <a16:creationId xmlns:a16="http://schemas.microsoft.com/office/drawing/2014/main" id="{1988598F-9F4C-215E-676A-24C0AC813AFA}"/>
              </a:ext>
            </a:extLst>
          </p:cNvPr>
          <p:cNvSpPr txBox="1"/>
          <p:nvPr>
            <p:custDataLst>
              <p:tags r:id="rId5"/>
            </p:custDataLst>
          </p:nvPr>
        </p:nvSpPr>
        <p:spPr>
          <a:xfrm>
            <a:off x="922691" y="238391"/>
            <a:ext cx="11669372" cy="720348"/>
          </a:xfrm>
          <a:prstGeom prst="rect">
            <a:avLst/>
          </a:prstGeom>
          <a:noFill/>
        </p:spPr>
        <p:txBody>
          <a:bodyPr wrap="square" rtlCol="0" anchor="ctr" anchorCtr="0">
            <a:norm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大数据技术发展</a:t>
            </a:r>
            <a:endParaRPr lang="zh-CN" altLang="en-US" sz="32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sp>
        <p:nvSpPr>
          <p:cNvPr id="9" name="Text2">
            <a:extLst>
              <a:ext uri="{FF2B5EF4-FFF2-40B4-BE49-F238E27FC236}">
                <a16:creationId xmlns:a16="http://schemas.microsoft.com/office/drawing/2014/main" id="{E02CE1C7-0A02-528F-B963-EB293819AE5C}"/>
              </a:ext>
            </a:extLst>
          </p:cNvPr>
          <p:cNvSpPr/>
          <p:nvPr>
            <p:custDataLst>
              <p:tags r:id="rId6"/>
            </p:custDataLst>
          </p:nvPr>
        </p:nvSpPr>
        <p:spPr>
          <a:xfrm>
            <a:off x="920879" y="1736172"/>
            <a:ext cx="10310707" cy="4100748"/>
          </a:xfrm>
          <a:prstGeom prst="rect">
            <a:avLst/>
          </a:prstGeom>
          <a:ln>
            <a:noFill/>
          </a:ln>
        </p:spPr>
        <p:txBody>
          <a:bodyPr wrap="square" anchor="t" anchorCtr="0">
            <a:normAutofit/>
          </a:bodyPr>
          <a:lstStyle/>
          <a:p>
            <a:pPr marL="0" marR="0" lvl="0" algn="just" defTabSz="914400" rtl="0" eaLnBrk="1" fontAlgn="ctr" latinLnBrk="0" hangingPunct="1">
              <a:lnSpc>
                <a:spcPct val="130000"/>
              </a:lnSpc>
              <a:spcBef>
                <a:spcPts val="250"/>
              </a:spcBef>
              <a:spcAft>
                <a:spcPts val="250"/>
              </a:spcAft>
              <a:buClrTx/>
              <a:buSzTx/>
              <a:buFontTx/>
              <a:buNone/>
              <a:defRPr/>
            </a:pP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关键技术的演变</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从</a:t>
            </a:r>
            <a:r>
              <a:rPr kumimoji="0" lang="en-US" altLang="zh-CN"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Hadoop</a:t>
            </a: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到</a:t>
            </a:r>
            <a:r>
              <a:rPr kumimoji="0" lang="en-US" altLang="zh-CN"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Spark</a:t>
            </a: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，技术迭代快速，提升数据处理效率和实时能力。</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云计算与大数据融合</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大数据与云计算结合，提供了弹性计算和存储资源，降低了成本。</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实时大数据处理</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30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实时流处理技术发展，使大数据分析实现秒级响应，决策更加及时。</a:t>
            </a:r>
            <a:endParaRPr kumimoji="0" lang="zh-CN" altLang="en-US" sz="120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pic>
        <p:nvPicPr>
          <p:cNvPr id="5" name="Shape1">
            <a:extLst>
              <a:ext uri="{FF2B5EF4-FFF2-40B4-BE49-F238E27FC236}">
                <a16:creationId xmlns:a16="http://schemas.microsoft.com/office/drawing/2014/main" id="{0C71E288-A97B-C7B4-4EDA-2A4E3828A0C2}"/>
              </a:ext>
            </a:extLst>
          </p:cNvPr>
          <p:cNvPicPr>
            <a:picLocks/>
          </p:cNvPicPr>
          <p:nvPr>
            <p:custDataLst>
              <p:tags r:id="rId7"/>
            </p:custDataLst>
          </p:nvPr>
        </p:nvPicPr>
        <p:blipFill>
          <a:blip r:embed="rId14">
            <a:extLst>
              <a:ext uri="{96DAC541-7B7A-43D3-8B79-37D633B846F1}">
                <asvg:svgBlip xmlns:asvg="http://schemas.microsoft.com/office/drawing/2016/SVG/main" r:embed="rId15"/>
              </a:ext>
            </a:extLst>
          </a:blip>
          <a:stretch>
            <a:fillRect/>
          </a:stretch>
        </p:blipFill>
        <p:spPr>
          <a:xfrm>
            <a:off x="365415" y="373523"/>
            <a:ext cx="585216" cy="585216"/>
          </a:xfrm>
          <a:prstGeom prst="rect">
            <a:avLst/>
          </a:prstGeom>
        </p:spPr>
      </p:pic>
      <p:sp>
        <p:nvSpPr>
          <p:cNvPr id="10" name="Text1" hidden="1">
            <a:extLst>
              <a:ext uri="{FF2B5EF4-FFF2-40B4-BE49-F238E27FC236}">
                <a16:creationId xmlns:a16="http://schemas.microsoft.com/office/drawing/2014/main" id="{CEA35729-C9F0-8821-FB6A-F1813E2BE2B1}"/>
              </a:ext>
            </a:extLst>
          </p:cNvPr>
          <p:cNvSpPr txBox="1"/>
          <p:nvPr>
            <p:custDataLst>
              <p:tags r:id="rId8"/>
            </p:custDataLst>
          </p:nvPr>
        </p:nvSpPr>
        <p:spPr>
          <a:xfrm>
            <a:off x="1057312" y="7832348"/>
            <a:ext cx="11496384"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19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大数据在各领域的应用</a:t>
            </a:r>
            <a:endParaRPr lang="zh-CN" altLang="en-US" sz="19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custData r:id="rId1"/>
      <p:tags r:id="rId2"/>
    </p:custData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advClick="0">
        <p159:morph option="byChar"/>
      </p:transition>
    </mc:Choice>
    <mc:Fallback>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p:cTn id="7" dur="500" fill="hold"/>
                                        <p:tgtEl>
                                          <p:spTgt spid="136"/>
                                        </p:tgtEl>
                                        <p:attrNameLst>
                                          <p:attrName>ppt_w</p:attrName>
                                        </p:attrNameLst>
                                      </p:cBhvr>
                                      <p:tavLst>
                                        <p:tav tm="0">
                                          <p:val>
                                            <p:strVal val="4/3*#ppt_w"/>
                                          </p:val>
                                        </p:tav>
                                        <p:tav tm="100000">
                                          <p:val>
                                            <p:strVal val="#ppt_w"/>
                                          </p:val>
                                        </p:tav>
                                      </p:tavLst>
                                    </p:anim>
                                    <p:anim calcmode="lin" valueType="num">
                                      <p:cBhvr>
                                        <p:cTn id="8" dur="500" fill="hold"/>
                                        <p:tgtEl>
                                          <p:spTgt spid="136"/>
                                        </p:tgtEl>
                                        <p:attrNameLst>
                                          <p:attrName>ppt_h</p:attrName>
                                        </p:attrNameLst>
                                      </p:cBhvr>
                                      <p:tavLst>
                                        <p:tav tm="0">
                                          <p:val>
                                            <p:strVal val="4/3*#ppt_h"/>
                                          </p:val>
                                        </p:tav>
                                        <p:tav tm="100000">
                                          <p:val>
                                            <p:strVal val="#ppt_h"/>
                                          </p:val>
                                        </p:tav>
                                      </p:tavLst>
                                    </p:anim>
                                  </p:childTnLst>
                                </p:cTn>
                              </p:par>
                              <p:par>
                                <p:cTn id="9" presetID="0"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to="" calcmode="lin" valueType="num">
                                      <p:cBhvr>
                                        <p:cTn id="11" dur="500" fill="hold">
                                          <p:stCondLst>
                                            <p:cond delay="0"/>
                                          </p:stCondLst>
                                        </p:cTn>
                                        <p:tgtEl>
                                          <p:spTgt spid="2"/>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2" dur="500" fill="hold">
                                          <p:stCondLst>
                                            <p:cond delay="0"/>
                                          </p:stCondLst>
                                        </p:cTn>
                                        <p:tgtEl>
                                          <p:spTgt spid="2"/>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3" dur="500" fill="hold">
                                          <p:stCondLst>
                                            <p:cond delay="0"/>
                                          </p:stCondLst>
                                        </p:cTn>
                                        <p:tgtEl>
                                          <p:spTgt spid="2"/>
                                        </p:tgtEl>
                                        <p:attrNameLst>
                                          <p:attrName>style.opacity</p:attrName>
                                        </p:attrNameLst>
                                      </p:cBhvr>
                                      <p:tavLst>
                                        <p:tav tm="0">
                                          <p:val>
                                            <p:strVal val="0"/>
                                          </p:val>
                                        </p:tav>
                                        <p:tav tm="100000">
                                          <p:val>
                                            <p:strVal val="1"/>
                                          </p:val>
                                        </p:tav>
                                      </p:tavLst>
                                    </p:anim>
                                  </p:childTnLst>
                                </p:cTn>
                              </p:par>
                              <p:par>
                                <p:cTn id="14" presetID="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to="" calcmode="lin" valueType="num">
                                      <p:cBhvr>
                                        <p:cTn id="16" dur="500" fill="hold">
                                          <p:stCondLst>
                                            <p:cond delay="0"/>
                                          </p:stCondLst>
                                        </p:cTn>
                                        <p:tgtEl>
                                          <p:spTgt spid="9"/>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7" dur="500" fill="hold">
                                          <p:stCondLst>
                                            <p:cond delay="0"/>
                                          </p:stCondLst>
                                        </p:cTn>
                                        <p:tgtEl>
                                          <p:spTgt spid="9"/>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8" dur="500" fill="hold">
                                          <p:stCondLst>
                                            <p:cond delay="0"/>
                                          </p:stCondLst>
                                        </p:cTn>
                                        <p:tgtEl>
                                          <p:spTgt spid="9"/>
                                        </p:tgtEl>
                                        <p:attrNameLst>
                                          <p:attrName>style.opacity</p:attrName>
                                        </p:attrNameLst>
                                      </p:cBhvr>
                                      <p:tavLst>
                                        <p:tav tm="0">
                                          <p:val>
                                            <p:strVal val="0"/>
                                          </p:val>
                                        </p:tav>
                                        <p:tav tm="100000">
                                          <p:val>
                                            <p:strVal val="1"/>
                                          </p:val>
                                        </p:tav>
                                      </p:tavLst>
                                    </p:anim>
                                  </p:childTnLst>
                                </p:cTn>
                              </p:par>
                              <p:par>
                                <p:cTn id="19" presetID="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to="" calcmode="lin" valueType="num">
                                      <p:cBhvr>
                                        <p:cTn id="21" dur="500" fill="hold">
                                          <p:stCondLst>
                                            <p:cond delay="0"/>
                                          </p:stCondLst>
                                        </p:cTn>
                                        <p:tgtEl>
                                          <p:spTgt spid="5"/>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2" dur="500" fill="hold">
                                          <p:stCondLst>
                                            <p:cond delay="0"/>
                                          </p:stCondLst>
                                        </p:cTn>
                                        <p:tgtEl>
                                          <p:spTgt spid="5"/>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3" dur="500" fill="hold">
                                          <p:stCondLst>
                                            <p:cond delay="0"/>
                                          </p:stCondLst>
                                        </p:cTn>
                                        <p:tgtEl>
                                          <p:spTgt spid="5"/>
                                        </p:tgtEl>
                                        <p:attrNameLst>
                                          <p:attrName>style.opacity</p:attrName>
                                        </p:attrNameLst>
                                      </p:cBhvr>
                                      <p:tavLst>
                                        <p:tav tm="0">
                                          <p:val>
                                            <p:strVal val="0"/>
                                          </p:val>
                                        </p:tav>
                                        <p:tav tm="100000">
                                          <p:val>
                                            <p:str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1">
            <a:extLst>
              <a:ext uri="{FF2B5EF4-FFF2-40B4-BE49-F238E27FC236}">
                <a16:creationId xmlns:a16="http://schemas.microsoft.com/office/drawing/2014/main" id="{E9F9809D-61C6-B83A-2855-94F22BF78CD6}"/>
              </a:ext>
            </a:extLst>
          </p:cNvPr>
          <p:cNvSpPr txBox="1"/>
          <p:nvPr>
            <p:custDataLst>
              <p:tags r:id="rId3"/>
            </p:custDataLst>
          </p:nvPr>
        </p:nvSpPr>
        <p:spPr>
          <a:xfrm>
            <a:off x="993812" y="287410"/>
            <a:ext cx="11496384"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大数据在各领域的应用</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29" name="Text2">
            <a:extLst>
              <a:ext uri="{FF2B5EF4-FFF2-40B4-BE49-F238E27FC236}">
                <a16:creationId xmlns:a16="http://schemas.microsoft.com/office/drawing/2014/main" id="{47CA4000-C9F6-0855-64CE-55FD34FC55CC}"/>
              </a:ext>
            </a:extLst>
          </p:cNvPr>
          <p:cNvSpPr/>
          <p:nvPr>
            <p:custDataLst>
              <p:tags r:id="rId4"/>
            </p:custDataLst>
          </p:nvPr>
        </p:nvSpPr>
        <p:spPr>
          <a:xfrm flipV="1">
            <a:off x="4272151" y="1739886"/>
            <a:ext cx="2478608" cy="2372679"/>
          </a:xfrm>
          <a:custGeom>
            <a:avLst/>
            <a:gdLst>
              <a:gd name="connsiteX0" fmla="*/ 1221677 w 1221676"/>
              <a:gd name="connsiteY0" fmla="*/ 88283 h 1169465"/>
              <a:gd name="connsiteX1" fmla="*/ 1135190 w 1221676"/>
              <a:gd name="connsiteY1" fmla="*/ 253351 h 1169465"/>
              <a:gd name="connsiteX2" fmla="*/ 928592 w 1221676"/>
              <a:gd name="connsiteY2" fmla="*/ 184104 h 1169465"/>
              <a:gd name="connsiteX3" fmla="*/ 644652 w 1221676"/>
              <a:gd name="connsiteY3" fmla="*/ 334790 h 1169465"/>
              <a:gd name="connsiteX4" fmla="*/ 635318 w 1221676"/>
              <a:gd name="connsiteY4" fmla="*/ 349172 h 1169465"/>
              <a:gd name="connsiteX5" fmla="*/ 579882 w 1221676"/>
              <a:gd name="connsiteY5" fmla="*/ 526242 h 1169465"/>
              <a:gd name="connsiteX6" fmla="*/ 579882 w 1221676"/>
              <a:gd name="connsiteY6" fmla="*/ 526909 h 1169465"/>
              <a:gd name="connsiteX7" fmla="*/ 580358 w 1221676"/>
              <a:gd name="connsiteY7" fmla="*/ 570914 h 1169465"/>
              <a:gd name="connsiteX8" fmla="*/ 508349 w 1221676"/>
              <a:gd name="connsiteY8" fmla="*/ 863999 h 1169465"/>
              <a:gd name="connsiteX9" fmla="*/ 503492 w 1221676"/>
              <a:gd name="connsiteY9" fmla="*/ 871428 h 1169465"/>
              <a:gd name="connsiteX10" fmla="*/ 310515 w 1221676"/>
              <a:gd name="connsiteY10" fmla="*/ 1037830 h 1169465"/>
              <a:gd name="connsiteX11" fmla="*/ 277463 w 1221676"/>
              <a:gd name="connsiteY11" fmla="*/ 1051260 h 1169465"/>
              <a:gd name="connsiteX12" fmla="*/ 269081 w 1221676"/>
              <a:gd name="connsiteY12" fmla="*/ 1054022 h 1169465"/>
              <a:gd name="connsiteX13" fmla="*/ 288608 w 1221676"/>
              <a:gd name="connsiteY13" fmla="*/ 1169466 h 1169465"/>
              <a:gd name="connsiteX14" fmla="*/ 0 w 1221676"/>
              <a:gd name="connsiteY14" fmla="*/ 990491 h 1169465"/>
              <a:gd name="connsiteX15" fmla="*/ 213931 w 1221676"/>
              <a:gd name="connsiteY15" fmla="*/ 726648 h 1169465"/>
              <a:gd name="connsiteX16" fmla="*/ 236696 w 1221676"/>
              <a:gd name="connsiteY16" fmla="*/ 861903 h 1169465"/>
              <a:gd name="connsiteX17" fmla="*/ 390335 w 1221676"/>
              <a:gd name="connsiteY17" fmla="*/ 584535 h 1169465"/>
              <a:gd name="connsiteX18" fmla="*/ 577501 w 1221676"/>
              <a:gd name="connsiteY18" fmla="*/ 126478 h 1169465"/>
              <a:gd name="connsiteX19" fmla="*/ 716566 w 1221676"/>
              <a:gd name="connsiteY19" fmla="*/ 39610 h 1169465"/>
              <a:gd name="connsiteX20" fmla="*/ 718185 w 1221676"/>
              <a:gd name="connsiteY20" fmla="*/ 38943 h 1169465"/>
              <a:gd name="connsiteX21" fmla="*/ 1221677 w 1221676"/>
              <a:gd name="connsiteY21" fmla="*/ 88283 h 1169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21676" h="1169465">
                <a:moveTo>
                  <a:pt x="1221677" y="88283"/>
                </a:moveTo>
                <a:lnTo>
                  <a:pt x="1135190" y="253351"/>
                </a:lnTo>
                <a:cubicBezTo>
                  <a:pt x="1077754" y="209917"/>
                  <a:pt x="1006126" y="184104"/>
                  <a:pt x="928592" y="184104"/>
                </a:cubicBezTo>
                <a:cubicBezTo>
                  <a:pt x="810482" y="184104"/>
                  <a:pt x="706279" y="243826"/>
                  <a:pt x="644652" y="334790"/>
                </a:cubicBezTo>
                <a:cubicBezTo>
                  <a:pt x="641413" y="339552"/>
                  <a:pt x="638270" y="344315"/>
                  <a:pt x="635318" y="349172"/>
                </a:cubicBezTo>
                <a:cubicBezTo>
                  <a:pt x="602361" y="401846"/>
                  <a:pt x="583025" y="462996"/>
                  <a:pt x="579882" y="526242"/>
                </a:cubicBezTo>
                <a:lnTo>
                  <a:pt x="579882" y="526909"/>
                </a:lnTo>
                <a:cubicBezTo>
                  <a:pt x="579120" y="541482"/>
                  <a:pt x="579311" y="556151"/>
                  <a:pt x="580358" y="570914"/>
                </a:cubicBezTo>
                <a:cubicBezTo>
                  <a:pt x="587978" y="676832"/>
                  <a:pt x="561213" y="779321"/>
                  <a:pt x="508349" y="863999"/>
                </a:cubicBezTo>
                <a:cubicBezTo>
                  <a:pt x="506825" y="866475"/>
                  <a:pt x="505206" y="868952"/>
                  <a:pt x="503492" y="871428"/>
                </a:cubicBezTo>
                <a:cubicBezTo>
                  <a:pt x="456724" y="943342"/>
                  <a:pt x="390525" y="1001921"/>
                  <a:pt x="310515" y="1037830"/>
                </a:cubicBezTo>
                <a:cubicBezTo>
                  <a:pt x="299752" y="1042688"/>
                  <a:pt x="288608" y="1047164"/>
                  <a:pt x="277463" y="1051260"/>
                </a:cubicBezTo>
                <a:cubicBezTo>
                  <a:pt x="274701" y="1052213"/>
                  <a:pt x="271844" y="1053070"/>
                  <a:pt x="269081" y="1054022"/>
                </a:cubicBezTo>
                <a:lnTo>
                  <a:pt x="288608" y="1169466"/>
                </a:lnTo>
                <a:lnTo>
                  <a:pt x="0" y="990491"/>
                </a:lnTo>
                <a:lnTo>
                  <a:pt x="213931" y="726648"/>
                </a:lnTo>
                <a:lnTo>
                  <a:pt x="236696" y="861903"/>
                </a:lnTo>
                <a:cubicBezTo>
                  <a:pt x="337280" y="814373"/>
                  <a:pt x="398907" y="703693"/>
                  <a:pt x="390335" y="584535"/>
                </a:cubicBezTo>
                <a:cubicBezTo>
                  <a:pt x="377857" y="410704"/>
                  <a:pt x="447770" y="239444"/>
                  <a:pt x="577501" y="126478"/>
                </a:cubicBezTo>
                <a:cubicBezTo>
                  <a:pt x="620363" y="89140"/>
                  <a:pt x="667226" y="60279"/>
                  <a:pt x="716566" y="39610"/>
                </a:cubicBezTo>
                <a:cubicBezTo>
                  <a:pt x="717042" y="39324"/>
                  <a:pt x="717613" y="39134"/>
                  <a:pt x="718185" y="38943"/>
                </a:cubicBezTo>
                <a:cubicBezTo>
                  <a:pt x="877538" y="-27256"/>
                  <a:pt x="1062419" y="-7920"/>
                  <a:pt x="1221677" y="88283"/>
                </a:cubicBezTo>
                <a:close/>
              </a:path>
            </a:pathLst>
          </a:custGeom>
          <a:solidFill>
            <a:schemeClr val="accent1"/>
          </a:solidFill>
          <a:ln w="9525" cap="flat">
            <a:noFill/>
            <a:prstDash val="solid"/>
            <a:miter/>
          </a:ln>
        </p:spPr>
        <p:txBody>
          <a:bodyPr rtlCol="0" anchor="ctr"/>
          <a:lstStyle/>
          <a:p>
            <a:endParaRPr lang="zh-CN" altLang="en-US"/>
          </a:p>
        </p:txBody>
      </p:sp>
      <p:sp>
        <p:nvSpPr>
          <p:cNvPr id="30" name="Text3">
            <a:extLst>
              <a:ext uri="{FF2B5EF4-FFF2-40B4-BE49-F238E27FC236}">
                <a16:creationId xmlns:a16="http://schemas.microsoft.com/office/drawing/2014/main" id="{E7E19CCC-7A11-6DD8-1015-3498BBD52800}"/>
              </a:ext>
            </a:extLst>
          </p:cNvPr>
          <p:cNvSpPr/>
          <p:nvPr>
            <p:custDataLst>
              <p:tags r:id="rId5"/>
            </p:custDataLst>
          </p:nvPr>
        </p:nvSpPr>
        <p:spPr>
          <a:xfrm flipV="1">
            <a:off x="5698327" y="2052754"/>
            <a:ext cx="1559423" cy="3061834"/>
          </a:xfrm>
          <a:custGeom>
            <a:avLst/>
            <a:gdLst>
              <a:gd name="connsiteX0" fmla="*/ 469868 w 768621"/>
              <a:gd name="connsiteY0" fmla="*/ 1509141 h 1509141"/>
              <a:gd name="connsiteX1" fmla="*/ 369380 w 768621"/>
              <a:gd name="connsiteY1" fmla="*/ 1350455 h 1509141"/>
              <a:gd name="connsiteX2" fmla="*/ 556355 w 768621"/>
              <a:gd name="connsiteY2" fmla="*/ 1130903 h 1509141"/>
              <a:gd name="connsiteX3" fmla="*/ 571881 w 768621"/>
              <a:gd name="connsiteY3" fmla="*/ 968597 h 1509141"/>
              <a:gd name="connsiteX4" fmla="*/ 372523 w 768621"/>
              <a:gd name="connsiteY4" fmla="*/ 712375 h 1509141"/>
              <a:gd name="connsiteX5" fmla="*/ 158686 w 768621"/>
              <a:gd name="connsiteY5" fmla="*/ 510540 h 1509141"/>
              <a:gd name="connsiteX6" fmla="*/ 103061 w 768621"/>
              <a:gd name="connsiteY6" fmla="*/ 245269 h 1509141"/>
              <a:gd name="connsiteX7" fmla="*/ 108013 w 768621"/>
              <a:gd name="connsiteY7" fmla="*/ 209931 h 1509141"/>
              <a:gd name="connsiteX8" fmla="*/ 109823 w 768621"/>
              <a:gd name="connsiteY8" fmla="*/ 201263 h 1509141"/>
              <a:gd name="connsiteX9" fmla="*/ 0 w 768621"/>
              <a:gd name="connsiteY9" fmla="*/ 160401 h 1509141"/>
              <a:gd name="connsiteX10" fmla="*/ 299371 w 768621"/>
              <a:gd name="connsiteY10" fmla="*/ 0 h 1509141"/>
              <a:gd name="connsiteX11" fmla="*/ 420910 w 768621"/>
              <a:gd name="connsiteY11" fmla="*/ 317087 h 1509141"/>
              <a:gd name="connsiteX12" fmla="*/ 292322 w 768621"/>
              <a:gd name="connsiteY12" fmla="*/ 269272 h 1509141"/>
              <a:gd name="connsiteX13" fmla="*/ 455676 w 768621"/>
              <a:gd name="connsiteY13" fmla="*/ 541020 h 1509141"/>
              <a:gd name="connsiteX14" fmla="*/ 738759 w 768621"/>
              <a:gd name="connsiteY14" fmla="*/ 858012 h 1509141"/>
              <a:gd name="connsiteX15" fmla="*/ 758857 w 768621"/>
              <a:gd name="connsiteY15" fmla="*/ 932021 h 1509141"/>
              <a:gd name="connsiteX16" fmla="*/ 469868 w 768621"/>
              <a:gd name="connsiteY16" fmla="*/ 1509141 h 1509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8621" h="1509141">
                <a:moveTo>
                  <a:pt x="469868" y="1509141"/>
                </a:moveTo>
                <a:lnTo>
                  <a:pt x="369380" y="1350455"/>
                </a:lnTo>
                <a:cubicBezTo>
                  <a:pt x="459962" y="1308735"/>
                  <a:pt x="529304" y="1228630"/>
                  <a:pt x="556355" y="1130903"/>
                </a:cubicBezTo>
                <a:cubicBezTo>
                  <a:pt x="576263" y="1080040"/>
                  <a:pt x="582930" y="1025081"/>
                  <a:pt x="571881" y="968597"/>
                </a:cubicBezTo>
                <a:cubicBezTo>
                  <a:pt x="550355" y="858298"/>
                  <a:pt x="475774" y="762476"/>
                  <a:pt x="372523" y="712375"/>
                </a:cubicBezTo>
                <a:cubicBezTo>
                  <a:pt x="279559" y="667226"/>
                  <a:pt x="205740" y="595598"/>
                  <a:pt x="158686" y="510540"/>
                </a:cubicBezTo>
                <a:cubicBezTo>
                  <a:pt x="114300" y="430340"/>
                  <a:pt x="93631" y="338328"/>
                  <a:pt x="103061" y="245269"/>
                </a:cubicBezTo>
                <a:cubicBezTo>
                  <a:pt x="104299" y="233458"/>
                  <a:pt x="105918" y="221552"/>
                  <a:pt x="108013" y="209931"/>
                </a:cubicBezTo>
                <a:cubicBezTo>
                  <a:pt x="108490" y="206978"/>
                  <a:pt x="109252" y="204121"/>
                  <a:pt x="109823" y="201263"/>
                </a:cubicBezTo>
                <a:lnTo>
                  <a:pt x="0" y="160401"/>
                </a:lnTo>
                <a:lnTo>
                  <a:pt x="299371" y="0"/>
                </a:lnTo>
                <a:lnTo>
                  <a:pt x="420910" y="317087"/>
                </a:lnTo>
                <a:lnTo>
                  <a:pt x="292322" y="269272"/>
                </a:lnTo>
                <a:cubicBezTo>
                  <a:pt x="283178" y="380143"/>
                  <a:pt x="348234" y="488918"/>
                  <a:pt x="455676" y="541020"/>
                </a:cubicBezTo>
                <a:cubicBezTo>
                  <a:pt x="589121" y="605695"/>
                  <a:pt x="690943" y="721138"/>
                  <a:pt x="738759" y="858012"/>
                </a:cubicBezTo>
                <a:cubicBezTo>
                  <a:pt x="747141" y="882110"/>
                  <a:pt x="753904" y="906780"/>
                  <a:pt x="758857" y="932021"/>
                </a:cubicBezTo>
                <a:cubicBezTo>
                  <a:pt x="805053" y="1168718"/>
                  <a:pt x="683800" y="1391222"/>
                  <a:pt x="469868" y="1509141"/>
                </a:cubicBezTo>
                <a:close/>
              </a:path>
            </a:pathLst>
          </a:custGeom>
          <a:solidFill>
            <a:schemeClr val="accent3"/>
          </a:solidFill>
          <a:ln w="9525" cap="flat">
            <a:noFill/>
            <a:prstDash val="solid"/>
            <a:miter/>
          </a:ln>
        </p:spPr>
        <p:txBody>
          <a:bodyPr rtlCol="0" anchor="ctr"/>
          <a:lstStyle/>
          <a:p>
            <a:endParaRPr lang="zh-CN" altLang="en-US" dirty="0"/>
          </a:p>
        </p:txBody>
      </p:sp>
      <p:sp>
        <p:nvSpPr>
          <p:cNvPr id="31" name="Text4">
            <a:extLst>
              <a:ext uri="{FF2B5EF4-FFF2-40B4-BE49-F238E27FC236}">
                <a16:creationId xmlns:a16="http://schemas.microsoft.com/office/drawing/2014/main" id="{77143F5F-C689-1CB8-5C98-FBE5F61498C6}"/>
              </a:ext>
            </a:extLst>
          </p:cNvPr>
          <p:cNvSpPr/>
          <p:nvPr>
            <p:custDataLst>
              <p:tags r:id="rId6"/>
            </p:custDataLst>
          </p:nvPr>
        </p:nvSpPr>
        <p:spPr>
          <a:xfrm flipV="1">
            <a:off x="5293663" y="1845786"/>
            <a:ext cx="2621612" cy="1197755"/>
          </a:xfrm>
          <a:custGeom>
            <a:avLst/>
            <a:gdLst>
              <a:gd name="connsiteX0" fmla="*/ 1292162 w 1292161"/>
              <a:gd name="connsiteY0" fmla="*/ 250888 h 590359"/>
              <a:gd name="connsiteX1" fmla="*/ 1281398 w 1292161"/>
              <a:gd name="connsiteY1" fmla="*/ 590359 h 590359"/>
              <a:gd name="connsiteX2" fmla="*/ 946023 w 1292161"/>
              <a:gd name="connsiteY2" fmla="*/ 537020 h 590359"/>
              <a:gd name="connsiteX3" fmla="*/ 1051751 w 1292161"/>
              <a:gd name="connsiteY3" fmla="*/ 449675 h 590359"/>
              <a:gd name="connsiteX4" fmla="*/ 766382 w 1292161"/>
              <a:gd name="connsiteY4" fmla="*/ 436531 h 590359"/>
              <a:gd name="connsiteX5" fmla="*/ 734663 w 1292161"/>
              <a:gd name="connsiteY5" fmla="*/ 455200 h 590359"/>
              <a:gd name="connsiteX6" fmla="*/ 244507 w 1292161"/>
              <a:gd name="connsiteY6" fmla="*/ 522256 h 590359"/>
              <a:gd name="connsiteX7" fmla="*/ 0 w 1292161"/>
              <a:gd name="connsiteY7" fmla="*/ 344519 h 590359"/>
              <a:gd name="connsiteX8" fmla="*/ 4858 w 1292161"/>
              <a:gd name="connsiteY8" fmla="*/ 337090 h 590359"/>
              <a:gd name="connsiteX9" fmla="*/ 76867 w 1292161"/>
              <a:gd name="connsiteY9" fmla="*/ 44006 h 590359"/>
              <a:gd name="connsiteX10" fmla="*/ 76391 w 1292161"/>
              <a:gd name="connsiteY10" fmla="*/ 0 h 590359"/>
              <a:gd name="connsiteX11" fmla="*/ 76200 w 1292161"/>
              <a:gd name="connsiteY11" fmla="*/ 11716 h 590359"/>
              <a:gd name="connsiteX12" fmla="*/ 118681 w 1292161"/>
              <a:gd name="connsiteY12" fmla="*/ 176975 h 590359"/>
              <a:gd name="connsiteX13" fmla="*/ 192405 w 1292161"/>
              <a:gd name="connsiteY13" fmla="*/ 268891 h 590359"/>
              <a:gd name="connsiteX14" fmla="*/ 306324 w 1292161"/>
              <a:gd name="connsiteY14" fmla="*/ 342043 h 590359"/>
              <a:gd name="connsiteX15" fmla="*/ 627888 w 1292161"/>
              <a:gd name="connsiteY15" fmla="*/ 297466 h 590359"/>
              <a:gd name="connsiteX16" fmla="*/ 928497 w 1292161"/>
              <a:gd name="connsiteY16" fmla="*/ 213932 h 590359"/>
              <a:gd name="connsiteX17" fmla="*/ 929830 w 1292161"/>
              <a:gd name="connsiteY17" fmla="*/ 214027 h 590359"/>
              <a:gd name="connsiteX18" fmla="*/ 1167098 w 1292161"/>
              <a:gd name="connsiteY18" fmla="*/ 297751 h 590359"/>
              <a:gd name="connsiteX19" fmla="*/ 1195292 w 1292161"/>
              <a:gd name="connsiteY19" fmla="*/ 319659 h 590359"/>
              <a:gd name="connsiteX20" fmla="*/ 1201864 w 1292161"/>
              <a:gd name="connsiteY20" fmla="*/ 325565 h 590359"/>
              <a:gd name="connsiteX21" fmla="*/ 1292162 w 1292161"/>
              <a:gd name="connsiteY21" fmla="*/ 250888 h 59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2161" h="590359">
                <a:moveTo>
                  <a:pt x="1292162" y="250888"/>
                </a:moveTo>
                <a:lnTo>
                  <a:pt x="1281398" y="590359"/>
                </a:lnTo>
                <a:lnTo>
                  <a:pt x="946023" y="537020"/>
                </a:lnTo>
                <a:lnTo>
                  <a:pt x="1051751" y="449675"/>
                </a:lnTo>
                <a:cubicBezTo>
                  <a:pt x="969835" y="392906"/>
                  <a:pt x="859536" y="388525"/>
                  <a:pt x="766382" y="436531"/>
                </a:cubicBezTo>
                <a:cubicBezTo>
                  <a:pt x="755523" y="441960"/>
                  <a:pt x="744950" y="448246"/>
                  <a:pt x="734663" y="455200"/>
                </a:cubicBezTo>
                <a:cubicBezTo>
                  <a:pt x="590359" y="553022"/>
                  <a:pt x="407098" y="578072"/>
                  <a:pt x="244507" y="522256"/>
                </a:cubicBezTo>
                <a:cubicBezTo>
                  <a:pt x="142589" y="487299"/>
                  <a:pt x="59912" y="424815"/>
                  <a:pt x="0" y="344519"/>
                </a:cubicBezTo>
                <a:cubicBezTo>
                  <a:pt x="1715" y="342043"/>
                  <a:pt x="3334" y="339566"/>
                  <a:pt x="4858" y="337090"/>
                </a:cubicBezTo>
                <a:cubicBezTo>
                  <a:pt x="57721" y="252413"/>
                  <a:pt x="84487" y="149924"/>
                  <a:pt x="76867" y="44006"/>
                </a:cubicBezTo>
                <a:cubicBezTo>
                  <a:pt x="75819" y="29242"/>
                  <a:pt x="75628" y="14573"/>
                  <a:pt x="76391" y="0"/>
                </a:cubicBezTo>
                <a:cubicBezTo>
                  <a:pt x="76295" y="3905"/>
                  <a:pt x="76200" y="7810"/>
                  <a:pt x="76200" y="11716"/>
                </a:cubicBezTo>
                <a:cubicBezTo>
                  <a:pt x="76200" y="71628"/>
                  <a:pt x="91535" y="127921"/>
                  <a:pt x="118681" y="176975"/>
                </a:cubicBezTo>
                <a:cubicBezTo>
                  <a:pt x="137922" y="211741"/>
                  <a:pt x="162877" y="242792"/>
                  <a:pt x="192405" y="268891"/>
                </a:cubicBezTo>
                <a:cubicBezTo>
                  <a:pt x="223361" y="301276"/>
                  <a:pt x="261461" y="326612"/>
                  <a:pt x="306324" y="342043"/>
                </a:cubicBezTo>
                <a:cubicBezTo>
                  <a:pt x="412623" y="378524"/>
                  <a:pt x="532829" y="361855"/>
                  <a:pt x="627888" y="297466"/>
                </a:cubicBezTo>
                <a:cubicBezTo>
                  <a:pt x="719042" y="235744"/>
                  <a:pt x="825246" y="207836"/>
                  <a:pt x="928497" y="213932"/>
                </a:cubicBezTo>
                <a:cubicBezTo>
                  <a:pt x="928973" y="213932"/>
                  <a:pt x="929354" y="214027"/>
                  <a:pt x="929830" y="214027"/>
                </a:cubicBezTo>
                <a:cubicBezTo>
                  <a:pt x="1014413" y="219075"/>
                  <a:pt x="1096899" y="247079"/>
                  <a:pt x="1167098" y="297751"/>
                </a:cubicBezTo>
                <a:cubicBezTo>
                  <a:pt x="1176718" y="304705"/>
                  <a:pt x="1186243" y="312039"/>
                  <a:pt x="1195292" y="319659"/>
                </a:cubicBezTo>
                <a:cubicBezTo>
                  <a:pt x="1197578" y="321564"/>
                  <a:pt x="1199674" y="323659"/>
                  <a:pt x="1201864" y="325565"/>
                </a:cubicBezTo>
                <a:lnTo>
                  <a:pt x="1292162" y="250888"/>
                </a:lnTo>
                <a:close/>
              </a:path>
            </a:pathLst>
          </a:custGeom>
          <a:solidFill>
            <a:schemeClr val="accent2"/>
          </a:solidFill>
          <a:ln w="9525" cap="flat">
            <a:noFill/>
            <a:prstDash val="solid"/>
            <a:miter/>
          </a:ln>
        </p:spPr>
        <p:txBody>
          <a:bodyPr rtlCol="0" anchor="ctr"/>
          <a:lstStyle/>
          <a:p>
            <a:endParaRPr lang="zh-CN" altLang="en-US"/>
          </a:p>
        </p:txBody>
      </p:sp>
      <p:sp>
        <p:nvSpPr>
          <p:cNvPr id="35" name="Text5">
            <a:extLst>
              <a:ext uri="{FF2B5EF4-FFF2-40B4-BE49-F238E27FC236}">
                <a16:creationId xmlns:a16="http://schemas.microsoft.com/office/drawing/2014/main" id="{020491AE-5D64-EAEF-5CF9-9D7A42942978}"/>
              </a:ext>
            </a:extLst>
          </p:cNvPr>
          <p:cNvSpPr/>
          <p:nvPr>
            <p:custDataLst>
              <p:tags r:id="rId7"/>
            </p:custDataLst>
          </p:nvPr>
        </p:nvSpPr>
        <p:spPr>
          <a:xfrm>
            <a:off x="5826961" y="4527912"/>
            <a:ext cx="777508" cy="777508"/>
          </a:xfrm>
          <a:custGeom>
            <a:avLst/>
            <a:gdLst>
              <a:gd name="connsiteX0" fmla="*/ 1542937 w 1542936"/>
              <a:gd name="connsiteY0" fmla="*/ 771468 h 1542936"/>
              <a:gd name="connsiteX1" fmla="*/ 771468 w 1542936"/>
              <a:gd name="connsiteY1" fmla="*/ 1542936 h 1542936"/>
              <a:gd name="connsiteX2" fmla="*/ -1 w 1542936"/>
              <a:gd name="connsiteY2" fmla="*/ 771468 h 1542936"/>
              <a:gd name="connsiteX3" fmla="*/ 771468 w 1542936"/>
              <a:gd name="connsiteY3" fmla="*/ 0 h 1542936"/>
              <a:gd name="connsiteX4" fmla="*/ 1542937 w 1542936"/>
              <a:gd name="connsiteY4" fmla="*/ 771468 h 1542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936" h="1542936">
                <a:moveTo>
                  <a:pt x="1542937" y="771468"/>
                </a:moveTo>
                <a:cubicBezTo>
                  <a:pt x="1542937" y="1197538"/>
                  <a:pt x="1197538" y="1542936"/>
                  <a:pt x="771468" y="1542936"/>
                </a:cubicBezTo>
                <a:cubicBezTo>
                  <a:pt x="345398" y="1542936"/>
                  <a:pt x="-1" y="1197538"/>
                  <a:pt x="-1" y="771468"/>
                </a:cubicBezTo>
                <a:cubicBezTo>
                  <a:pt x="-1" y="345398"/>
                  <a:pt x="345398" y="0"/>
                  <a:pt x="771468" y="0"/>
                </a:cubicBezTo>
                <a:cubicBezTo>
                  <a:pt x="1197538" y="0"/>
                  <a:pt x="1542937" y="345398"/>
                  <a:pt x="1542937" y="771468"/>
                </a:cubicBezTo>
                <a:close/>
              </a:path>
            </a:pathLst>
          </a:custGeom>
          <a:solidFill>
            <a:schemeClr val="accent3"/>
          </a:solidFill>
          <a:ln w="10812" cap="flat">
            <a:noFill/>
            <a:prstDash val="solid"/>
            <a:miter/>
          </a:ln>
        </p:spPr>
        <p:txBody>
          <a:bodyPr rtlCol="0" anchor="ctr"/>
          <a:lstStyle/>
          <a:p>
            <a:endParaRPr lang="zh-CN" altLang="en-US"/>
          </a:p>
        </p:txBody>
      </p:sp>
      <p:pic>
        <p:nvPicPr>
          <p:cNvPr id="7" name="Shape1">
            <a:extLst>
              <a:ext uri="{FF2B5EF4-FFF2-40B4-BE49-F238E27FC236}">
                <a16:creationId xmlns:a16="http://schemas.microsoft.com/office/drawing/2014/main" id="{99CE3DC3-B270-749E-863B-CD449BF76863}"/>
              </a:ext>
            </a:extLst>
          </p:cNvPr>
          <p:cNvPicPr>
            <a:picLocks/>
          </p:cNvPicPr>
          <p:nvPr>
            <p:custDataLst>
              <p:tags r:id="rId8"/>
            </p:custDataLst>
          </p:nvPr>
        </p:nvPicPr>
        <p:blipFill>
          <a:blip r:embed="rId24">
            <a:extLst>
              <a:ext uri="{96DAC541-7B7A-43D3-8B79-37D633B846F1}">
                <asvg:svgBlip xmlns:asvg="http://schemas.microsoft.com/office/drawing/2016/SVG/main" r:embed="rId25"/>
              </a:ext>
            </a:extLst>
          </a:blip>
          <a:stretch>
            <a:fillRect/>
          </a:stretch>
        </p:blipFill>
        <p:spPr>
          <a:xfrm>
            <a:off x="5986471" y="4664236"/>
            <a:ext cx="458489" cy="504861"/>
          </a:xfrm>
          <a:prstGeom prst="rect">
            <a:avLst/>
          </a:prstGeom>
        </p:spPr>
      </p:pic>
      <p:sp>
        <p:nvSpPr>
          <p:cNvPr id="33" name="Text6">
            <a:extLst>
              <a:ext uri="{FF2B5EF4-FFF2-40B4-BE49-F238E27FC236}">
                <a16:creationId xmlns:a16="http://schemas.microsoft.com/office/drawing/2014/main" id="{77389154-754E-4416-DC05-80A9F1B9FB93}"/>
              </a:ext>
            </a:extLst>
          </p:cNvPr>
          <p:cNvSpPr/>
          <p:nvPr>
            <p:custDataLst>
              <p:tags r:id="rId9"/>
            </p:custDataLst>
          </p:nvPr>
        </p:nvSpPr>
        <p:spPr>
          <a:xfrm>
            <a:off x="4084234" y="1743246"/>
            <a:ext cx="777508" cy="777508"/>
          </a:xfrm>
          <a:custGeom>
            <a:avLst/>
            <a:gdLst>
              <a:gd name="connsiteX0" fmla="*/ 1542937 w 1542936"/>
              <a:gd name="connsiteY0" fmla="*/ 771468 h 1542936"/>
              <a:gd name="connsiteX1" fmla="*/ 771468 w 1542936"/>
              <a:gd name="connsiteY1" fmla="*/ 1542936 h 1542936"/>
              <a:gd name="connsiteX2" fmla="*/ 0 w 1542936"/>
              <a:gd name="connsiteY2" fmla="*/ 771468 h 1542936"/>
              <a:gd name="connsiteX3" fmla="*/ 771468 w 1542936"/>
              <a:gd name="connsiteY3" fmla="*/ 0 h 1542936"/>
              <a:gd name="connsiteX4" fmla="*/ 1542937 w 1542936"/>
              <a:gd name="connsiteY4" fmla="*/ 771468 h 1542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936" h="1542936">
                <a:moveTo>
                  <a:pt x="1542937" y="771468"/>
                </a:moveTo>
                <a:cubicBezTo>
                  <a:pt x="1542937" y="1197538"/>
                  <a:pt x="1197539" y="1542936"/>
                  <a:pt x="771468" y="1542936"/>
                </a:cubicBezTo>
                <a:cubicBezTo>
                  <a:pt x="345398" y="1542936"/>
                  <a:pt x="0" y="1197538"/>
                  <a:pt x="0" y="771468"/>
                </a:cubicBezTo>
                <a:cubicBezTo>
                  <a:pt x="0" y="345398"/>
                  <a:pt x="345398" y="0"/>
                  <a:pt x="771468" y="0"/>
                </a:cubicBezTo>
                <a:cubicBezTo>
                  <a:pt x="1197539" y="0"/>
                  <a:pt x="1542937" y="345398"/>
                  <a:pt x="1542937" y="771468"/>
                </a:cubicBezTo>
                <a:close/>
              </a:path>
            </a:pathLst>
          </a:custGeom>
          <a:solidFill>
            <a:schemeClr val="accent1"/>
          </a:solidFill>
          <a:ln w="10812" cap="flat">
            <a:noFill/>
            <a:prstDash val="solid"/>
            <a:miter/>
          </a:ln>
        </p:spPr>
        <p:txBody>
          <a:bodyPr rtlCol="0" anchor="ctr"/>
          <a:lstStyle/>
          <a:p>
            <a:endParaRPr lang="zh-CN" altLang="en-US"/>
          </a:p>
        </p:txBody>
      </p:sp>
      <p:pic>
        <p:nvPicPr>
          <p:cNvPr id="5" name="Shape2">
            <a:extLst>
              <a:ext uri="{FF2B5EF4-FFF2-40B4-BE49-F238E27FC236}">
                <a16:creationId xmlns:a16="http://schemas.microsoft.com/office/drawing/2014/main" id="{45A8D1B7-3CA5-B73B-37F9-D0DFF0BBF0D7}"/>
              </a:ext>
            </a:extLst>
          </p:cNvPr>
          <p:cNvPicPr>
            <a:picLocks/>
          </p:cNvPicPr>
          <p:nvPr>
            <p:custDataLst>
              <p:tags r:id="rId10"/>
            </p:custDataLst>
          </p:nvPr>
        </p:nvPicPr>
        <p:blipFill>
          <a:blip r:embed="rId26">
            <a:extLst>
              <a:ext uri="{96DAC541-7B7A-43D3-8B79-37D633B846F1}">
                <asvg:svgBlip xmlns:asvg="http://schemas.microsoft.com/office/drawing/2016/SVG/main" r:embed="rId27"/>
              </a:ext>
            </a:extLst>
          </a:blip>
          <a:stretch>
            <a:fillRect/>
          </a:stretch>
        </p:blipFill>
        <p:spPr>
          <a:xfrm>
            <a:off x="4206280" y="1865694"/>
            <a:ext cx="533416" cy="532612"/>
          </a:xfrm>
          <a:prstGeom prst="rect">
            <a:avLst/>
          </a:prstGeom>
        </p:spPr>
      </p:pic>
      <p:sp>
        <p:nvSpPr>
          <p:cNvPr id="34" name="Text7">
            <a:extLst>
              <a:ext uri="{FF2B5EF4-FFF2-40B4-BE49-F238E27FC236}">
                <a16:creationId xmlns:a16="http://schemas.microsoft.com/office/drawing/2014/main" id="{3DDC9FC6-3B95-C907-3192-6CF48DB89586}"/>
              </a:ext>
            </a:extLst>
          </p:cNvPr>
          <p:cNvSpPr/>
          <p:nvPr>
            <p:custDataLst>
              <p:tags r:id="rId11"/>
            </p:custDataLst>
          </p:nvPr>
        </p:nvSpPr>
        <p:spPr>
          <a:xfrm>
            <a:off x="7354097" y="1667155"/>
            <a:ext cx="777508" cy="777508"/>
          </a:xfrm>
          <a:custGeom>
            <a:avLst/>
            <a:gdLst>
              <a:gd name="connsiteX0" fmla="*/ 1542937 w 1542936"/>
              <a:gd name="connsiteY0" fmla="*/ 771468 h 1542936"/>
              <a:gd name="connsiteX1" fmla="*/ 771468 w 1542936"/>
              <a:gd name="connsiteY1" fmla="*/ 1542936 h 1542936"/>
              <a:gd name="connsiteX2" fmla="*/ 0 w 1542936"/>
              <a:gd name="connsiteY2" fmla="*/ 771468 h 1542936"/>
              <a:gd name="connsiteX3" fmla="*/ 771468 w 1542936"/>
              <a:gd name="connsiteY3" fmla="*/ 0 h 1542936"/>
              <a:gd name="connsiteX4" fmla="*/ 1542937 w 1542936"/>
              <a:gd name="connsiteY4" fmla="*/ 771468 h 1542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936" h="1542936">
                <a:moveTo>
                  <a:pt x="1542937" y="771468"/>
                </a:moveTo>
                <a:cubicBezTo>
                  <a:pt x="1542937" y="1197538"/>
                  <a:pt x="1197539" y="1542936"/>
                  <a:pt x="771468" y="1542936"/>
                </a:cubicBezTo>
                <a:cubicBezTo>
                  <a:pt x="345398" y="1542936"/>
                  <a:pt x="0" y="1197538"/>
                  <a:pt x="0" y="771468"/>
                </a:cubicBezTo>
                <a:cubicBezTo>
                  <a:pt x="0" y="345398"/>
                  <a:pt x="345398" y="0"/>
                  <a:pt x="771468" y="0"/>
                </a:cubicBezTo>
                <a:cubicBezTo>
                  <a:pt x="1197539" y="0"/>
                  <a:pt x="1542937" y="345398"/>
                  <a:pt x="1542937" y="771468"/>
                </a:cubicBezTo>
                <a:close/>
              </a:path>
            </a:pathLst>
          </a:custGeom>
          <a:solidFill>
            <a:schemeClr val="accent2"/>
          </a:solidFill>
          <a:ln w="10812" cap="flat">
            <a:noFill/>
            <a:prstDash val="solid"/>
            <a:miter/>
          </a:ln>
        </p:spPr>
        <p:txBody>
          <a:bodyPr rtlCol="0" anchor="ctr"/>
          <a:lstStyle/>
          <a:p>
            <a:endParaRPr lang="zh-CN" altLang="en-US"/>
          </a:p>
        </p:txBody>
      </p:sp>
      <p:pic>
        <p:nvPicPr>
          <p:cNvPr id="9" name="Shape3">
            <a:extLst>
              <a:ext uri="{FF2B5EF4-FFF2-40B4-BE49-F238E27FC236}">
                <a16:creationId xmlns:a16="http://schemas.microsoft.com/office/drawing/2014/main" id="{66AF1DB3-2810-4744-D091-8E6B17A0139F}"/>
              </a:ext>
            </a:extLst>
          </p:cNvPr>
          <p:cNvPicPr>
            <a:picLocks/>
          </p:cNvPicPr>
          <p:nvPr>
            <p:custDataLst>
              <p:tags r:id="rId12"/>
            </p:custDataLst>
          </p:nvPr>
        </p:nvPicPr>
        <p:blipFill>
          <a:blip r:embed="rId28">
            <a:extLst>
              <a:ext uri="{96DAC541-7B7A-43D3-8B79-37D633B846F1}">
                <asvg:svgBlip xmlns:asvg="http://schemas.microsoft.com/office/drawing/2016/SVG/main" r:embed="rId29"/>
              </a:ext>
            </a:extLst>
          </a:blip>
          <a:stretch>
            <a:fillRect/>
          </a:stretch>
        </p:blipFill>
        <p:spPr>
          <a:xfrm>
            <a:off x="7476026" y="1789347"/>
            <a:ext cx="533650" cy="533125"/>
          </a:xfrm>
          <a:prstGeom prst="rect">
            <a:avLst/>
          </a:prstGeom>
        </p:spPr>
      </p:pic>
      <p:sp>
        <p:nvSpPr>
          <p:cNvPr id="48" name="Text8">
            <a:extLst>
              <a:ext uri="{FF2B5EF4-FFF2-40B4-BE49-F238E27FC236}">
                <a16:creationId xmlns:a16="http://schemas.microsoft.com/office/drawing/2014/main" id="{9DEDE6C7-98CF-3D58-2F59-9EA91DA12E6C}"/>
              </a:ext>
            </a:extLst>
          </p:cNvPr>
          <p:cNvSpPr txBox="1"/>
          <p:nvPr>
            <p:custDataLst>
              <p:tags r:id="rId13"/>
            </p:custDataLst>
          </p:nvPr>
        </p:nvSpPr>
        <p:spPr>
          <a:xfrm>
            <a:off x="501477" y="2394220"/>
            <a:ext cx="3401789" cy="2270016"/>
          </a:xfrm>
          <a:prstGeom prst="rect">
            <a:avLst/>
          </a:prstGeom>
          <a:noFill/>
        </p:spPr>
        <p:txBody>
          <a:bodyPr wrap="square" rtlCol="0">
            <a:normAutofit/>
          </a:bodyPr>
          <a:lstStyle/>
          <a:p>
            <a:pPr algn="just">
              <a:lnSpc>
                <a:spcPct val="150000"/>
              </a:lnSpc>
              <a:spcBef>
                <a:spcPts val="150"/>
              </a:spcBef>
              <a:spcAft>
                <a:spcPts val="150"/>
              </a:spcAft>
            </a:pPr>
            <a:r>
              <a:rPr lang="zh-CN" altLang="en-US" sz="1400">
                <a:solidFill>
                  <a:schemeClr val="bg2"/>
                </a:solidFill>
                <a:latin typeface="微软雅黑" panose="020B0503020204020204" pitchFamily="34" charset="-122"/>
                <a:ea typeface="微软雅黑" panose="020B0503020204020204" pitchFamily="34" charset="-122"/>
              </a:rPr>
              <a:t>金融大数据用于风险控制、信贷评估，提升了金融服务的准确性和效率。</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49" name="Text9">
            <a:extLst>
              <a:ext uri="{FF2B5EF4-FFF2-40B4-BE49-F238E27FC236}">
                <a16:creationId xmlns:a16="http://schemas.microsoft.com/office/drawing/2014/main" id="{C8CC68B0-260B-9E29-7A82-D20F057A81C8}"/>
              </a:ext>
            </a:extLst>
          </p:cNvPr>
          <p:cNvSpPr txBox="1"/>
          <p:nvPr>
            <p:custDataLst>
              <p:tags r:id="rId14"/>
            </p:custDataLst>
          </p:nvPr>
        </p:nvSpPr>
        <p:spPr>
          <a:xfrm>
            <a:off x="583474" y="1969843"/>
            <a:ext cx="3319792" cy="380748"/>
          </a:xfrm>
          <a:prstGeom prst="rect">
            <a:avLst/>
          </a:prstGeom>
          <a:noFill/>
        </p:spPr>
        <p:txBody>
          <a:bodyPr wrap="square" rtlCol="0" anchor="ctr" anchorCtr="0">
            <a:normAutofit fontScale="92500" lnSpcReduction="20000"/>
          </a:bodyPr>
          <a:lstStyle/>
          <a:p>
            <a:pPr algn="r" fontAlgn="ctr">
              <a:lnSpc>
                <a:spcPct val="110000"/>
              </a:lnSpc>
            </a:pPr>
            <a:r>
              <a:rPr lang="zh-CN" altLang="en-US" sz="2000" b="1">
                <a:latin typeface="微软雅黑" panose="020B0503020204020204" pitchFamily="34" charset="-122"/>
                <a:ea typeface="微软雅黑" panose="020B0503020204020204" pitchFamily="34" charset="-122"/>
              </a:rPr>
              <a:t>金融领域的应用</a:t>
            </a:r>
            <a:endParaRPr lang="zh-CN" altLang="en-US" sz="2000" b="1" dirty="0">
              <a:latin typeface="微软雅黑" panose="020B0503020204020204" pitchFamily="34" charset="-122"/>
              <a:ea typeface="微软雅黑" panose="020B0503020204020204" pitchFamily="34" charset="-122"/>
            </a:endParaRPr>
          </a:p>
        </p:txBody>
      </p:sp>
      <p:sp>
        <p:nvSpPr>
          <p:cNvPr id="50" name="Text10">
            <a:extLst>
              <a:ext uri="{FF2B5EF4-FFF2-40B4-BE49-F238E27FC236}">
                <a16:creationId xmlns:a16="http://schemas.microsoft.com/office/drawing/2014/main" id="{5562356E-FDA1-025C-3960-BD917C828879}"/>
              </a:ext>
            </a:extLst>
          </p:cNvPr>
          <p:cNvSpPr txBox="1"/>
          <p:nvPr>
            <p:custDataLst>
              <p:tags r:id="rId15"/>
            </p:custDataLst>
          </p:nvPr>
        </p:nvSpPr>
        <p:spPr>
          <a:xfrm>
            <a:off x="8319939" y="2394220"/>
            <a:ext cx="3621323" cy="2270016"/>
          </a:xfrm>
          <a:prstGeom prst="rect">
            <a:avLst/>
          </a:prstGeom>
          <a:noFill/>
        </p:spPr>
        <p:txBody>
          <a:bodyPr wrap="square" rtlCol="0">
            <a:normAutofit/>
          </a:bodyPr>
          <a:lstStyle/>
          <a:p>
            <a:pPr algn="just">
              <a:lnSpc>
                <a:spcPct val="150000"/>
              </a:lnSpc>
              <a:spcBef>
                <a:spcPts val="150"/>
              </a:spcBef>
              <a:spcAft>
                <a:spcPts val="150"/>
              </a:spcAft>
            </a:pPr>
            <a:r>
              <a:rPr lang="zh-CN" altLang="en-US" sz="1400">
                <a:solidFill>
                  <a:schemeClr val="bg2"/>
                </a:solidFill>
                <a:latin typeface="微软雅黑" panose="020B0503020204020204" pitchFamily="34" charset="-122"/>
                <a:ea typeface="微软雅黑" panose="020B0503020204020204" pitchFamily="34" charset="-122"/>
              </a:rPr>
              <a:t>大数据在医疗领域用于疾病预测、远程监控，改善了患者的治疗效果和生活质量。</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51" name="Text11">
            <a:extLst>
              <a:ext uri="{FF2B5EF4-FFF2-40B4-BE49-F238E27FC236}">
                <a16:creationId xmlns:a16="http://schemas.microsoft.com/office/drawing/2014/main" id="{268E8077-08BF-4D4F-8EA2-306A42500B55}"/>
              </a:ext>
            </a:extLst>
          </p:cNvPr>
          <p:cNvSpPr txBox="1"/>
          <p:nvPr>
            <p:custDataLst>
              <p:tags r:id="rId16"/>
            </p:custDataLst>
          </p:nvPr>
        </p:nvSpPr>
        <p:spPr>
          <a:xfrm>
            <a:off x="8319938" y="1969843"/>
            <a:ext cx="3521541" cy="380748"/>
          </a:xfrm>
          <a:prstGeom prst="rect">
            <a:avLst/>
          </a:prstGeom>
          <a:noFill/>
        </p:spPr>
        <p:txBody>
          <a:bodyPr wrap="square" rtlCol="0" anchor="ctr" anchorCtr="0">
            <a:normAutofit fontScale="92500" lnSpcReduction="20000"/>
          </a:bodyPr>
          <a:lstStyle/>
          <a:p>
            <a:pPr fontAlgn="ctr">
              <a:lnSpc>
                <a:spcPct val="110000"/>
              </a:lnSpc>
            </a:pPr>
            <a:r>
              <a:rPr lang="zh-CN" altLang="en-US" sz="2000" b="1">
                <a:latin typeface="微软雅黑" panose="020B0503020204020204" pitchFamily="34" charset="-122"/>
                <a:ea typeface="微软雅黑" panose="020B0503020204020204" pitchFamily="34" charset="-122"/>
              </a:rPr>
              <a:t>医疗健康领域的应用</a:t>
            </a:r>
            <a:endParaRPr lang="zh-CN" altLang="en-US" sz="2000" b="1" dirty="0">
              <a:latin typeface="微软雅黑" panose="020B0503020204020204" pitchFamily="34" charset="-122"/>
              <a:ea typeface="微软雅黑" panose="020B0503020204020204" pitchFamily="34" charset="-122"/>
            </a:endParaRPr>
          </a:p>
        </p:txBody>
      </p:sp>
      <p:sp>
        <p:nvSpPr>
          <p:cNvPr id="52" name="Text12">
            <a:extLst>
              <a:ext uri="{FF2B5EF4-FFF2-40B4-BE49-F238E27FC236}">
                <a16:creationId xmlns:a16="http://schemas.microsoft.com/office/drawing/2014/main" id="{712FF399-0B8C-E42F-D11E-A5AD88441733}"/>
              </a:ext>
            </a:extLst>
          </p:cNvPr>
          <p:cNvSpPr txBox="1"/>
          <p:nvPr>
            <p:custDataLst>
              <p:tags r:id="rId17"/>
            </p:custDataLst>
          </p:nvPr>
        </p:nvSpPr>
        <p:spPr>
          <a:xfrm>
            <a:off x="3525374" y="5751611"/>
            <a:ext cx="5380681" cy="963513"/>
          </a:xfrm>
          <a:prstGeom prst="rect">
            <a:avLst/>
          </a:prstGeom>
          <a:noFill/>
        </p:spPr>
        <p:txBody>
          <a:bodyPr wrap="square" rtlCol="0">
            <a:normAutofit/>
          </a:bodyPr>
          <a:lstStyle/>
          <a:p>
            <a:pPr algn="just">
              <a:lnSpc>
                <a:spcPct val="150000"/>
              </a:lnSpc>
              <a:spcBef>
                <a:spcPts val="150"/>
              </a:spcBef>
              <a:spcAft>
                <a:spcPts val="150"/>
              </a:spcAft>
            </a:pPr>
            <a:r>
              <a:rPr lang="zh-CN" altLang="en-US" sz="1400">
                <a:solidFill>
                  <a:schemeClr val="bg2"/>
                </a:solidFill>
                <a:latin typeface="微软雅黑" panose="020B0503020204020204" pitchFamily="34" charset="-122"/>
                <a:ea typeface="微软雅黑" panose="020B0503020204020204" pitchFamily="34" charset="-122"/>
              </a:rPr>
              <a:t>大数据分析消费者行为，助力精准营销和个性化推荐，提升销售额。</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53" name="Text13">
            <a:extLst>
              <a:ext uri="{FF2B5EF4-FFF2-40B4-BE49-F238E27FC236}">
                <a16:creationId xmlns:a16="http://schemas.microsoft.com/office/drawing/2014/main" id="{91D5BB71-2FAD-0EA9-A5D5-6743017094C8}"/>
              </a:ext>
            </a:extLst>
          </p:cNvPr>
          <p:cNvSpPr txBox="1"/>
          <p:nvPr>
            <p:custDataLst>
              <p:tags r:id="rId18"/>
            </p:custDataLst>
          </p:nvPr>
        </p:nvSpPr>
        <p:spPr>
          <a:xfrm>
            <a:off x="4450080" y="5327234"/>
            <a:ext cx="3559596" cy="380748"/>
          </a:xfrm>
          <a:prstGeom prst="rect">
            <a:avLst/>
          </a:prstGeom>
          <a:noFill/>
        </p:spPr>
        <p:txBody>
          <a:bodyPr wrap="square" rtlCol="0" anchor="ctr" anchorCtr="0">
            <a:normAutofit fontScale="92500" lnSpcReduction="20000"/>
          </a:bodyPr>
          <a:lstStyle/>
          <a:p>
            <a:pPr algn="ctr" fontAlgn="ctr">
              <a:lnSpc>
                <a:spcPct val="110000"/>
              </a:lnSpc>
            </a:pPr>
            <a:r>
              <a:rPr lang="zh-CN" altLang="en-US" sz="2000" b="1">
                <a:latin typeface="微软雅黑" panose="020B0503020204020204" pitchFamily="34" charset="-122"/>
                <a:ea typeface="微软雅黑" panose="020B0503020204020204" pitchFamily="34" charset="-122"/>
              </a:rPr>
              <a:t>零售领域的应用</a:t>
            </a:r>
            <a:endParaRPr lang="zh-CN" altLang="en-US" sz="2000" b="1" dirty="0">
              <a:latin typeface="微软雅黑" panose="020B0503020204020204" pitchFamily="34" charset="-122"/>
              <a:ea typeface="微软雅黑" panose="020B0503020204020204" pitchFamily="34" charset="-122"/>
            </a:endParaRPr>
          </a:p>
        </p:txBody>
      </p:sp>
      <p:pic>
        <p:nvPicPr>
          <p:cNvPr id="3" name="Shape4">
            <a:extLst>
              <a:ext uri="{FF2B5EF4-FFF2-40B4-BE49-F238E27FC236}">
                <a16:creationId xmlns:a16="http://schemas.microsoft.com/office/drawing/2014/main" id="{EC2B6B5B-35B0-20EF-1852-7713A06D9FBE}"/>
              </a:ext>
            </a:extLst>
          </p:cNvPr>
          <p:cNvPicPr>
            <a:picLocks/>
          </p:cNvPicPr>
          <p:nvPr>
            <p:custDataLst>
              <p:tags r:id="rId19"/>
            </p:custDataLst>
          </p:nvPr>
        </p:nvPicPr>
        <p:blipFill>
          <a:blip r:embed="rId30">
            <a:extLst>
              <a:ext uri="{96DAC541-7B7A-43D3-8B79-37D633B846F1}">
                <asvg:svgBlip xmlns:asvg="http://schemas.microsoft.com/office/drawing/2016/SVG/main" r:embed="rId31"/>
              </a:ext>
            </a:extLst>
          </a:blip>
          <a:stretch>
            <a:fillRect/>
          </a:stretch>
        </p:blipFill>
        <p:spPr>
          <a:xfrm>
            <a:off x="5826961" y="2711450"/>
            <a:ext cx="688592" cy="674716"/>
          </a:xfrm>
          <a:prstGeom prst="rect">
            <a:avLst/>
          </a:prstGeom>
        </p:spPr>
      </p:pic>
      <p:pic>
        <p:nvPicPr>
          <p:cNvPr id="11" name="Shape5">
            <a:extLst>
              <a:ext uri="{FF2B5EF4-FFF2-40B4-BE49-F238E27FC236}">
                <a16:creationId xmlns:a16="http://schemas.microsoft.com/office/drawing/2014/main" id="{14C89410-ADDC-1609-29E2-C6084C153CCC}"/>
              </a:ext>
            </a:extLst>
          </p:cNvPr>
          <p:cNvPicPr>
            <a:picLocks/>
          </p:cNvPicPr>
          <p:nvPr>
            <p:custDataLst>
              <p:tags r:id="rId20"/>
            </p:custDataLst>
          </p:nvPr>
        </p:nvPicPr>
        <p:blipFill>
          <a:blip r:embed="rId32">
            <a:extLst>
              <a:ext uri="{96DAC541-7B7A-43D3-8B79-37D633B846F1}">
                <asvg:svgBlip xmlns:asvg="http://schemas.microsoft.com/office/drawing/2016/SVG/main" r:embed="rId33"/>
              </a:ext>
            </a:extLst>
          </a:blip>
          <a:stretch>
            <a:fillRect/>
          </a:stretch>
        </p:blipFill>
        <p:spPr>
          <a:xfrm>
            <a:off x="436536" y="422542"/>
            <a:ext cx="585216" cy="585216"/>
          </a:xfrm>
          <a:prstGeom prst="rect">
            <a:avLst/>
          </a:prstGeom>
        </p:spPr>
      </p:pic>
      <p:sp>
        <p:nvSpPr>
          <p:cNvPr id="12" name="Text7" hidden="1">
            <a:extLst>
              <a:ext uri="{FF2B5EF4-FFF2-40B4-BE49-F238E27FC236}">
                <a16:creationId xmlns:a16="http://schemas.microsoft.com/office/drawing/2014/main" id="{2AA188B5-36E4-08AF-B84D-5C77739C60A1}"/>
              </a:ext>
            </a:extLst>
          </p:cNvPr>
          <p:cNvSpPr txBox="1"/>
          <p:nvPr>
            <p:custDataLst>
              <p:tags r:id="rId21"/>
            </p:custDataLst>
          </p:nvPr>
        </p:nvSpPr>
        <p:spPr>
          <a:xfrm>
            <a:off x="887802" y="7832348"/>
            <a:ext cx="10094524" cy="720348"/>
          </a:xfrm>
          <a:prstGeom prst="rect">
            <a:avLst/>
          </a:prstGeom>
          <a:noFill/>
        </p:spPr>
        <p:txBody>
          <a:bodyPr wrap="square" rtlCol="0" anchor="ctr" anchorCtr="0">
            <a:no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48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大数据带来的变革</a:t>
            </a:r>
            <a:endParaRPr lang="zh-CN" altLang="en-US" sz="48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custData r:id="rId1"/>
      <p:tags r:id="rId2"/>
    </p:custDataLst>
    <p:extLst>
      <p:ext uri="{BB962C8B-B14F-4D97-AF65-F5344CB8AC3E}">
        <p14:creationId xmlns:p14="http://schemas.microsoft.com/office/powerpoint/2010/main" val="3615645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strVal val="4/3*#ppt_w"/>
                                          </p:val>
                                        </p:tav>
                                        <p:tav tm="100000">
                                          <p:val>
                                            <p:strVal val="#ppt_w"/>
                                          </p:val>
                                        </p:tav>
                                      </p:tavLst>
                                    </p:anim>
                                    <p:anim calcmode="lin" valueType="num">
                                      <p:cBhvr>
                                        <p:cTn id="8" dur="500" fill="hold"/>
                                        <p:tgtEl>
                                          <p:spTgt spid="29"/>
                                        </p:tgtEl>
                                        <p:attrNameLst>
                                          <p:attrName>ppt_h</p:attrName>
                                        </p:attrNameLst>
                                      </p:cBhvr>
                                      <p:tavLst>
                                        <p:tav tm="0">
                                          <p:val>
                                            <p:strVal val="4/3*#ppt_h"/>
                                          </p:val>
                                        </p:tav>
                                        <p:tav tm="100000">
                                          <p:val>
                                            <p:strVal val="#ppt_h"/>
                                          </p:val>
                                        </p:tav>
                                      </p:tavLst>
                                    </p:anim>
                                  </p:childTnLst>
                                </p:cTn>
                              </p:par>
                              <p:par>
                                <p:cTn id="9" presetID="23" presetClass="entr" presetSubtype="288"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p:cTn id="11" dur="500" fill="hold"/>
                                        <p:tgtEl>
                                          <p:spTgt spid="33"/>
                                        </p:tgtEl>
                                        <p:attrNameLst>
                                          <p:attrName>ppt_w</p:attrName>
                                        </p:attrNameLst>
                                      </p:cBhvr>
                                      <p:tavLst>
                                        <p:tav tm="0">
                                          <p:val>
                                            <p:strVal val="4/3*#ppt_w"/>
                                          </p:val>
                                        </p:tav>
                                        <p:tav tm="100000">
                                          <p:val>
                                            <p:strVal val="#ppt_w"/>
                                          </p:val>
                                        </p:tav>
                                      </p:tavLst>
                                    </p:anim>
                                    <p:anim calcmode="lin" valueType="num">
                                      <p:cBhvr>
                                        <p:cTn id="12" dur="500" fill="hold"/>
                                        <p:tgtEl>
                                          <p:spTgt spid="33"/>
                                        </p:tgtEl>
                                        <p:attrNameLst>
                                          <p:attrName>ppt_h</p:attrName>
                                        </p:attrNameLst>
                                      </p:cBhvr>
                                      <p:tavLst>
                                        <p:tav tm="0">
                                          <p:val>
                                            <p:strVal val="4/3*#ppt_h"/>
                                          </p:val>
                                        </p:tav>
                                        <p:tav tm="100000">
                                          <p:val>
                                            <p:strVal val="#ppt_h"/>
                                          </p:val>
                                        </p:tav>
                                      </p:tavLst>
                                    </p:anim>
                                  </p:childTnLst>
                                </p:cTn>
                              </p:par>
                              <p:par>
                                <p:cTn id="13" presetID="23" presetClass="entr" presetSubtype="288"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p:cTn id="15" dur="500" fill="hold"/>
                                        <p:tgtEl>
                                          <p:spTgt spid="34"/>
                                        </p:tgtEl>
                                        <p:attrNameLst>
                                          <p:attrName>ppt_w</p:attrName>
                                        </p:attrNameLst>
                                      </p:cBhvr>
                                      <p:tavLst>
                                        <p:tav tm="0">
                                          <p:val>
                                            <p:strVal val="4/3*#ppt_w"/>
                                          </p:val>
                                        </p:tav>
                                        <p:tav tm="100000">
                                          <p:val>
                                            <p:strVal val="#ppt_w"/>
                                          </p:val>
                                        </p:tav>
                                      </p:tavLst>
                                    </p:anim>
                                    <p:anim calcmode="lin" valueType="num">
                                      <p:cBhvr>
                                        <p:cTn id="16" dur="500" fill="hold"/>
                                        <p:tgtEl>
                                          <p:spTgt spid="34"/>
                                        </p:tgtEl>
                                        <p:attrNameLst>
                                          <p:attrName>ppt_h</p:attrName>
                                        </p:attrNameLst>
                                      </p:cBhvr>
                                      <p:tavLst>
                                        <p:tav tm="0">
                                          <p:val>
                                            <p:strVal val="4/3*#ppt_h"/>
                                          </p:val>
                                        </p:tav>
                                        <p:tav tm="100000">
                                          <p:val>
                                            <p:strVal val="#ppt_h"/>
                                          </p:val>
                                        </p:tav>
                                      </p:tavLst>
                                    </p:anim>
                                  </p:childTnLst>
                                </p:cTn>
                              </p:par>
                              <p:par>
                                <p:cTn id="17" presetID="23" presetClass="entr" presetSubtype="288"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p:cTn id="19" dur="500" fill="hold"/>
                                        <p:tgtEl>
                                          <p:spTgt spid="31"/>
                                        </p:tgtEl>
                                        <p:attrNameLst>
                                          <p:attrName>ppt_w</p:attrName>
                                        </p:attrNameLst>
                                      </p:cBhvr>
                                      <p:tavLst>
                                        <p:tav tm="0">
                                          <p:val>
                                            <p:strVal val="4/3*#ppt_w"/>
                                          </p:val>
                                        </p:tav>
                                        <p:tav tm="100000">
                                          <p:val>
                                            <p:strVal val="#ppt_w"/>
                                          </p:val>
                                        </p:tav>
                                      </p:tavLst>
                                    </p:anim>
                                    <p:anim calcmode="lin" valueType="num">
                                      <p:cBhvr>
                                        <p:cTn id="20" dur="500" fill="hold"/>
                                        <p:tgtEl>
                                          <p:spTgt spid="31"/>
                                        </p:tgtEl>
                                        <p:attrNameLst>
                                          <p:attrName>ppt_h</p:attrName>
                                        </p:attrNameLst>
                                      </p:cBhvr>
                                      <p:tavLst>
                                        <p:tav tm="0">
                                          <p:val>
                                            <p:strVal val="4/3*#ppt_h"/>
                                          </p:val>
                                        </p:tav>
                                        <p:tav tm="100000">
                                          <p:val>
                                            <p:strVal val="#ppt_h"/>
                                          </p:val>
                                        </p:tav>
                                      </p:tavLst>
                                    </p:anim>
                                  </p:childTnLst>
                                </p:cTn>
                              </p:par>
                              <p:par>
                                <p:cTn id="21" presetID="23" presetClass="entr" presetSubtype="288"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strVal val="4/3*#ppt_w"/>
                                          </p:val>
                                        </p:tav>
                                        <p:tav tm="100000">
                                          <p:val>
                                            <p:strVal val="#ppt_w"/>
                                          </p:val>
                                        </p:tav>
                                      </p:tavLst>
                                    </p:anim>
                                    <p:anim calcmode="lin" valueType="num">
                                      <p:cBhvr>
                                        <p:cTn id="24" dur="500" fill="hold"/>
                                        <p:tgtEl>
                                          <p:spTgt spid="5"/>
                                        </p:tgtEl>
                                        <p:attrNameLst>
                                          <p:attrName>ppt_h</p:attrName>
                                        </p:attrNameLst>
                                      </p:cBhvr>
                                      <p:tavLst>
                                        <p:tav tm="0">
                                          <p:val>
                                            <p:strVal val="4/3*#ppt_h"/>
                                          </p:val>
                                        </p:tav>
                                        <p:tav tm="100000">
                                          <p:val>
                                            <p:strVal val="#ppt_h"/>
                                          </p:val>
                                        </p:tav>
                                      </p:tavLst>
                                    </p:anim>
                                  </p:childTnLst>
                                </p:cTn>
                              </p:par>
                              <p:par>
                                <p:cTn id="25" presetID="23" presetClass="entr" presetSubtype="288"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strVal val="4/3*#ppt_w"/>
                                          </p:val>
                                        </p:tav>
                                        <p:tav tm="100000">
                                          <p:val>
                                            <p:strVal val="#ppt_w"/>
                                          </p:val>
                                        </p:tav>
                                      </p:tavLst>
                                    </p:anim>
                                    <p:anim calcmode="lin" valueType="num">
                                      <p:cBhvr>
                                        <p:cTn id="28" dur="500" fill="hold"/>
                                        <p:tgtEl>
                                          <p:spTgt spid="9"/>
                                        </p:tgtEl>
                                        <p:attrNameLst>
                                          <p:attrName>ppt_h</p:attrName>
                                        </p:attrNameLst>
                                      </p:cBhvr>
                                      <p:tavLst>
                                        <p:tav tm="0">
                                          <p:val>
                                            <p:strVal val="4/3*#ppt_h"/>
                                          </p:val>
                                        </p:tav>
                                        <p:tav tm="100000">
                                          <p:val>
                                            <p:strVal val="#ppt_h"/>
                                          </p:val>
                                        </p:tav>
                                      </p:tavLst>
                                    </p:anim>
                                  </p:childTnLst>
                                </p:cTn>
                              </p:par>
                              <p:par>
                                <p:cTn id="29" presetID="23" presetClass="entr" presetSubtype="288"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4/3*#ppt_w"/>
                                          </p:val>
                                        </p:tav>
                                        <p:tav tm="100000">
                                          <p:val>
                                            <p:strVal val="#ppt_w"/>
                                          </p:val>
                                        </p:tav>
                                      </p:tavLst>
                                    </p:anim>
                                    <p:anim calcmode="lin" valueType="num">
                                      <p:cBhvr>
                                        <p:cTn id="32" dur="500" fill="hold"/>
                                        <p:tgtEl>
                                          <p:spTgt spid="3"/>
                                        </p:tgtEl>
                                        <p:attrNameLst>
                                          <p:attrName>ppt_h</p:attrName>
                                        </p:attrNameLst>
                                      </p:cBhvr>
                                      <p:tavLst>
                                        <p:tav tm="0">
                                          <p:val>
                                            <p:strVal val="4/3*#ppt_h"/>
                                          </p:val>
                                        </p:tav>
                                        <p:tav tm="100000">
                                          <p:val>
                                            <p:strVal val="#ppt_h"/>
                                          </p:val>
                                        </p:tav>
                                      </p:tavLst>
                                    </p:anim>
                                  </p:childTnLst>
                                </p:cTn>
                              </p:par>
                              <p:par>
                                <p:cTn id="33" presetID="23" presetClass="entr" presetSubtype="288"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strVal val="4/3*#ppt_w"/>
                                          </p:val>
                                        </p:tav>
                                        <p:tav tm="100000">
                                          <p:val>
                                            <p:strVal val="#ppt_w"/>
                                          </p:val>
                                        </p:tav>
                                      </p:tavLst>
                                    </p:anim>
                                    <p:anim calcmode="lin" valueType="num">
                                      <p:cBhvr>
                                        <p:cTn id="36" dur="500" fill="hold"/>
                                        <p:tgtEl>
                                          <p:spTgt spid="11"/>
                                        </p:tgtEl>
                                        <p:attrNameLst>
                                          <p:attrName>ppt_h</p:attrName>
                                        </p:attrNameLst>
                                      </p:cBhvr>
                                      <p:tavLst>
                                        <p:tav tm="0">
                                          <p:val>
                                            <p:strVal val="4/3*#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288" fill="hold" grpId="0" nodeType="clickEffect">
                                  <p:stCondLst>
                                    <p:cond delay="0"/>
                                  </p:stCondLst>
                                  <p:childTnLst>
                                    <p:set>
                                      <p:cBhvr>
                                        <p:cTn id="40" dur="1" fill="hold">
                                          <p:stCondLst>
                                            <p:cond delay="0"/>
                                          </p:stCondLst>
                                        </p:cTn>
                                        <p:tgtEl>
                                          <p:spTgt spid="49"/>
                                        </p:tgtEl>
                                        <p:attrNameLst>
                                          <p:attrName>style.visibility</p:attrName>
                                        </p:attrNameLst>
                                      </p:cBhvr>
                                      <p:to>
                                        <p:strVal val="visible"/>
                                      </p:to>
                                    </p:set>
                                    <p:anim calcmode="lin" valueType="num">
                                      <p:cBhvr>
                                        <p:cTn id="41" dur="500" fill="hold"/>
                                        <p:tgtEl>
                                          <p:spTgt spid="49"/>
                                        </p:tgtEl>
                                        <p:attrNameLst>
                                          <p:attrName>ppt_w</p:attrName>
                                        </p:attrNameLst>
                                      </p:cBhvr>
                                      <p:tavLst>
                                        <p:tav tm="0">
                                          <p:val>
                                            <p:strVal val="4/3*#ppt_w"/>
                                          </p:val>
                                        </p:tav>
                                        <p:tav tm="100000">
                                          <p:val>
                                            <p:strVal val="#ppt_w"/>
                                          </p:val>
                                        </p:tav>
                                      </p:tavLst>
                                    </p:anim>
                                    <p:anim calcmode="lin" valueType="num">
                                      <p:cBhvr>
                                        <p:cTn id="42" dur="500" fill="hold"/>
                                        <p:tgtEl>
                                          <p:spTgt spid="49"/>
                                        </p:tgtEl>
                                        <p:attrNameLst>
                                          <p:attrName>ppt_h</p:attrName>
                                        </p:attrNameLst>
                                      </p:cBhvr>
                                      <p:tavLst>
                                        <p:tav tm="0">
                                          <p:val>
                                            <p:strVal val="4/3*#ppt_h"/>
                                          </p:val>
                                        </p:tav>
                                        <p:tav tm="100000">
                                          <p:val>
                                            <p:strVal val="#ppt_h"/>
                                          </p:val>
                                        </p:tav>
                                      </p:tavLst>
                                    </p:anim>
                                    <p:anim to="" calcmode="lin" valueType="num">
                                      <p:cBhvr>
                                        <p:cTn id="43" dur="500" fill="hold">
                                          <p:stCondLst>
                                            <p:cond delay="0"/>
                                          </p:stCondLst>
                                        </p:cTn>
                                        <p:tgtEl>
                                          <p:spTgt spid="49"/>
                                        </p:tgtEl>
                                        <p:attrNameLst>
                                          <p:attrName>ppt_x</p:attrName>
                                        </p:attrNameLst>
                                      </p:cBhvr>
                                      <p:tavLst>
                                        <p:tav tm="0">
                                          <p:val>
                                            <p:strVal val="#ppt_x+0"/>
                                          </p:val>
                                        </p:tav>
                                        <p:tav tm="100000">
                                          <p:val>
                                            <p:strVal val="#ppt_x+0"/>
                                          </p:val>
                                        </p:tav>
                                      </p:tavLst>
                                    </p:anim>
                                    <p:anim to="" calcmode="lin" valueType="num">
                                      <p:cBhvr>
                                        <p:cTn id="44" dur="500" fill="hold">
                                          <p:stCondLst>
                                            <p:cond delay="0"/>
                                          </p:stCondLst>
                                        </p:cTn>
                                        <p:tgtEl>
                                          <p:spTgt spid="49"/>
                                        </p:tgtEl>
                                        <p:attrNameLst>
                                          <p:attrName>ppt_y</p:attrName>
                                        </p:attrNameLst>
                                      </p:cBhvr>
                                      <p:tavLst>
                                        <p:tav tm="0">
                                          <p:val>
                                            <p:strVal val="#ppt_y+0"/>
                                          </p:val>
                                        </p:tav>
                                        <p:tav tm="100000">
                                          <p:val>
                                            <p:strVal val="#ppt_y+0"/>
                                          </p:val>
                                        </p:tav>
                                      </p:tavLst>
                                    </p:anim>
                                  </p:childTnLst>
                                </p:cTn>
                              </p:par>
                              <p:par>
                                <p:cTn id="45" presetID="23" presetClass="entr" presetSubtype="288"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anim calcmode="lin" valueType="num">
                                      <p:cBhvr>
                                        <p:cTn id="47" dur="500" fill="hold"/>
                                        <p:tgtEl>
                                          <p:spTgt spid="51"/>
                                        </p:tgtEl>
                                        <p:attrNameLst>
                                          <p:attrName>ppt_w</p:attrName>
                                        </p:attrNameLst>
                                      </p:cBhvr>
                                      <p:tavLst>
                                        <p:tav tm="0">
                                          <p:val>
                                            <p:strVal val="4/3*#ppt_w"/>
                                          </p:val>
                                        </p:tav>
                                        <p:tav tm="100000">
                                          <p:val>
                                            <p:strVal val="#ppt_w"/>
                                          </p:val>
                                        </p:tav>
                                      </p:tavLst>
                                    </p:anim>
                                    <p:anim calcmode="lin" valueType="num">
                                      <p:cBhvr>
                                        <p:cTn id="48" dur="500" fill="hold"/>
                                        <p:tgtEl>
                                          <p:spTgt spid="51"/>
                                        </p:tgtEl>
                                        <p:attrNameLst>
                                          <p:attrName>ppt_h</p:attrName>
                                        </p:attrNameLst>
                                      </p:cBhvr>
                                      <p:tavLst>
                                        <p:tav tm="0">
                                          <p:val>
                                            <p:strVal val="4/3*#ppt_h"/>
                                          </p:val>
                                        </p:tav>
                                        <p:tav tm="100000">
                                          <p:val>
                                            <p:strVal val="#ppt_h"/>
                                          </p:val>
                                        </p:tav>
                                      </p:tavLst>
                                    </p:anim>
                                    <p:anim to="" calcmode="lin" valueType="num">
                                      <p:cBhvr>
                                        <p:cTn id="49" dur="500" fill="hold">
                                          <p:stCondLst>
                                            <p:cond delay="0"/>
                                          </p:stCondLst>
                                        </p:cTn>
                                        <p:tgtEl>
                                          <p:spTgt spid="51"/>
                                        </p:tgtEl>
                                        <p:attrNameLst>
                                          <p:attrName>ppt_x</p:attrName>
                                        </p:attrNameLst>
                                      </p:cBhvr>
                                      <p:tavLst>
                                        <p:tav tm="0">
                                          <p:val>
                                            <p:strVal val="#ppt_x+0"/>
                                          </p:val>
                                        </p:tav>
                                        <p:tav tm="100000">
                                          <p:val>
                                            <p:strVal val="#ppt_x+0"/>
                                          </p:val>
                                        </p:tav>
                                      </p:tavLst>
                                    </p:anim>
                                    <p:anim to="" calcmode="lin" valueType="num">
                                      <p:cBhvr>
                                        <p:cTn id="50" dur="500" fill="hold">
                                          <p:stCondLst>
                                            <p:cond delay="0"/>
                                          </p:stCondLst>
                                        </p:cTn>
                                        <p:tgtEl>
                                          <p:spTgt spid="51"/>
                                        </p:tgtEl>
                                        <p:attrNameLst>
                                          <p:attrName>ppt_y</p:attrName>
                                        </p:attrNameLst>
                                      </p:cBhvr>
                                      <p:tavLst>
                                        <p:tav tm="0">
                                          <p:val>
                                            <p:strVal val="#ppt_y+0"/>
                                          </p:val>
                                        </p:tav>
                                        <p:tav tm="100000">
                                          <p:val>
                                            <p:strVal val="#ppt_y+0"/>
                                          </p:val>
                                        </p:tav>
                                      </p:tavLst>
                                    </p:anim>
                                  </p:childTnLst>
                                </p:cTn>
                              </p:par>
                              <p:par>
                                <p:cTn id="51" presetID="23" presetClass="entr" presetSubtype="288"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anim calcmode="lin" valueType="num">
                                      <p:cBhvr>
                                        <p:cTn id="53" dur="500" fill="hold"/>
                                        <p:tgtEl>
                                          <p:spTgt spid="48"/>
                                        </p:tgtEl>
                                        <p:attrNameLst>
                                          <p:attrName>ppt_w</p:attrName>
                                        </p:attrNameLst>
                                      </p:cBhvr>
                                      <p:tavLst>
                                        <p:tav tm="0">
                                          <p:val>
                                            <p:strVal val="4/3*#ppt_w"/>
                                          </p:val>
                                        </p:tav>
                                        <p:tav tm="100000">
                                          <p:val>
                                            <p:strVal val="#ppt_w"/>
                                          </p:val>
                                        </p:tav>
                                      </p:tavLst>
                                    </p:anim>
                                    <p:anim calcmode="lin" valueType="num">
                                      <p:cBhvr>
                                        <p:cTn id="54" dur="500" fill="hold"/>
                                        <p:tgtEl>
                                          <p:spTgt spid="48"/>
                                        </p:tgtEl>
                                        <p:attrNameLst>
                                          <p:attrName>ppt_h</p:attrName>
                                        </p:attrNameLst>
                                      </p:cBhvr>
                                      <p:tavLst>
                                        <p:tav tm="0">
                                          <p:val>
                                            <p:strVal val="4/3*#ppt_h"/>
                                          </p:val>
                                        </p:tav>
                                        <p:tav tm="100000">
                                          <p:val>
                                            <p:strVal val="#ppt_h"/>
                                          </p:val>
                                        </p:tav>
                                      </p:tavLst>
                                    </p:anim>
                                    <p:anim to="" calcmode="lin" valueType="num">
                                      <p:cBhvr>
                                        <p:cTn id="55" dur="500" fill="hold">
                                          <p:stCondLst>
                                            <p:cond delay="0"/>
                                          </p:stCondLst>
                                        </p:cTn>
                                        <p:tgtEl>
                                          <p:spTgt spid="48"/>
                                        </p:tgtEl>
                                        <p:attrNameLst>
                                          <p:attrName>ppt_x</p:attrName>
                                        </p:attrNameLst>
                                      </p:cBhvr>
                                      <p:tavLst>
                                        <p:tav tm="0">
                                          <p:val>
                                            <p:strVal val="#ppt_x+0"/>
                                          </p:val>
                                        </p:tav>
                                        <p:tav tm="100000">
                                          <p:val>
                                            <p:strVal val="#ppt_x+0"/>
                                          </p:val>
                                        </p:tav>
                                      </p:tavLst>
                                    </p:anim>
                                    <p:anim to="" calcmode="lin" valueType="num">
                                      <p:cBhvr>
                                        <p:cTn id="56" dur="500" fill="hold">
                                          <p:stCondLst>
                                            <p:cond delay="0"/>
                                          </p:stCondLst>
                                        </p:cTn>
                                        <p:tgtEl>
                                          <p:spTgt spid="48"/>
                                        </p:tgtEl>
                                        <p:attrNameLst>
                                          <p:attrName>ppt_y</p:attrName>
                                        </p:attrNameLst>
                                      </p:cBhvr>
                                      <p:tavLst>
                                        <p:tav tm="0">
                                          <p:val>
                                            <p:strVal val="#ppt_y+0"/>
                                          </p:val>
                                        </p:tav>
                                        <p:tav tm="100000">
                                          <p:val>
                                            <p:strVal val="#ppt_y+0"/>
                                          </p:val>
                                        </p:tav>
                                      </p:tavLst>
                                    </p:anim>
                                  </p:childTnLst>
                                </p:cTn>
                              </p:par>
                              <p:par>
                                <p:cTn id="57" presetID="23" presetClass="entr" presetSubtype="288"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 calcmode="lin" valueType="num">
                                      <p:cBhvr>
                                        <p:cTn id="59" dur="500" fill="hold"/>
                                        <p:tgtEl>
                                          <p:spTgt spid="50"/>
                                        </p:tgtEl>
                                        <p:attrNameLst>
                                          <p:attrName>ppt_w</p:attrName>
                                        </p:attrNameLst>
                                      </p:cBhvr>
                                      <p:tavLst>
                                        <p:tav tm="0">
                                          <p:val>
                                            <p:strVal val="4/3*#ppt_w"/>
                                          </p:val>
                                        </p:tav>
                                        <p:tav tm="100000">
                                          <p:val>
                                            <p:strVal val="#ppt_w"/>
                                          </p:val>
                                        </p:tav>
                                      </p:tavLst>
                                    </p:anim>
                                    <p:anim calcmode="lin" valueType="num">
                                      <p:cBhvr>
                                        <p:cTn id="60" dur="500" fill="hold"/>
                                        <p:tgtEl>
                                          <p:spTgt spid="50"/>
                                        </p:tgtEl>
                                        <p:attrNameLst>
                                          <p:attrName>ppt_h</p:attrName>
                                        </p:attrNameLst>
                                      </p:cBhvr>
                                      <p:tavLst>
                                        <p:tav tm="0">
                                          <p:val>
                                            <p:strVal val="4/3*#ppt_h"/>
                                          </p:val>
                                        </p:tav>
                                        <p:tav tm="100000">
                                          <p:val>
                                            <p:strVal val="#ppt_h"/>
                                          </p:val>
                                        </p:tav>
                                      </p:tavLst>
                                    </p:anim>
                                    <p:anim to="" calcmode="lin" valueType="num">
                                      <p:cBhvr>
                                        <p:cTn id="61" dur="500" fill="hold">
                                          <p:stCondLst>
                                            <p:cond delay="0"/>
                                          </p:stCondLst>
                                        </p:cTn>
                                        <p:tgtEl>
                                          <p:spTgt spid="50"/>
                                        </p:tgtEl>
                                        <p:attrNameLst>
                                          <p:attrName>ppt_x</p:attrName>
                                        </p:attrNameLst>
                                      </p:cBhvr>
                                      <p:tavLst>
                                        <p:tav tm="0">
                                          <p:val>
                                            <p:strVal val="#ppt_x+0"/>
                                          </p:val>
                                        </p:tav>
                                        <p:tav tm="100000">
                                          <p:val>
                                            <p:strVal val="#ppt_x+0"/>
                                          </p:val>
                                        </p:tav>
                                      </p:tavLst>
                                    </p:anim>
                                    <p:anim to="" calcmode="lin" valueType="num">
                                      <p:cBhvr>
                                        <p:cTn id="62" dur="500" fill="hold">
                                          <p:stCondLst>
                                            <p:cond delay="0"/>
                                          </p:stCondLst>
                                        </p:cTn>
                                        <p:tgtEl>
                                          <p:spTgt spid="50"/>
                                        </p:tgtEl>
                                        <p:attrNameLst>
                                          <p:attrName>ppt_y</p:attrName>
                                        </p:attrNameLst>
                                      </p:cBhvr>
                                      <p:tavLst>
                                        <p:tav tm="0">
                                          <p:val>
                                            <p:strVal val="#ppt_y+0"/>
                                          </p:val>
                                        </p:tav>
                                        <p:tav tm="100000">
                                          <p:val>
                                            <p:strVal val="#ppt_y+0"/>
                                          </p:val>
                                        </p:tav>
                                      </p:tavLst>
                                    </p:anim>
                                  </p:childTnLst>
                                </p:cTn>
                              </p:par>
                              <p:par>
                                <p:cTn id="63" presetID="23" presetClass="entr" presetSubtype="288" fill="hold" grpId="0" nodeType="with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p:cTn id="65" dur="500" fill="hold"/>
                                        <p:tgtEl>
                                          <p:spTgt spid="53"/>
                                        </p:tgtEl>
                                        <p:attrNameLst>
                                          <p:attrName>ppt_w</p:attrName>
                                        </p:attrNameLst>
                                      </p:cBhvr>
                                      <p:tavLst>
                                        <p:tav tm="0">
                                          <p:val>
                                            <p:strVal val="4/3*#ppt_w"/>
                                          </p:val>
                                        </p:tav>
                                        <p:tav tm="100000">
                                          <p:val>
                                            <p:strVal val="#ppt_w"/>
                                          </p:val>
                                        </p:tav>
                                      </p:tavLst>
                                    </p:anim>
                                    <p:anim calcmode="lin" valueType="num">
                                      <p:cBhvr>
                                        <p:cTn id="66" dur="500" fill="hold"/>
                                        <p:tgtEl>
                                          <p:spTgt spid="53"/>
                                        </p:tgtEl>
                                        <p:attrNameLst>
                                          <p:attrName>ppt_h</p:attrName>
                                        </p:attrNameLst>
                                      </p:cBhvr>
                                      <p:tavLst>
                                        <p:tav tm="0">
                                          <p:val>
                                            <p:strVal val="4/3*#ppt_h"/>
                                          </p:val>
                                        </p:tav>
                                        <p:tav tm="100000">
                                          <p:val>
                                            <p:strVal val="#ppt_h"/>
                                          </p:val>
                                        </p:tav>
                                      </p:tavLst>
                                    </p:anim>
                                    <p:anim to="" calcmode="lin" valueType="num">
                                      <p:cBhvr>
                                        <p:cTn id="67" dur="500" fill="hold">
                                          <p:stCondLst>
                                            <p:cond delay="0"/>
                                          </p:stCondLst>
                                        </p:cTn>
                                        <p:tgtEl>
                                          <p:spTgt spid="53"/>
                                        </p:tgtEl>
                                        <p:attrNameLst>
                                          <p:attrName>ppt_x</p:attrName>
                                        </p:attrNameLst>
                                      </p:cBhvr>
                                      <p:tavLst>
                                        <p:tav tm="0">
                                          <p:val>
                                            <p:strVal val="#ppt_x+0"/>
                                          </p:val>
                                        </p:tav>
                                        <p:tav tm="100000">
                                          <p:val>
                                            <p:strVal val="#ppt_x+0"/>
                                          </p:val>
                                        </p:tav>
                                      </p:tavLst>
                                    </p:anim>
                                    <p:anim to="" calcmode="lin" valueType="num">
                                      <p:cBhvr>
                                        <p:cTn id="68" dur="500" fill="hold">
                                          <p:stCondLst>
                                            <p:cond delay="0"/>
                                          </p:stCondLst>
                                        </p:cTn>
                                        <p:tgtEl>
                                          <p:spTgt spid="53"/>
                                        </p:tgtEl>
                                        <p:attrNameLst>
                                          <p:attrName>ppt_y</p:attrName>
                                        </p:attrNameLst>
                                      </p:cBhvr>
                                      <p:tavLst>
                                        <p:tav tm="0">
                                          <p:val>
                                            <p:strVal val="#ppt_y+0"/>
                                          </p:val>
                                        </p:tav>
                                        <p:tav tm="100000">
                                          <p:val>
                                            <p:strVal val="#ppt_y+0"/>
                                          </p:val>
                                        </p:tav>
                                      </p:tavLst>
                                    </p:anim>
                                  </p:childTnLst>
                                </p:cTn>
                              </p:par>
                              <p:par>
                                <p:cTn id="69" presetID="23" presetClass="entr" presetSubtype="288"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anim calcmode="lin" valueType="num">
                                      <p:cBhvr>
                                        <p:cTn id="71" dur="500" fill="hold"/>
                                        <p:tgtEl>
                                          <p:spTgt spid="52"/>
                                        </p:tgtEl>
                                        <p:attrNameLst>
                                          <p:attrName>ppt_w</p:attrName>
                                        </p:attrNameLst>
                                      </p:cBhvr>
                                      <p:tavLst>
                                        <p:tav tm="0">
                                          <p:val>
                                            <p:strVal val="4/3*#ppt_w"/>
                                          </p:val>
                                        </p:tav>
                                        <p:tav tm="100000">
                                          <p:val>
                                            <p:strVal val="#ppt_w"/>
                                          </p:val>
                                        </p:tav>
                                      </p:tavLst>
                                    </p:anim>
                                    <p:anim calcmode="lin" valueType="num">
                                      <p:cBhvr>
                                        <p:cTn id="72" dur="500" fill="hold"/>
                                        <p:tgtEl>
                                          <p:spTgt spid="52"/>
                                        </p:tgtEl>
                                        <p:attrNameLst>
                                          <p:attrName>ppt_h</p:attrName>
                                        </p:attrNameLst>
                                      </p:cBhvr>
                                      <p:tavLst>
                                        <p:tav tm="0">
                                          <p:val>
                                            <p:strVal val="4/3*#ppt_h"/>
                                          </p:val>
                                        </p:tav>
                                        <p:tav tm="100000">
                                          <p:val>
                                            <p:strVal val="#ppt_h"/>
                                          </p:val>
                                        </p:tav>
                                      </p:tavLst>
                                    </p:anim>
                                    <p:anim to="" calcmode="lin" valueType="num">
                                      <p:cBhvr>
                                        <p:cTn id="73" dur="500" fill="hold">
                                          <p:stCondLst>
                                            <p:cond delay="0"/>
                                          </p:stCondLst>
                                        </p:cTn>
                                        <p:tgtEl>
                                          <p:spTgt spid="52"/>
                                        </p:tgtEl>
                                        <p:attrNameLst>
                                          <p:attrName>ppt_x</p:attrName>
                                        </p:attrNameLst>
                                      </p:cBhvr>
                                      <p:tavLst>
                                        <p:tav tm="0">
                                          <p:val>
                                            <p:strVal val="#ppt_x+0"/>
                                          </p:val>
                                        </p:tav>
                                        <p:tav tm="100000">
                                          <p:val>
                                            <p:strVal val="#ppt_x+0"/>
                                          </p:val>
                                        </p:tav>
                                      </p:tavLst>
                                    </p:anim>
                                    <p:anim to="" calcmode="lin" valueType="num">
                                      <p:cBhvr>
                                        <p:cTn id="74" dur="500" fill="hold">
                                          <p:stCondLst>
                                            <p:cond delay="0"/>
                                          </p:stCondLst>
                                        </p:cTn>
                                        <p:tgtEl>
                                          <p:spTgt spid="52"/>
                                        </p:tgtEl>
                                        <p:attrNameLst>
                                          <p:attrName>ppt_y</p:attrName>
                                        </p:attrNameLst>
                                      </p:cBhvr>
                                      <p:tavLst>
                                        <p:tav tm="0">
                                          <p:val>
                                            <p:strVal val="#ppt_y+0"/>
                                          </p:val>
                                        </p:tav>
                                        <p:tav tm="100000">
                                          <p:val>
                                            <p:strVal val="#ppt_y+0"/>
                                          </p:val>
                                        </p:tav>
                                      </p:tavLst>
                                    </p:anim>
                                  </p:childTnLst>
                                </p:cTn>
                              </p:par>
                              <p:par>
                                <p:cTn id="75" presetID="23" presetClass="entr" presetSubtype="288"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p:cTn id="77" dur="500" fill="hold"/>
                                        <p:tgtEl>
                                          <p:spTgt spid="30"/>
                                        </p:tgtEl>
                                        <p:attrNameLst>
                                          <p:attrName>ppt_w</p:attrName>
                                        </p:attrNameLst>
                                      </p:cBhvr>
                                      <p:tavLst>
                                        <p:tav tm="0">
                                          <p:val>
                                            <p:strVal val="4/3*#ppt_w"/>
                                          </p:val>
                                        </p:tav>
                                        <p:tav tm="100000">
                                          <p:val>
                                            <p:strVal val="#ppt_w"/>
                                          </p:val>
                                        </p:tav>
                                      </p:tavLst>
                                    </p:anim>
                                    <p:anim calcmode="lin" valueType="num">
                                      <p:cBhvr>
                                        <p:cTn id="78" dur="500" fill="hold"/>
                                        <p:tgtEl>
                                          <p:spTgt spid="30"/>
                                        </p:tgtEl>
                                        <p:attrNameLst>
                                          <p:attrName>ppt_h</p:attrName>
                                        </p:attrNameLst>
                                      </p:cBhvr>
                                      <p:tavLst>
                                        <p:tav tm="0">
                                          <p:val>
                                            <p:strVal val="4/3*#ppt_h"/>
                                          </p:val>
                                        </p:tav>
                                        <p:tav tm="100000">
                                          <p:val>
                                            <p:strVal val="#ppt_h"/>
                                          </p:val>
                                        </p:tav>
                                      </p:tavLst>
                                    </p:anim>
                                    <p:anim to="" calcmode="lin" valueType="num">
                                      <p:cBhvr>
                                        <p:cTn id="79" dur="500" fill="hold">
                                          <p:stCondLst>
                                            <p:cond delay="0"/>
                                          </p:stCondLst>
                                        </p:cTn>
                                        <p:tgtEl>
                                          <p:spTgt spid="30"/>
                                        </p:tgtEl>
                                        <p:attrNameLst>
                                          <p:attrName>ppt_x</p:attrName>
                                        </p:attrNameLst>
                                      </p:cBhvr>
                                      <p:tavLst>
                                        <p:tav tm="0">
                                          <p:val>
                                            <p:strVal val="#ppt_x+0"/>
                                          </p:val>
                                        </p:tav>
                                        <p:tav tm="100000">
                                          <p:val>
                                            <p:strVal val="#ppt_x+0"/>
                                          </p:val>
                                        </p:tav>
                                      </p:tavLst>
                                    </p:anim>
                                    <p:anim to="" calcmode="lin" valueType="num">
                                      <p:cBhvr>
                                        <p:cTn id="80" dur="500" fill="hold">
                                          <p:stCondLst>
                                            <p:cond delay="0"/>
                                          </p:stCondLst>
                                        </p:cTn>
                                        <p:tgtEl>
                                          <p:spTgt spid="30"/>
                                        </p:tgtEl>
                                        <p:attrNameLst>
                                          <p:attrName>ppt_y</p:attrName>
                                        </p:attrNameLst>
                                      </p:cBhvr>
                                      <p:tavLst>
                                        <p:tav tm="0">
                                          <p:val>
                                            <p:strVal val="#ppt_y+0"/>
                                          </p:val>
                                        </p:tav>
                                        <p:tav tm="100000">
                                          <p:val>
                                            <p:strVal val="#ppt_y+0"/>
                                          </p:val>
                                        </p:tav>
                                      </p:tavLst>
                                    </p:anim>
                                  </p:childTnLst>
                                </p:cTn>
                              </p:par>
                              <p:par>
                                <p:cTn id="81" presetID="23" presetClass="entr" presetSubtype="288"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 calcmode="lin" valueType="num">
                                      <p:cBhvr>
                                        <p:cTn id="83" dur="500" fill="hold"/>
                                        <p:tgtEl>
                                          <p:spTgt spid="35"/>
                                        </p:tgtEl>
                                        <p:attrNameLst>
                                          <p:attrName>ppt_w</p:attrName>
                                        </p:attrNameLst>
                                      </p:cBhvr>
                                      <p:tavLst>
                                        <p:tav tm="0">
                                          <p:val>
                                            <p:strVal val="4/3*#ppt_w"/>
                                          </p:val>
                                        </p:tav>
                                        <p:tav tm="100000">
                                          <p:val>
                                            <p:strVal val="#ppt_w"/>
                                          </p:val>
                                        </p:tav>
                                      </p:tavLst>
                                    </p:anim>
                                    <p:anim calcmode="lin" valueType="num">
                                      <p:cBhvr>
                                        <p:cTn id="84" dur="500" fill="hold"/>
                                        <p:tgtEl>
                                          <p:spTgt spid="35"/>
                                        </p:tgtEl>
                                        <p:attrNameLst>
                                          <p:attrName>ppt_h</p:attrName>
                                        </p:attrNameLst>
                                      </p:cBhvr>
                                      <p:tavLst>
                                        <p:tav tm="0">
                                          <p:val>
                                            <p:strVal val="4/3*#ppt_h"/>
                                          </p:val>
                                        </p:tav>
                                        <p:tav tm="100000">
                                          <p:val>
                                            <p:strVal val="#ppt_h"/>
                                          </p:val>
                                        </p:tav>
                                      </p:tavLst>
                                    </p:anim>
                                    <p:anim to="" calcmode="lin" valueType="num">
                                      <p:cBhvr>
                                        <p:cTn id="85" dur="500" fill="hold">
                                          <p:stCondLst>
                                            <p:cond delay="0"/>
                                          </p:stCondLst>
                                        </p:cTn>
                                        <p:tgtEl>
                                          <p:spTgt spid="35"/>
                                        </p:tgtEl>
                                        <p:attrNameLst>
                                          <p:attrName>ppt_x</p:attrName>
                                        </p:attrNameLst>
                                      </p:cBhvr>
                                      <p:tavLst>
                                        <p:tav tm="0">
                                          <p:val>
                                            <p:strVal val="#ppt_x+0"/>
                                          </p:val>
                                        </p:tav>
                                        <p:tav tm="100000">
                                          <p:val>
                                            <p:strVal val="#ppt_x+0"/>
                                          </p:val>
                                        </p:tav>
                                      </p:tavLst>
                                    </p:anim>
                                    <p:anim to="" calcmode="lin" valueType="num">
                                      <p:cBhvr>
                                        <p:cTn id="86" dur="500" fill="hold">
                                          <p:stCondLst>
                                            <p:cond delay="0"/>
                                          </p:stCondLst>
                                        </p:cTn>
                                        <p:tgtEl>
                                          <p:spTgt spid="35"/>
                                        </p:tgtEl>
                                        <p:attrNameLst>
                                          <p:attrName>ppt_y</p:attrName>
                                        </p:attrNameLst>
                                      </p:cBhvr>
                                      <p:tavLst>
                                        <p:tav tm="0">
                                          <p:val>
                                            <p:strVal val="#ppt_y+0"/>
                                          </p:val>
                                        </p:tav>
                                        <p:tav tm="100000">
                                          <p:val>
                                            <p:strVal val="#ppt_y+0"/>
                                          </p:val>
                                        </p:tav>
                                      </p:tavLst>
                                    </p:anim>
                                  </p:childTnLst>
                                </p:cTn>
                              </p:par>
                              <p:par>
                                <p:cTn id="87" presetID="23" presetClass="entr" presetSubtype="288" fill="hold" nodeType="withEffect">
                                  <p:stCondLst>
                                    <p:cond delay="0"/>
                                  </p:stCondLst>
                                  <p:childTnLst>
                                    <p:set>
                                      <p:cBhvr>
                                        <p:cTn id="88" dur="1" fill="hold">
                                          <p:stCondLst>
                                            <p:cond delay="0"/>
                                          </p:stCondLst>
                                        </p:cTn>
                                        <p:tgtEl>
                                          <p:spTgt spid="7"/>
                                        </p:tgtEl>
                                        <p:attrNameLst>
                                          <p:attrName>style.visibility</p:attrName>
                                        </p:attrNameLst>
                                      </p:cBhvr>
                                      <p:to>
                                        <p:strVal val="visible"/>
                                      </p:to>
                                    </p:set>
                                    <p:anim calcmode="lin" valueType="num">
                                      <p:cBhvr>
                                        <p:cTn id="89" dur="500" fill="hold"/>
                                        <p:tgtEl>
                                          <p:spTgt spid="7"/>
                                        </p:tgtEl>
                                        <p:attrNameLst>
                                          <p:attrName>ppt_w</p:attrName>
                                        </p:attrNameLst>
                                      </p:cBhvr>
                                      <p:tavLst>
                                        <p:tav tm="0">
                                          <p:val>
                                            <p:strVal val="4/3*#ppt_w"/>
                                          </p:val>
                                        </p:tav>
                                        <p:tav tm="100000">
                                          <p:val>
                                            <p:strVal val="#ppt_w"/>
                                          </p:val>
                                        </p:tav>
                                      </p:tavLst>
                                    </p:anim>
                                    <p:anim calcmode="lin" valueType="num">
                                      <p:cBhvr>
                                        <p:cTn id="90" dur="500" fill="hold"/>
                                        <p:tgtEl>
                                          <p:spTgt spid="7"/>
                                        </p:tgtEl>
                                        <p:attrNameLst>
                                          <p:attrName>ppt_h</p:attrName>
                                        </p:attrNameLst>
                                      </p:cBhvr>
                                      <p:tavLst>
                                        <p:tav tm="0">
                                          <p:val>
                                            <p:strVal val="4/3*#ppt_h"/>
                                          </p:val>
                                        </p:tav>
                                        <p:tav tm="100000">
                                          <p:val>
                                            <p:strVal val="#ppt_h"/>
                                          </p:val>
                                        </p:tav>
                                      </p:tavLst>
                                    </p:anim>
                                    <p:anim to="" calcmode="lin" valueType="num">
                                      <p:cBhvr>
                                        <p:cTn id="91" dur="500" fill="hold">
                                          <p:stCondLst>
                                            <p:cond delay="0"/>
                                          </p:stCondLst>
                                        </p:cTn>
                                        <p:tgtEl>
                                          <p:spTgt spid="7"/>
                                        </p:tgtEl>
                                        <p:attrNameLst>
                                          <p:attrName>ppt_x</p:attrName>
                                        </p:attrNameLst>
                                      </p:cBhvr>
                                      <p:tavLst>
                                        <p:tav tm="0">
                                          <p:val>
                                            <p:strVal val="#ppt_x+0"/>
                                          </p:val>
                                        </p:tav>
                                        <p:tav tm="100000">
                                          <p:val>
                                            <p:strVal val="#ppt_x+0"/>
                                          </p:val>
                                        </p:tav>
                                      </p:tavLst>
                                    </p:anim>
                                    <p:anim to="" calcmode="lin" valueType="num">
                                      <p:cBhvr>
                                        <p:cTn id="92" dur="500" fill="hold">
                                          <p:stCondLst>
                                            <p:cond delay="0"/>
                                          </p:stCondLst>
                                        </p:cTn>
                                        <p:tgtEl>
                                          <p:spTgt spid="7"/>
                                        </p:tgtEl>
                                        <p:attrNameLst>
                                          <p:attrName>ppt_y</p:attrName>
                                        </p:attrNameLst>
                                      </p:cBhvr>
                                      <p:tavLst>
                                        <p:tav tm="0">
                                          <p:val>
                                            <p:strVal val="#ppt_y+0"/>
                                          </p:val>
                                        </p:tav>
                                        <p:tav tm="100000">
                                          <p:val>
                                            <p:strVal val="#ppt_y+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5" grpId="0" animBg="1"/>
      <p:bldP spid="33" grpId="0" animBg="1"/>
      <p:bldP spid="34" grpId="0" animBg="1"/>
      <p:bldP spid="48" grpId="0"/>
      <p:bldP spid="49" grpId="0"/>
      <p:bldP spid="50" grpId="0"/>
      <p:bldP spid="51" grpId="0"/>
      <p:bldP spid="52"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1">
            <a:extLst>
              <a:ext uri="{FF2B5EF4-FFF2-40B4-BE49-F238E27FC236}">
                <a16:creationId xmlns:a16="http://schemas.microsoft.com/office/drawing/2014/main" id="{1A8084F1-022A-D618-69D1-0E474D0AF55F}"/>
              </a:ext>
            </a:extLst>
          </p:cNvPr>
          <p:cNvSpPr/>
          <p:nvPr>
            <p:custDataLst>
              <p:tags r:id="rId3"/>
            </p:custDataLst>
          </p:nvPr>
        </p:nvSpPr>
        <p:spPr>
          <a:xfrm>
            <a:off x="6792541" y="2482569"/>
            <a:ext cx="3692595" cy="3290202"/>
          </a:xfrm>
          <a:custGeom>
            <a:avLst/>
            <a:gdLst/>
            <a:ahLst/>
            <a:cxnLst/>
            <a:rect l="0" t="0" r="0" b="0"/>
            <a:pathLst>
              <a:path w="4842492" h="4811672">
                <a:moveTo>
                  <a:pt x="3615466" y="82944"/>
                </a:moveTo>
                <a:cubicBezTo>
                  <a:pt x="3553755" y="130726"/>
                  <a:pt x="3280483" y="372703"/>
                  <a:pt x="3008195" y="620671"/>
                </a:cubicBezTo>
                <a:cubicBezTo>
                  <a:pt x="2735907" y="868639"/>
                  <a:pt x="2289660" y="1274403"/>
                  <a:pt x="2016534" y="1522371"/>
                </a:cubicBezTo>
                <a:cubicBezTo>
                  <a:pt x="886291" y="2548507"/>
                  <a:pt x="655079" y="2760445"/>
                  <a:pt x="336500" y="3062359"/>
                </a:cubicBezTo>
                <a:cubicBezTo>
                  <a:pt x="152778" y="3236471"/>
                  <a:pt x="1745" y="3382682"/>
                  <a:pt x="873" y="3387273"/>
                </a:cubicBezTo>
                <a:cubicBezTo>
                  <a:pt x="0" y="3391865"/>
                  <a:pt x="173179" y="3447890"/>
                  <a:pt x="385714" y="3511774"/>
                </a:cubicBezTo>
                <a:cubicBezTo>
                  <a:pt x="598249" y="3575658"/>
                  <a:pt x="1152189" y="3743281"/>
                  <a:pt x="1616691" y="3884269"/>
                </a:cubicBezTo>
                <a:cubicBezTo>
                  <a:pt x="2081193" y="4025258"/>
                  <a:pt x="2804141" y="4237735"/>
                  <a:pt x="3223241" y="4356442"/>
                </a:cubicBezTo>
                <a:cubicBezTo>
                  <a:pt x="3642341" y="4475149"/>
                  <a:pt x="4170460" y="4626137"/>
                  <a:pt x="4396840" y="4691972"/>
                </a:cubicBezTo>
                <a:cubicBezTo>
                  <a:pt x="4623219" y="4757806"/>
                  <a:pt x="4816100" y="4811671"/>
                  <a:pt x="4825465" y="4811671"/>
                </a:cubicBezTo>
                <a:cubicBezTo>
                  <a:pt x="4835343" y="4811671"/>
                  <a:pt x="4842491" y="4797780"/>
                  <a:pt x="4842491" y="4778587"/>
                </a:cubicBezTo>
                <a:cubicBezTo>
                  <a:pt x="4842491" y="4760390"/>
                  <a:pt x="4719499" y="4218894"/>
                  <a:pt x="4569174" y="3575262"/>
                </a:cubicBezTo>
                <a:cubicBezTo>
                  <a:pt x="4418850" y="2931629"/>
                  <a:pt x="4174134" y="1869126"/>
                  <a:pt x="4025361" y="1214143"/>
                </a:cubicBezTo>
                <a:cubicBezTo>
                  <a:pt x="3876589" y="559161"/>
                  <a:pt x="3748746" y="17146"/>
                  <a:pt x="3741266" y="9666"/>
                </a:cubicBezTo>
                <a:cubicBezTo>
                  <a:pt x="3731600" y="0"/>
                  <a:pt x="3695213" y="21195"/>
                  <a:pt x="3615466" y="82944"/>
                </a:cubicBezTo>
                <a:close/>
              </a:path>
            </a:pathLst>
          </a:custGeom>
          <a:blipFill dpi="0" rotWithShape="0">
            <a:blip r:embed="rId24"/>
            <a:srcRect/>
            <a:stretch>
              <a:fillRect l="-11664" r="-11664"/>
            </a:stretch>
          </a:blipFill>
          <a:ln w="19050" cap="flat" cmpd="sng" algn="ctr">
            <a:noFill/>
            <a:prstDash val="solid"/>
            <a:miter lim="800000"/>
          </a:ln>
          <a:effectLst/>
          <a:extLst>
            <a:ext uri="{91240B29-F687-4F45-9708-019B960494DF}">
              <a14:hiddenLine xmlns:a14="http://schemas.microsoft.com/office/drawing/2010/main" w="19050" cap="flat" cmpd="sng" algn="ctr">
                <a:solidFill>
                  <a:srgbClr val="FF450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1】">
            <a:extLst>
              <a:ext uri="{FF2B5EF4-FFF2-40B4-BE49-F238E27FC236}">
                <a16:creationId xmlns:a16="http://schemas.microsoft.com/office/drawing/2014/main" id="{4BFB7873-A9CF-EA2B-3F89-ED357F4B9F5C}"/>
              </a:ext>
            </a:extLst>
          </p:cNvPr>
          <p:cNvSpPr/>
          <p:nvPr>
            <p:custDataLst>
              <p:tags r:id="rId4"/>
            </p:custDataLst>
          </p:nvPr>
        </p:nvSpPr>
        <p:spPr>
          <a:xfrm rot="15421408">
            <a:off x="6676012" y="2277218"/>
            <a:ext cx="3479926" cy="3100704"/>
          </a:xfrm>
          <a:prstGeom prst="triangl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汉仪旗黑-55简" panose="00020600040101010101" pitchFamily="18" charset="-122"/>
              <a:ea typeface="汉仪旗黑-55简" panose="00020600040101010101" pitchFamily="18" charset="-122"/>
              <a:cs typeface="+mn-cs"/>
              <a:sym typeface="微软雅黑" panose="020B0503020204020204" charset="-122"/>
            </a:endParaRPr>
          </a:p>
        </p:txBody>
      </p:sp>
      <p:sp>
        <p:nvSpPr>
          <p:cNvPr id="7" name="等腰三角形 6-【1】">
            <a:extLst>
              <a:ext uri="{FF2B5EF4-FFF2-40B4-BE49-F238E27FC236}">
                <a16:creationId xmlns:a16="http://schemas.microsoft.com/office/drawing/2014/main" id="{5950FFDD-408F-A6F8-20C1-31E94437E4E3}"/>
              </a:ext>
            </a:extLst>
          </p:cNvPr>
          <p:cNvSpPr/>
          <p:nvPr>
            <p:custDataLst>
              <p:tags r:id="rId5"/>
            </p:custDataLst>
          </p:nvPr>
        </p:nvSpPr>
        <p:spPr>
          <a:xfrm rot="3147701">
            <a:off x="10411757" y="2365488"/>
            <a:ext cx="398081" cy="354702"/>
          </a:xfrm>
          <a:prstGeom prst="triangle">
            <a:avLst/>
          </a:prstGeom>
          <a:gradFill>
            <a:gsLst>
              <a:gs pos="3900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汉仪旗黑-55简" panose="00020600040101010101" pitchFamily="18" charset="-122"/>
              <a:ea typeface="汉仪旗黑-55简" panose="00020600040101010101" pitchFamily="18" charset="-122"/>
              <a:cs typeface="+mn-cs"/>
              <a:sym typeface="微软雅黑" panose="020B0503020204020204" charset="-122"/>
            </a:endParaRPr>
          </a:p>
        </p:txBody>
      </p:sp>
      <p:sp>
        <p:nvSpPr>
          <p:cNvPr id="8" name="等腰三角形 7-【1】">
            <a:extLst>
              <a:ext uri="{FF2B5EF4-FFF2-40B4-BE49-F238E27FC236}">
                <a16:creationId xmlns:a16="http://schemas.microsoft.com/office/drawing/2014/main" id="{52D64D6C-47AB-6D4B-FAB0-716F5F58BA45}"/>
              </a:ext>
            </a:extLst>
          </p:cNvPr>
          <p:cNvSpPr/>
          <p:nvPr>
            <p:custDataLst>
              <p:tags r:id="rId6"/>
            </p:custDataLst>
          </p:nvPr>
        </p:nvSpPr>
        <p:spPr>
          <a:xfrm rot="7432772">
            <a:off x="7287557" y="5358174"/>
            <a:ext cx="398081" cy="354702"/>
          </a:xfrm>
          <a:prstGeom prst="triangle">
            <a:avLst/>
          </a:prstGeom>
          <a:gradFill>
            <a:gsLst>
              <a:gs pos="39000">
                <a:schemeClr val="accent1"/>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汉仪旗黑-55简" panose="00020600040101010101" pitchFamily="18" charset="-122"/>
              <a:ea typeface="汉仪旗黑-55简" panose="00020600040101010101" pitchFamily="18" charset="-122"/>
              <a:cs typeface="+mn-cs"/>
              <a:sym typeface="微软雅黑" panose="020B0503020204020204" charset="-122"/>
            </a:endParaRPr>
          </a:p>
        </p:txBody>
      </p:sp>
      <p:sp>
        <p:nvSpPr>
          <p:cNvPr id="10" name="Shape2">
            <a:extLst>
              <a:ext uri="{FF2B5EF4-FFF2-40B4-BE49-F238E27FC236}">
                <a16:creationId xmlns:a16="http://schemas.microsoft.com/office/drawing/2014/main" id="{889C6C72-F50A-E4B8-D60C-27F0C01476DB}"/>
              </a:ext>
            </a:extLst>
          </p:cNvPr>
          <p:cNvSpPr/>
          <p:nvPr>
            <p:custDataLst>
              <p:tags r:id="rId7"/>
            </p:custDataLst>
          </p:nvPr>
        </p:nvSpPr>
        <p:spPr bwMode="auto">
          <a:xfrm>
            <a:off x="613127" y="1857935"/>
            <a:ext cx="730626" cy="730622"/>
          </a:xfrm>
          <a:prstGeom prst="ellipse">
            <a:avLst/>
          </a:prstGeom>
          <a:solidFill>
            <a:schemeClr val="accent1"/>
          </a:solidFill>
          <a:ln>
            <a:noFill/>
          </a:ln>
        </p:spPr>
        <p:style>
          <a:lnRef idx="2">
            <a:schemeClr val="accent3">
              <a:hueOff val="552171"/>
              <a:satOff val="28263"/>
              <a:lumOff val="11872"/>
              <a:alphaOff val="0"/>
            </a:schemeClr>
          </a:lnRef>
          <a:fillRef idx="1">
            <a:schemeClr val="accent3">
              <a:hueOff val="552171"/>
              <a:satOff val="28263"/>
              <a:lumOff val="11872"/>
              <a:alphaOff val="0"/>
            </a:schemeClr>
          </a:fillRef>
          <a:effectRef idx="0">
            <a:schemeClr val="accent3">
              <a:hueOff val="552171"/>
              <a:satOff val="28263"/>
              <a:lumOff val="11872"/>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汉仪旗黑-55简" panose="00020600040101010101" pitchFamily="18" charset="-122"/>
              <a:ea typeface="汉仪旗黑-55简" panose="00020600040101010101" pitchFamily="18" charset="-122"/>
              <a:cs typeface="+mn-cs"/>
              <a:sym typeface="微软雅黑" panose="020B0503020204020204" charset="-122"/>
            </a:endParaRPr>
          </a:p>
        </p:txBody>
      </p:sp>
      <p:pic>
        <p:nvPicPr>
          <p:cNvPr id="9" name="Shape3">
            <a:extLst>
              <a:ext uri="{FF2B5EF4-FFF2-40B4-BE49-F238E27FC236}">
                <a16:creationId xmlns:a16="http://schemas.microsoft.com/office/drawing/2014/main" id="{E391C580-64DF-EA06-EB0E-F6A12D1A7815}"/>
              </a:ext>
            </a:extLst>
          </p:cNvPr>
          <p:cNvPicPr>
            <a:picLocks/>
          </p:cNvPicPr>
          <p:nvPr>
            <p:custDataLst>
              <p:tags r:id="rId8"/>
            </p:custDataLst>
          </p:nvPr>
        </p:nvPicPr>
        <p:blipFill>
          <a:blip r:embed="rId25">
            <a:extLst>
              <a:ext uri="{96DAC541-7B7A-43D3-8B79-37D633B846F1}">
                <asvg:svgBlip xmlns:asvg="http://schemas.microsoft.com/office/drawing/2016/SVG/main" r:embed="rId26"/>
              </a:ext>
            </a:extLst>
          </a:blip>
          <a:stretch>
            <a:fillRect/>
          </a:stretch>
        </p:blipFill>
        <p:spPr>
          <a:xfrm>
            <a:off x="801562" y="2049739"/>
            <a:ext cx="353744" cy="360726"/>
          </a:xfrm>
          <a:prstGeom prst="rect">
            <a:avLst/>
          </a:prstGeom>
        </p:spPr>
      </p:pic>
      <p:sp>
        <p:nvSpPr>
          <p:cNvPr id="16" name="Shape4">
            <a:extLst>
              <a:ext uri="{FF2B5EF4-FFF2-40B4-BE49-F238E27FC236}">
                <a16:creationId xmlns:a16="http://schemas.microsoft.com/office/drawing/2014/main" id="{2B9490DA-183D-F96A-2CEB-98C85855C196}"/>
              </a:ext>
            </a:extLst>
          </p:cNvPr>
          <p:cNvSpPr/>
          <p:nvPr>
            <p:custDataLst>
              <p:tags r:id="rId9"/>
            </p:custDataLst>
          </p:nvPr>
        </p:nvSpPr>
        <p:spPr bwMode="auto">
          <a:xfrm>
            <a:off x="613127" y="4746843"/>
            <a:ext cx="730626" cy="730622"/>
          </a:xfrm>
          <a:prstGeom prst="ellipse">
            <a:avLst/>
          </a:prstGeom>
          <a:solidFill>
            <a:schemeClr val="accent1"/>
          </a:solidFill>
          <a:ln>
            <a:noFill/>
          </a:ln>
        </p:spPr>
        <p:style>
          <a:lnRef idx="2">
            <a:schemeClr val="accent3">
              <a:hueOff val="552171"/>
              <a:satOff val="28263"/>
              <a:lumOff val="11872"/>
              <a:alphaOff val="0"/>
            </a:schemeClr>
          </a:lnRef>
          <a:fillRef idx="1">
            <a:schemeClr val="accent3">
              <a:hueOff val="552171"/>
              <a:satOff val="28263"/>
              <a:lumOff val="11872"/>
              <a:alphaOff val="0"/>
            </a:schemeClr>
          </a:fillRef>
          <a:effectRef idx="0">
            <a:schemeClr val="accent3">
              <a:hueOff val="552171"/>
              <a:satOff val="28263"/>
              <a:lumOff val="11872"/>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汉仪旗黑-55简" panose="00020600040101010101" pitchFamily="18" charset="-122"/>
              <a:ea typeface="汉仪旗黑-55简" panose="00020600040101010101" pitchFamily="18" charset="-122"/>
              <a:cs typeface="+mn-cs"/>
              <a:sym typeface="微软雅黑" panose="020B0503020204020204" charset="-122"/>
            </a:endParaRPr>
          </a:p>
        </p:txBody>
      </p:sp>
      <p:pic>
        <p:nvPicPr>
          <p:cNvPr id="23" name="Shape5">
            <a:extLst>
              <a:ext uri="{FF2B5EF4-FFF2-40B4-BE49-F238E27FC236}">
                <a16:creationId xmlns:a16="http://schemas.microsoft.com/office/drawing/2014/main" id="{D995A012-C252-DD1D-D3E0-99ADD95D019D}"/>
              </a:ext>
            </a:extLst>
          </p:cNvPr>
          <p:cNvPicPr>
            <a:picLocks/>
          </p:cNvPicPr>
          <p:nvPr>
            <p:custDataLst>
              <p:tags r:id="rId10"/>
            </p:custDataLst>
          </p:nvPr>
        </p:nvPicPr>
        <p:blipFill>
          <a:blip r:embed="rId27">
            <a:extLst>
              <a:ext uri="{96DAC541-7B7A-43D3-8B79-37D633B846F1}">
                <asvg:svgBlip xmlns:asvg="http://schemas.microsoft.com/office/drawing/2016/SVG/main" r:embed="rId28"/>
              </a:ext>
            </a:extLst>
          </a:blip>
          <a:stretch>
            <a:fillRect/>
          </a:stretch>
        </p:blipFill>
        <p:spPr>
          <a:xfrm>
            <a:off x="793675" y="4949492"/>
            <a:ext cx="369523" cy="325321"/>
          </a:xfrm>
          <a:prstGeom prst="rect">
            <a:avLst/>
          </a:prstGeom>
        </p:spPr>
      </p:pic>
      <p:sp>
        <p:nvSpPr>
          <p:cNvPr id="24" name="Shape6">
            <a:extLst>
              <a:ext uri="{FF2B5EF4-FFF2-40B4-BE49-F238E27FC236}">
                <a16:creationId xmlns:a16="http://schemas.microsoft.com/office/drawing/2014/main" id="{3DC4788E-8C34-06AA-E14A-8CF722EB7D9F}"/>
              </a:ext>
            </a:extLst>
          </p:cNvPr>
          <p:cNvSpPr/>
          <p:nvPr>
            <p:custDataLst>
              <p:tags r:id="rId11"/>
            </p:custDataLst>
          </p:nvPr>
        </p:nvSpPr>
        <p:spPr bwMode="auto">
          <a:xfrm>
            <a:off x="613127" y="3276989"/>
            <a:ext cx="730626" cy="730622"/>
          </a:xfrm>
          <a:prstGeom prst="ellipse">
            <a:avLst/>
          </a:prstGeom>
          <a:solidFill>
            <a:schemeClr val="accent1"/>
          </a:solidFill>
          <a:ln>
            <a:noFill/>
          </a:ln>
        </p:spPr>
        <p:style>
          <a:lnRef idx="2">
            <a:schemeClr val="accent3">
              <a:hueOff val="552171"/>
              <a:satOff val="28263"/>
              <a:lumOff val="11872"/>
              <a:alphaOff val="0"/>
            </a:schemeClr>
          </a:lnRef>
          <a:fillRef idx="1">
            <a:schemeClr val="accent3">
              <a:hueOff val="552171"/>
              <a:satOff val="28263"/>
              <a:lumOff val="11872"/>
              <a:alphaOff val="0"/>
            </a:schemeClr>
          </a:fillRef>
          <a:effectRef idx="0">
            <a:schemeClr val="accent3">
              <a:hueOff val="552171"/>
              <a:satOff val="28263"/>
              <a:lumOff val="11872"/>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汉仪旗黑-55简" panose="00020600040101010101" pitchFamily="18" charset="-122"/>
              <a:ea typeface="汉仪旗黑-55简" panose="00020600040101010101" pitchFamily="18" charset="-122"/>
              <a:cs typeface="+mn-cs"/>
              <a:sym typeface="微软雅黑" panose="020B0503020204020204" charset="-122"/>
            </a:endParaRPr>
          </a:p>
        </p:txBody>
      </p:sp>
      <p:pic>
        <p:nvPicPr>
          <p:cNvPr id="33" name="Shape7">
            <a:extLst>
              <a:ext uri="{FF2B5EF4-FFF2-40B4-BE49-F238E27FC236}">
                <a16:creationId xmlns:a16="http://schemas.microsoft.com/office/drawing/2014/main" id="{D66BA776-1A6B-0205-D9F1-BE22E05FFBF6}"/>
              </a:ext>
            </a:extLst>
          </p:cNvPr>
          <p:cNvPicPr>
            <a:picLocks/>
          </p:cNvPicPr>
          <p:nvPr>
            <p:custDataLst>
              <p:tags r:id="rId12"/>
            </p:custDataLst>
          </p:nvPr>
        </p:nvPicPr>
        <p:blipFill>
          <a:blip r:embed="rId29">
            <a:extLst>
              <a:ext uri="{96DAC541-7B7A-43D3-8B79-37D633B846F1}">
                <asvg:svgBlip xmlns:asvg="http://schemas.microsoft.com/office/drawing/2016/SVG/main" r:embed="rId30"/>
              </a:ext>
            </a:extLst>
          </a:blip>
          <a:stretch>
            <a:fillRect/>
          </a:stretch>
        </p:blipFill>
        <p:spPr>
          <a:xfrm>
            <a:off x="823262" y="3502133"/>
            <a:ext cx="339452" cy="297422"/>
          </a:xfrm>
          <a:prstGeom prst="rect">
            <a:avLst/>
          </a:prstGeom>
        </p:spPr>
      </p:pic>
      <p:sp>
        <p:nvSpPr>
          <p:cNvPr id="26" name="Text1">
            <a:extLst>
              <a:ext uri="{FF2B5EF4-FFF2-40B4-BE49-F238E27FC236}">
                <a16:creationId xmlns:a16="http://schemas.microsoft.com/office/drawing/2014/main" id="{98646A03-4999-37A2-7DEE-2540496480D4}"/>
              </a:ext>
            </a:extLst>
          </p:cNvPr>
          <p:cNvSpPr txBox="1"/>
          <p:nvPr>
            <p:custDataLst>
              <p:tags r:id="rId13"/>
            </p:custDataLst>
          </p:nvPr>
        </p:nvSpPr>
        <p:spPr>
          <a:xfrm>
            <a:off x="1579935" y="2131193"/>
            <a:ext cx="4526102" cy="1026160"/>
          </a:xfrm>
          <a:prstGeom prst="rect">
            <a:avLst/>
          </a:prstGeom>
          <a:noFill/>
          <a:extLst>
            <a:ext uri="{909E8E84-426E-40DD-AFC4-6F175D3DCCD1}">
              <a14:hiddenFill xmlns:a14="http://schemas.microsoft.com/office/drawing/2010/main">
                <a:solidFill>
                  <a:srgbClr val="E84C53"/>
                </a:solidFill>
              </a14:hiddenFill>
            </a:ext>
          </a:extLst>
        </p:spPr>
        <p:txBody>
          <a:bodyPr wrap="square" rtlCol="0">
            <a:normAutofit/>
          </a:bodyPr>
          <a:lstStyle/>
          <a:p>
            <a:pPr lvl="0" fontAlgn="ctr">
              <a:lnSpc>
                <a:spcPct val="130000"/>
              </a:lnSpc>
              <a:spcBef>
                <a:spcPts val="150"/>
              </a:spcBef>
              <a:spcAft>
                <a:spcPts val="150"/>
              </a:spcAft>
              <a:defRPr/>
            </a:pPr>
            <a:r>
              <a:rPr lang="zh-CN" altLang="en-US" sz="1400">
                <a:solidFill>
                  <a:schemeClr val="bg2"/>
                </a:solidFill>
                <a:latin typeface="微软雅黑" panose="020B0503020204020204" pitchFamily="34" charset="-122"/>
                <a:ea typeface="微软雅黑" panose="020B0503020204020204" pitchFamily="34" charset="-122"/>
              </a:rPr>
              <a:t>大数据分析助力企业智能决策，通过数据驱动提高决策效率和准确性。</a:t>
            </a:r>
            <a:endParaRPr lang="en-US" altLang="zh-CN" sz="1400" dirty="0">
              <a:solidFill>
                <a:schemeClr val="bg2"/>
              </a:solidFill>
              <a:latin typeface="思源宋体 CN Light" panose="02020300000000000000" charset="-122"/>
              <a:ea typeface="思源宋体 CN Light" panose="02020300000000000000" charset="-122"/>
              <a:cs typeface="思源宋体 CN SemiBold" panose="02020600000000000000" charset="-122"/>
              <a:sym typeface="+mn-ea"/>
            </a:endParaRPr>
          </a:p>
        </p:txBody>
      </p:sp>
      <p:sp>
        <p:nvSpPr>
          <p:cNvPr id="27" name="Text2">
            <a:extLst>
              <a:ext uri="{FF2B5EF4-FFF2-40B4-BE49-F238E27FC236}">
                <a16:creationId xmlns:a16="http://schemas.microsoft.com/office/drawing/2014/main" id="{E691196D-CDD9-6D76-77C4-35644DE92317}"/>
              </a:ext>
            </a:extLst>
          </p:cNvPr>
          <p:cNvSpPr txBox="1"/>
          <p:nvPr>
            <p:custDataLst>
              <p:tags r:id="rId14"/>
            </p:custDataLst>
          </p:nvPr>
        </p:nvSpPr>
        <p:spPr>
          <a:xfrm>
            <a:off x="1535482" y="1650219"/>
            <a:ext cx="3975043" cy="508948"/>
          </a:xfrm>
          <a:prstGeom prst="rect">
            <a:avLst/>
          </a:prstGeom>
          <a:noFill/>
          <a:extLst>
            <a:ext uri="{909E8E84-426E-40DD-AFC4-6F175D3DCCD1}">
              <a14:hiddenFill xmlns:a14="http://schemas.microsoft.com/office/drawing/2010/main">
                <a:solidFill>
                  <a:srgbClr val="E84C53"/>
                </a:solidFill>
              </a14:hiddenFill>
            </a:ext>
          </a:extLst>
        </p:spPr>
        <p:txBody>
          <a:bodyPr wrap="square" rtlCol="0" anchor="ctr">
            <a:normAutofit/>
          </a:bodyPr>
          <a:lstStyle/>
          <a:p>
            <a:pPr fontAlgn="ctr"/>
            <a:r>
              <a:rPr lang="zh-CN" altLang="en-US" sz="1600" b="1">
                <a:solidFill>
                  <a:schemeClr val="tx1"/>
                </a:solidFill>
                <a:latin typeface="微软雅黑" panose="020B0503020204020204" pitchFamily="34" charset="-122"/>
                <a:ea typeface="微软雅黑" panose="020B0503020204020204" pitchFamily="34" charset="-122"/>
              </a:rPr>
              <a:t>智能决策的支持</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28" name="Text3">
            <a:extLst>
              <a:ext uri="{FF2B5EF4-FFF2-40B4-BE49-F238E27FC236}">
                <a16:creationId xmlns:a16="http://schemas.microsoft.com/office/drawing/2014/main" id="{7DE7E577-FE3B-DE76-3810-1F24C8FF24B2}"/>
              </a:ext>
            </a:extLst>
          </p:cNvPr>
          <p:cNvSpPr txBox="1"/>
          <p:nvPr>
            <p:custDataLst>
              <p:tags r:id="rId15"/>
            </p:custDataLst>
          </p:nvPr>
        </p:nvSpPr>
        <p:spPr>
          <a:xfrm>
            <a:off x="1535483" y="3638048"/>
            <a:ext cx="4572580" cy="1026160"/>
          </a:xfrm>
          <a:prstGeom prst="rect">
            <a:avLst/>
          </a:prstGeom>
          <a:noFill/>
          <a:extLst>
            <a:ext uri="{909E8E84-426E-40DD-AFC4-6F175D3DCCD1}">
              <a14:hiddenFill xmlns:a14="http://schemas.microsoft.com/office/drawing/2010/main">
                <a:solidFill>
                  <a:srgbClr val="E84C53"/>
                </a:solidFill>
              </a14:hiddenFill>
            </a:ext>
          </a:extLst>
        </p:spPr>
        <p:txBody>
          <a:bodyPr wrap="square" rtlCol="0">
            <a:normAutofit/>
          </a:bodyPr>
          <a:lstStyle/>
          <a:p>
            <a:pPr lvl="0" fontAlgn="ctr">
              <a:lnSpc>
                <a:spcPct val="130000"/>
              </a:lnSpc>
              <a:spcBef>
                <a:spcPts val="150"/>
              </a:spcBef>
              <a:spcAft>
                <a:spcPts val="150"/>
              </a:spcAft>
              <a:defRPr/>
            </a:pPr>
            <a:r>
              <a:rPr lang="zh-CN" altLang="en-US" sz="1400">
                <a:solidFill>
                  <a:schemeClr val="bg2"/>
                </a:solidFill>
                <a:latin typeface="微软雅黑" panose="020B0503020204020204" pitchFamily="34" charset="-122"/>
                <a:ea typeface="微软雅黑" panose="020B0503020204020204" pitchFamily="34" charset="-122"/>
              </a:rPr>
              <a:t>智慧城市建设中，大数据用于交通、环境等管理，提升了城市运行效率。</a:t>
            </a:r>
            <a:endParaRPr lang="en-US" altLang="zh-CN" sz="1400" dirty="0">
              <a:solidFill>
                <a:schemeClr val="bg2"/>
              </a:solidFill>
              <a:latin typeface="思源宋体 CN Light" panose="02020300000000000000" charset="-122"/>
              <a:ea typeface="思源宋体 CN Light" panose="02020300000000000000" charset="-122"/>
              <a:cs typeface="思源宋体 CN SemiBold" panose="02020600000000000000" charset="-122"/>
              <a:sym typeface="+mn-ea"/>
            </a:endParaRPr>
          </a:p>
        </p:txBody>
      </p:sp>
      <p:sp>
        <p:nvSpPr>
          <p:cNvPr id="29" name="Text4">
            <a:extLst>
              <a:ext uri="{FF2B5EF4-FFF2-40B4-BE49-F238E27FC236}">
                <a16:creationId xmlns:a16="http://schemas.microsoft.com/office/drawing/2014/main" id="{7085F71E-E7E9-B9D6-15D6-F2F4DE7AECB0}"/>
              </a:ext>
            </a:extLst>
          </p:cNvPr>
          <p:cNvSpPr txBox="1"/>
          <p:nvPr>
            <p:custDataLst>
              <p:tags r:id="rId16"/>
            </p:custDataLst>
          </p:nvPr>
        </p:nvSpPr>
        <p:spPr>
          <a:xfrm>
            <a:off x="1491035" y="3157353"/>
            <a:ext cx="3681040" cy="507256"/>
          </a:xfrm>
          <a:prstGeom prst="rect">
            <a:avLst/>
          </a:prstGeom>
          <a:noFill/>
          <a:extLst>
            <a:ext uri="{909E8E84-426E-40DD-AFC4-6F175D3DCCD1}">
              <a14:hiddenFill xmlns:a14="http://schemas.microsoft.com/office/drawing/2010/main">
                <a:solidFill>
                  <a:srgbClr val="E84C53"/>
                </a:solidFill>
              </a14:hiddenFill>
            </a:ext>
          </a:extLst>
        </p:spPr>
        <p:txBody>
          <a:bodyPr wrap="square" rtlCol="0" anchor="ctr">
            <a:normAutofit/>
          </a:bodyPr>
          <a:lstStyle/>
          <a:p>
            <a:pPr fontAlgn="ctr"/>
            <a:r>
              <a:rPr lang="zh-CN" altLang="en-US" sz="1600" b="1">
                <a:solidFill>
                  <a:schemeClr val="tx1"/>
                </a:solidFill>
                <a:latin typeface="微软雅黑" panose="020B0503020204020204" pitchFamily="34" charset="-122"/>
                <a:ea typeface="微软雅黑" panose="020B0503020204020204" pitchFamily="34" charset="-122"/>
              </a:rPr>
              <a:t>城市管理的优化</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30" name="Text5">
            <a:extLst>
              <a:ext uri="{FF2B5EF4-FFF2-40B4-BE49-F238E27FC236}">
                <a16:creationId xmlns:a16="http://schemas.microsoft.com/office/drawing/2014/main" id="{6E978197-FE83-EF20-480D-469B923CC3B6}"/>
              </a:ext>
            </a:extLst>
          </p:cNvPr>
          <p:cNvSpPr txBox="1"/>
          <p:nvPr>
            <p:custDataLst>
              <p:tags r:id="rId17"/>
            </p:custDataLst>
          </p:nvPr>
        </p:nvSpPr>
        <p:spPr>
          <a:xfrm>
            <a:off x="1523420" y="5142363"/>
            <a:ext cx="4572580" cy="1026160"/>
          </a:xfrm>
          <a:prstGeom prst="rect">
            <a:avLst/>
          </a:prstGeom>
          <a:noFill/>
          <a:extLst>
            <a:ext uri="{909E8E84-426E-40DD-AFC4-6F175D3DCCD1}">
              <a14:hiddenFill xmlns:a14="http://schemas.microsoft.com/office/drawing/2010/main">
                <a:solidFill>
                  <a:srgbClr val="E84C53"/>
                </a:solidFill>
              </a14:hiddenFill>
            </a:ext>
          </a:extLst>
        </p:spPr>
        <p:txBody>
          <a:bodyPr wrap="square" rtlCol="0">
            <a:normAutofit/>
          </a:bodyPr>
          <a:lstStyle/>
          <a:p>
            <a:pPr lvl="0" fontAlgn="ctr">
              <a:lnSpc>
                <a:spcPct val="130000"/>
              </a:lnSpc>
              <a:spcBef>
                <a:spcPts val="150"/>
              </a:spcBef>
              <a:spcAft>
                <a:spcPts val="150"/>
              </a:spcAft>
              <a:defRPr/>
            </a:pPr>
            <a:r>
              <a:rPr lang="en-US" altLang="zh-CN" sz="1400">
                <a:solidFill>
                  <a:schemeClr val="bg2"/>
                </a:solidFill>
                <a:latin typeface="微软雅黑" panose="020B0503020204020204" pitchFamily="34" charset="-122"/>
                <a:ea typeface="微软雅黑" panose="020B0503020204020204" pitchFamily="34" charset="-122"/>
              </a:rPr>
              <a:t>AI</a:t>
            </a:r>
            <a:r>
              <a:rPr lang="zh-CN" altLang="en-US" sz="1400">
                <a:solidFill>
                  <a:schemeClr val="bg2"/>
                </a:solidFill>
                <a:latin typeface="微软雅黑" panose="020B0503020204020204" pitchFamily="34" charset="-122"/>
                <a:ea typeface="微软雅黑" panose="020B0503020204020204" pitchFamily="34" charset="-122"/>
              </a:rPr>
              <a:t>辅助医疗诊断通过大数据分析，提高疾病诊断的准确性和效率。</a:t>
            </a:r>
            <a:endParaRPr lang="en-US" altLang="zh-CN" sz="1400" dirty="0">
              <a:solidFill>
                <a:schemeClr val="bg2"/>
              </a:solidFill>
              <a:latin typeface="思源宋体 CN Light" panose="02020300000000000000" charset="-122"/>
              <a:ea typeface="思源宋体 CN Light" panose="02020300000000000000" charset="-122"/>
              <a:cs typeface="思源宋体 CN SemiBold" panose="02020600000000000000" charset="-122"/>
              <a:sym typeface="+mn-ea"/>
            </a:endParaRPr>
          </a:p>
        </p:txBody>
      </p:sp>
      <p:sp>
        <p:nvSpPr>
          <p:cNvPr id="31" name="Text6">
            <a:extLst>
              <a:ext uri="{FF2B5EF4-FFF2-40B4-BE49-F238E27FC236}">
                <a16:creationId xmlns:a16="http://schemas.microsoft.com/office/drawing/2014/main" id="{0D9B03BB-452C-B3AC-DAF2-C5E27786FA7D}"/>
              </a:ext>
            </a:extLst>
          </p:cNvPr>
          <p:cNvSpPr txBox="1"/>
          <p:nvPr>
            <p:custDataLst>
              <p:tags r:id="rId18"/>
            </p:custDataLst>
          </p:nvPr>
        </p:nvSpPr>
        <p:spPr>
          <a:xfrm>
            <a:off x="1478970" y="4661668"/>
            <a:ext cx="3681040" cy="507256"/>
          </a:xfrm>
          <a:prstGeom prst="rect">
            <a:avLst/>
          </a:prstGeom>
          <a:noFill/>
          <a:extLst>
            <a:ext uri="{909E8E84-426E-40DD-AFC4-6F175D3DCCD1}">
              <a14:hiddenFill xmlns:a14="http://schemas.microsoft.com/office/drawing/2010/main">
                <a:solidFill>
                  <a:srgbClr val="E84C53"/>
                </a:solidFill>
              </a14:hiddenFill>
            </a:ext>
          </a:extLst>
        </p:spPr>
        <p:txBody>
          <a:bodyPr wrap="square" rtlCol="0" anchor="ctr">
            <a:normAutofit/>
          </a:bodyPr>
          <a:lstStyle/>
          <a:p>
            <a:pPr fontAlgn="ctr"/>
            <a:r>
              <a:rPr lang="zh-CN" altLang="en-US" sz="1600" b="1">
                <a:solidFill>
                  <a:schemeClr val="tx1"/>
                </a:solidFill>
                <a:latin typeface="微软雅黑" panose="020B0503020204020204" pitchFamily="34" charset="-122"/>
                <a:ea typeface="微软雅黑" panose="020B0503020204020204" pitchFamily="34" charset="-122"/>
              </a:rPr>
              <a:t>医疗诊断的革新</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3" name="Text7">
            <a:extLst>
              <a:ext uri="{FF2B5EF4-FFF2-40B4-BE49-F238E27FC236}">
                <a16:creationId xmlns:a16="http://schemas.microsoft.com/office/drawing/2014/main" id="{9455DF30-38B2-C18F-A0C2-3A92EAC658FA}"/>
              </a:ext>
            </a:extLst>
          </p:cNvPr>
          <p:cNvSpPr txBox="1"/>
          <p:nvPr>
            <p:custDataLst>
              <p:tags r:id="rId19"/>
            </p:custDataLst>
          </p:nvPr>
        </p:nvSpPr>
        <p:spPr>
          <a:xfrm>
            <a:off x="811602" y="287410"/>
            <a:ext cx="10094524"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大数据带来的变革</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pic>
        <p:nvPicPr>
          <p:cNvPr id="35" name="Shape8">
            <a:extLst>
              <a:ext uri="{FF2B5EF4-FFF2-40B4-BE49-F238E27FC236}">
                <a16:creationId xmlns:a16="http://schemas.microsoft.com/office/drawing/2014/main" id="{97DB240A-A6C8-BCB8-AE28-CEFFA4691B02}"/>
              </a:ext>
            </a:extLst>
          </p:cNvPr>
          <p:cNvPicPr>
            <a:picLocks/>
          </p:cNvPicPr>
          <p:nvPr>
            <p:custDataLst>
              <p:tags r:id="rId20"/>
            </p:custDataLst>
          </p:nvPr>
        </p:nvPicPr>
        <p:blipFill>
          <a:blip r:embed="rId31">
            <a:extLst>
              <a:ext uri="{96DAC541-7B7A-43D3-8B79-37D633B846F1}">
                <asvg:svgBlip xmlns:asvg="http://schemas.microsoft.com/office/drawing/2016/SVG/main" r:embed="rId32"/>
              </a:ext>
            </a:extLst>
          </a:blip>
          <a:stretch>
            <a:fillRect/>
          </a:stretch>
        </p:blipFill>
        <p:spPr>
          <a:xfrm>
            <a:off x="256421" y="473520"/>
            <a:ext cx="459926" cy="459926"/>
          </a:xfrm>
          <a:prstGeom prst="rect">
            <a:avLst/>
          </a:prstGeom>
        </p:spPr>
      </p:pic>
      <p:sp>
        <p:nvSpPr>
          <p:cNvPr id="36" name="Text2" hidden="1">
            <a:extLst>
              <a:ext uri="{FF2B5EF4-FFF2-40B4-BE49-F238E27FC236}">
                <a16:creationId xmlns:a16="http://schemas.microsoft.com/office/drawing/2014/main" id="{117EB940-616D-A81E-FC7A-D8C922A110A0}"/>
              </a:ext>
            </a:extLst>
          </p:cNvPr>
          <p:cNvSpPr txBox="1"/>
          <p:nvPr>
            <p:custDataLst>
              <p:tags r:id="rId21"/>
            </p:custDataLst>
          </p:nvPr>
        </p:nvSpPr>
        <p:spPr>
          <a:xfrm>
            <a:off x="922691" y="7832348"/>
            <a:ext cx="11669372" cy="720348"/>
          </a:xfrm>
          <a:prstGeom prst="rect">
            <a:avLst/>
          </a:prstGeom>
          <a:noFill/>
        </p:spPr>
        <p:txBody>
          <a:bodyPr wrap="square" rtlCol="0" anchor="ctr" anchorCtr="0">
            <a:no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39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面临的机遇与挑战</a:t>
            </a:r>
            <a:endParaRPr lang="zh-CN" altLang="en-US" sz="39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spTree>
    <p:custDataLst>
      <p:custData r:id="rId1"/>
      <p:tags r:id="rId2"/>
    </p:custDataLst>
    <p:extLst>
      <p:ext uri="{BB962C8B-B14F-4D97-AF65-F5344CB8AC3E}">
        <p14:creationId xmlns:p14="http://schemas.microsoft.com/office/powerpoint/2010/main" val="35368167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4/3*#ppt_w"/>
                                          </p:val>
                                        </p:tav>
                                        <p:tav tm="100000">
                                          <p:val>
                                            <p:strVal val="#ppt_w"/>
                                          </p:val>
                                        </p:tav>
                                      </p:tavLst>
                                    </p:anim>
                                    <p:anim calcmode="lin" valueType="num">
                                      <p:cBhvr>
                                        <p:cTn id="8" dur="500" fill="hold"/>
                                        <p:tgtEl>
                                          <p:spTgt spid="10"/>
                                        </p:tgtEl>
                                        <p:attrNameLst>
                                          <p:attrName>ppt_h</p:attrName>
                                        </p:attrNameLst>
                                      </p:cBhvr>
                                      <p:tavLst>
                                        <p:tav tm="0">
                                          <p:val>
                                            <p:strVal val="4/3*#ppt_h"/>
                                          </p:val>
                                        </p:tav>
                                        <p:tav tm="100000">
                                          <p:val>
                                            <p:strVal val="#ppt_h"/>
                                          </p:val>
                                        </p:tav>
                                      </p:tavLst>
                                    </p:anim>
                                  </p:childTnLst>
                                </p:cTn>
                              </p:par>
                              <p:par>
                                <p:cTn id="9" presetID="23" presetClass="entr" presetSubtype="288"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ppt_w</p:attrName>
                                        </p:attrNameLst>
                                      </p:cBhvr>
                                      <p:tavLst>
                                        <p:tav tm="0">
                                          <p:val>
                                            <p:strVal val="4/3*#ppt_w"/>
                                          </p:val>
                                        </p:tav>
                                        <p:tav tm="100000">
                                          <p:val>
                                            <p:strVal val="#ppt_w"/>
                                          </p:val>
                                        </p:tav>
                                      </p:tavLst>
                                    </p:anim>
                                    <p:anim calcmode="lin" valueType="num">
                                      <p:cBhvr>
                                        <p:cTn id="12" dur="500" fill="hold"/>
                                        <p:tgtEl>
                                          <p:spTgt spid="24"/>
                                        </p:tgtEl>
                                        <p:attrNameLst>
                                          <p:attrName>ppt_h</p:attrName>
                                        </p:attrNameLst>
                                      </p:cBhvr>
                                      <p:tavLst>
                                        <p:tav tm="0">
                                          <p:val>
                                            <p:strVal val="4/3*#ppt_h"/>
                                          </p:val>
                                        </p:tav>
                                        <p:tav tm="100000">
                                          <p:val>
                                            <p:strVal val="#ppt_h"/>
                                          </p:val>
                                        </p:tav>
                                      </p:tavLst>
                                    </p:anim>
                                  </p:childTnLst>
                                </p:cTn>
                              </p:par>
                              <p:par>
                                <p:cTn id="13" presetID="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to="" calcmode="lin" valueType="num">
                                      <p:cBhvr>
                                        <p:cTn id="15" dur="500" fill="hold">
                                          <p:stCondLst>
                                            <p:cond delay="0"/>
                                          </p:stCondLst>
                                        </p:cTn>
                                        <p:tgtEl>
                                          <p:spTgt spid="4"/>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6" dur="500" fill="hold">
                                          <p:stCondLst>
                                            <p:cond delay="0"/>
                                          </p:stCondLst>
                                        </p:cTn>
                                        <p:tgtEl>
                                          <p:spTgt spid="4"/>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7" dur="500" fill="hold">
                                          <p:stCondLst>
                                            <p:cond delay="0"/>
                                          </p:stCondLst>
                                        </p:cTn>
                                        <p:tgtEl>
                                          <p:spTgt spid="4"/>
                                        </p:tgtEl>
                                        <p:attrNameLst>
                                          <p:attrName>style.opacity</p:attrName>
                                        </p:attrNameLst>
                                      </p:cBhvr>
                                      <p:tavLst>
                                        <p:tav tm="0">
                                          <p:val>
                                            <p:strVal val="0"/>
                                          </p:val>
                                        </p:tav>
                                        <p:tav tm="100000">
                                          <p:val>
                                            <p:strVal val="1"/>
                                          </p:val>
                                        </p:tav>
                                      </p:tavLst>
                                    </p:anim>
                                  </p:childTnLst>
                                </p:cTn>
                              </p:par>
                              <p:par>
                                <p:cTn id="18" presetID="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to="" calcmode="lin" valueType="num">
                                      <p:cBhvr>
                                        <p:cTn id="20" dur="500" fill="hold">
                                          <p:stCondLst>
                                            <p:cond delay="0"/>
                                          </p:stCondLst>
                                        </p:cTn>
                                        <p:tgtEl>
                                          <p:spTgt spid="6"/>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1" dur="500" fill="hold">
                                          <p:stCondLst>
                                            <p:cond delay="0"/>
                                          </p:stCondLst>
                                        </p:cTn>
                                        <p:tgtEl>
                                          <p:spTgt spid="6"/>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2" dur="500" fill="hold">
                                          <p:stCondLst>
                                            <p:cond delay="0"/>
                                          </p:stCondLst>
                                        </p:cTn>
                                        <p:tgtEl>
                                          <p:spTgt spid="6"/>
                                        </p:tgtEl>
                                        <p:attrNameLst>
                                          <p:attrName>style.opacity</p:attrName>
                                        </p:attrNameLst>
                                      </p:cBhvr>
                                      <p:tavLst>
                                        <p:tav tm="0">
                                          <p:val>
                                            <p:strVal val="0"/>
                                          </p:val>
                                        </p:tav>
                                        <p:tav tm="100000">
                                          <p:val>
                                            <p:strVal val="1"/>
                                          </p:val>
                                        </p:tav>
                                      </p:tavLst>
                                    </p:anim>
                                  </p:childTnLst>
                                </p:cTn>
                              </p:par>
                              <p:par>
                                <p:cTn id="23" presetID="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to="" calcmode="lin" valueType="num">
                                      <p:cBhvr>
                                        <p:cTn id="25" dur="500" fill="hold">
                                          <p:stCondLst>
                                            <p:cond delay="0"/>
                                          </p:stCondLst>
                                        </p:cTn>
                                        <p:tgtEl>
                                          <p:spTgt spid="7"/>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6" dur="500" fill="hold">
                                          <p:stCondLst>
                                            <p:cond delay="0"/>
                                          </p:stCondLst>
                                        </p:cTn>
                                        <p:tgtEl>
                                          <p:spTgt spid="7"/>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7" dur="500" fill="hold">
                                          <p:stCondLst>
                                            <p:cond delay="0"/>
                                          </p:stCondLst>
                                        </p:cTn>
                                        <p:tgtEl>
                                          <p:spTgt spid="7"/>
                                        </p:tgtEl>
                                        <p:attrNameLst>
                                          <p:attrName>style.opacity</p:attrName>
                                        </p:attrNameLst>
                                      </p:cBhvr>
                                      <p:tavLst>
                                        <p:tav tm="0">
                                          <p:val>
                                            <p:strVal val="0"/>
                                          </p:val>
                                        </p:tav>
                                        <p:tav tm="100000">
                                          <p:val>
                                            <p:strVal val="1"/>
                                          </p:val>
                                        </p:tav>
                                      </p:tavLst>
                                    </p:anim>
                                  </p:childTnLst>
                                </p:cTn>
                              </p:par>
                              <p:par>
                                <p:cTn id="28" presetID="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to="" calcmode="lin" valueType="num">
                                      <p:cBhvr>
                                        <p:cTn id="30" dur="500" fill="hold">
                                          <p:stCondLst>
                                            <p:cond delay="0"/>
                                          </p:stCondLst>
                                        </p:cTn>
                                        <p:tgtEl>
                                          <p:spTgt spid="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31" dur="500" fill="hold">
                                          <p:stCondLst>
                                            <p:cond delay="0"/>
                                          </p:stCondLst>
                                        </p:cTn>
                                        <p:tgtEl>
                                          <p:spTgt spid="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32" dur="500" fill="hold">
                                          <p:stCondLst>
                                            <p:cond delay="0"/>
                                          </p:stCondLst>
                                        </p:cTn>
                                        <p:tgtEl>
                                          <p:spTgt spid="8"/>
                                        </p:tgtEl>
                                        <p:attrNameLst>
                                          <p:attrName>style.opacity</p:attrName>
                                        </p:attrNameLst>
                                      </p:cBhvr>
                                      <p:tavLst>
                                        <p:tav tm="0">
                                          <p:val>
                                            <p:strVal val="0"/>
                                          </p:val>
                                        </p:tav>
                                        <p:tav tm="100000">
                                          <p:val>
                                            <p:strVal val="1"/>
                                          </p:val>
                                        </p:tav>
                                      </p:tavLst>
                                    </p:anim>
                                  </p:childTnLst>
                                </p:cTn>
                              </p:par>
                              <p:par>
                                <p:cTn id="33" presetID="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to="" calcmode="lin" valueType="num">
                                      <p:cBhvr>
                                        <p:cTn id="35" dur="500" fill="hold">
                                          <p:stCondLst>
                                            <p:cond delay="0"/>
                                          </p:stCondLst>
                                        </p:cTn>
                                        <p:tgtEl>
                                          <p:spTgt spid="9"/>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36" dur="500" fill="hold">
                                          <p:stCondLst>
                                            <p:cond delay="0"/>
                                          </p:stCondLst>
                                        </p:cTn>
                                        <p:tgtEl>
                                          <p:spTgt spid="9"/>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37" dur="500" fill="hold">
                                          <p:stCondLst>
                                            <p:cond delay="0"/>
                                          </p:stCondLst>
                                        </p:cTn>
                                        <p:tgtEl>
                                          <p:spTgt spid="9"/>
                                        </p:tgtEl>
                                        <p:attrNameLst>
                                          <p:attrName>style.opacity</p:attrName>
                                        </p:attrNameLst>
                                      </p:cBhvr>
                                      <p:tavLst>
                                        <p:tav tm="0">
                                          <p:val>
                                            <p:strVal val="0"/>
                                          </p:val>
                                        </p:tav>
                                        <p:tav tm="100000">
                                          <p:val>
                                            <p:strVal val="1"/>
                                          </p:val>
                                        </p:tav>
                                      </p:tavLst>
                                    </p:anim>
                                  </p:childTnLst>
                                </p:cTn>
                              </p:par>
                              <p:par>
                                <p:cTn id="38" presetID="0" presetClass="entr" presetSubtype="0" fill="hold" nodeType="withEffect">
                                  <p:stCondLst>
                                    <p:cond delay="0"/>
                                  </p:stCondLst>
                                  <p:childTnLst>
                                    <p:set>
                                      <p:cBhvr>
                                        <p:cTn id="39" dur="1" fill="hold">
                                          <p:stCondLst>
                                            <p:cond delay="0"/>
                                          </p:stCondLst>
                                        </p:cTn>
                                        <p:tgtEl>
                                          <p:spTgt spid="33"/>
                                        </p:tgtEl>
                                        <p:attrNameLst>
                                          <p:attrName>style.visibility</p:attrName>
                                        </p:attrNameLst>
                                      </p:cBhvr>
                                      <p:to>
                                        <p:strVal val="visible"/>
                                      </p:to>
                                    </p:set>
                                    <p:anim to="" calcmode="lin" valueType="num">
                                      <p:cBhvr>
                                        <p:cTn id="40" dur="500" fill="hold">
                                          <p:stCondLst>
                                            <p:cond delay="0"/>
                                          </p:stCondLst>
                                        </p:cTn>
                                        <p:tgtEl>
                                          <p:spTgt spid="33"/>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41" dur="500" fill="hold">
                                          <p:stCondLst>
                                            <p:cond delay="0"/>
                                          </p:stCondLst>
                                        </p:cTn>
                                        <p:tgtEl>
                                          <p:spTgt spid="33"/>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42" dur="500" fill="hold">
                                          <p:stCondLst>
                                            <p:cond delay="0"/>
                                          </p:stCondLst>
                                        </p:cTn>
                                        <p:tgtEl>
                                          <p:spTgt spid="33"/>
                                        </p:tgtEl>
                                        <p:attrNameLst>
                                          <p:attrName>style.opacity</p:attrName>
                                        </p:attrNameLst>
                                      </p:cBhvr>
                                      <p:tavLst>
                                        <p:tav tm="0">
                                          <p:val>
                                            <p:strVal val="0"/>
                                          </p:val>
                                        </p:tav>
                                        <p:tav tm="100000">
                                          <p:val>
                                            <p:strVal val="1"/>
                                          </p:val>
                                        </p:tav>
                                      </p:tavLst>
                                    </p:anim>
                                  </p:childTnLst>
                                </p:cTn>
                              </p:par>
                              <p:par>
                                <p:cTn id="43" presetID="0"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 to="" calcmode="lin" valueType="num">
                                      <p:cBhvr>
                                        <p:cTn id="45" dur="500" fill="hold">
                                          <p:stCondLst>
                                            <p:cond delay="0"/>
                                          </p:stCondLst>
                                        </p:cTn>
                                        <p:tgtEl>
                                          <p:spTgt spid="35"/>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46" dur="500" fill="hold">
                                          <p:stCondLst>
                                            <p:cond delay="0"/>
                                          </p:stCondLst>
                                        </p:cTn>
                                        <p:tgtEl>
                                          <p:spTgt spid="35"/>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47" dur="500" fill="hold">
                                          <p:stCondLst>
                                            <p:cond delay="0"/>
                                          </p:stCondLst>
                                        </p:cTn>
                                        <p:tgtEl>
                                          <p:spTgt spid="35"/>
                                        </p:tgtEl>
                                        <p:attrNameLst>
                                          <p:attrName>style.opacity</p:attrName>
                                        </p:attrNameLst>
                                      </p:cBhvr>
                                      <p:tavLst>
                                        <p:tav tm="0">
                                          <p:val>
                                            <p:strVal val="0"/>
                                          </p:val>
                                        </p:tav>
                                        <p:tav tm="100000">
                                          <p:val>
                                            <p:strVal val="1"/>
                                          </p:val>
                                        </p:tav>
                                      </p:tavLst>
                                    </p:anim>
                                  </p:childTnLst>
                                </p:cTn>
                              </p:par>
                            </p:childTnLst>
                          </p:cTn>
                        </p:par>
                      </p:childTnLst>
                    </p:cTn>
                  </p:par>
                  <p:par>
                    <p:cTn id="48" fill="hold">
                      <p:stCondLst>
                        <p:cond delay="indefinite"/>
                      </p:stCondLst>
                      <p:childTnLst>
                        <p:par>
                          <p:cTn id="49" fill="hold">
                            <p:stCondLst>
                              <p:cond delay="0"/>
                            </p:stCondLst>
                            <p:childTnLst>
                              <p:par>
                                <p:cTn id="50" presetID="37"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anim calcmode="lin" valueType="num">
                                      <p:cBhvr>
                                        <p:cTn id="53" dur="500" fill="hold"/>
                                        <p:tgtEl>
                                          <p:spTgt spid="27"/>
                                        </p:tgtEl>
                                        <p:attrNameLst>
                                          <p:attrName>ppt_x</p:attrName>
                                        </p:attrNameLst>
                                      </p:cBhvr>
                                      <p:tavLst>
                                        <p:tav tm="0">
                                          <p:val>
                                            <p:strVal val="#ppt_x"/>
                                          </p:val>
                                        </p:tav>
                                        <p:tav tm="100000">
                                          <p:val>
                                            <p:strVal val="#ppt_x"/>
                                          </p:val>
                                        </p:tav>
                                      </p:tavLst>
                                    </p:anim>
                                    <p:anim calcmode="lin" valueType="num">
                                      <p:cBhvr>
                                        <p:cTn id="54" dur="450" decel="100000" fill="hold"/>
                                        <p:tgtEl>
                                          <p:spTgt spid="27"/>
                                        </p:tgtEl>
                                        <p:attrNameLst>
                                          <p:attrName>ppt_y</p:attrName>
                                        </p:attrNameLst>
                                      </p:cBhvr>
                                      <p:tavLst>
                                        <p:tav tm="0">
                                          <p:val>
                                            <p:strVal val="#ppt_y+1"/>
                                          </p:val>
                                        </p:tav>
                                        <p:tav tm="100000">
                                          <p:val>
                                            <p:strVal val="#ppt_y-.03"/>
                                          </p:val>
                                        </p:tav>
                                      </p:tavLst>
                                    </p:anim>
                                    <p:anim calcmode="lin" valueType="num">
                                      <p:cBhvr>
                                        <p:cTn id="55" dur="50" accel="100000" fill="hold">
                                          <p:stCondLst>
                                            <p:cond delay="450"/>
                                          </p:stCondLst>
                                        </p:cTn>
                                        <p:tgtEl>
                                          <p:spTgt spid="27"/>
                                        </p:tgtEl>
                                        <p:attrNameLst>
                                          <p:attrName>ppt_y</p:attrName>
                                        </p:attrNameLst>
                                      </p:cBhvr>
                                      <p:tavLst>
                                        <p:tav tm="0">
                                          <p:val>
                                            <p:strVal val="#ppt_y-.03"/>
                                          </p:val>
                                        </p:tav>
                                        <p:tav tm="100000">
                                          <p:val>
                                            <p:strVal val="#ppt_y"/>
                                          </p:val>
                                        </p:tav>
                                      </p:tavLst>
                                    </p:anim>
                                  </p:childTnLst>
                                </p:cTn>
                              </p:par>
                              <p:par>
                                <p:cTn id="56" presetID="37"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anim calcmode="lin" valueType="num">
                                      <p:cBhvr>
                                        <p:cTn id="59" dur="500" fill="hold"/>
                                        <p:tgtEl>
                                          <p:spTgt spid="26"/>
                                        </p:tgtEl>
                                        <p:attrNameLst>
                                          <p:attrName>ppt_x</p:attrName>
                                        </p:attrNameLst>
                                      </p:cBhvr>
                                      <p:tavLst>
                                        <p:tav tm="0">
                                          <p:val>
                                            <p:strVal val="#ppt_x"/>
                                          </p:val>
                                        </p:tav>
                                        <p:tav tm="100000">
                                          <p:val>
                                            <p:strVal val="#ppt_x"/>
                                          </p:val>
                                        </p:tav>
                                      </p:tavLst>
                                    </p:anim>
                                    <p:anim calcmode="lin" valueType="num">
                                      <p:cBhvr>
                                        <p:cTn id="60" dur="450" decel="100000" fill="hold"/>
                                        <p:tgtEl>
                                          <p:spTgt spid="26"/>
                                        </p:tgtEl>
                                        <p:attrNameLst>
                                          <p:attrName>ppt_y</p:attrName>
                                        </p:attrNameLst>
                                      </p:cBhvr>
                                      <p:tavLst>
                                        <p:tav tm="0">
                                          <p:val>
                                            <p:strVal val="#ppt_y+1"/>
                                          </p:val>
                                        </p:tav>
                                        <p:tav tm="100000">
                                          <p:val>
                                            <p:strVal val="#ppt_y-.03"/>
                                          </p:val>
                                        </p:tav>
                                      </p:tavLst>
                                    </p:anim>
                                    <p:anim calcmode="lin" valueType="num">
                                      <p:cBhvr>
                                        <p:cTn id="61" dur="50" accel="100000" fill="hold">
                                          <p:stCondLst>
                                            <p:cond delay="450"/>
                                          </p:stCondLst>
                                        </p:cTn>
                                        <p:tgtEl>
                                          <p:spTgt spid="26"/>
                                        </p:tgtEl>
                                        <p:attrNameLst>
                                          <p:attrName>ppt_y</p:attrName>
                                        </p:attrNameLst>
                                      </p:cBhvr>
                                      <p:tavLst>
                                        <p:tav tm="0">
                                          <p:val>
                                            <p:strVal val="#ppt_y-.03"/>
                                          </p:val>
                                        </p:tav>
                                        <p:tav tm="100000">
                                          <p:val>
                                            <p:strVal val="#ppt_y"/>
                                          </p:val>
                                        </p:tav>
                                      </p:tavLst>
                                    </p:anim>
                                  </p:childTnLst>
                                </p:cTn>
                              </p:par>
                              <p:par>
                                <p:cTn id="62" presetID="37" presetClass="entr" presetSubtype="0" fill="hold" grpId="0"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anim calcmode="lin" valueType="num">
                                      <p:cBhvr>
                                        <p:cTn id="65" dur="500" fill="hold"/>
                                        <p:tgtEl>
                                          <p:spTgt spid="29"/>
                                        </p:tgtEl>
                                        <p:attrNameLst>
                                          <p:attrName>ppt_x</p:attrName>
                                        </p:attrNameLst>
                                      </p:cBhvr>
                                      <p:tavLst>
                                        <p:tav tm="0">
                                          <p:val>
                                            <p:strVal val="#ppt_x"/>
                                          </p:val>
                                        </p:tav>
                                        <p:tav tm="100000">
                                          <p:val>
                                            <p:strVal val="#ppt_x"/>
                                          </p:val>
                                        </p:tav>
                                      </p:tavLst>
                                    </p:anim>
                                    <p:anim calcmode="lin" valueType="num">
                                      <p:cBhvr>
                                        <p:cTn id="66" dur="450" decel="100000" fill="hold"/>
                                        <p:tgtEl>
                                          <p:spTgt spid="29"/>
                                        </p:tgtEl>
                                        <p:attrNameLst>
                                          <p:attrName>ppt_y</p:attrName>
                                        </p:attrNameLst>
                                      </p:cBhvr>
                                      <p:tavLst>
                                        <p:tav tm="0">
                                          <p:val>
                                            <p:strVal val="#ppt_y+1"/>
                                          </p:val>
                                        </p:tav>
                                        <p:tav tm="100000">
                                          <p:val>
                                            <p:strVal val="#ppt_y-.03"/>
                                          </p:val>
                                        </p:tav>
                                      </p:tavLst>
                                    </p:anim>
                                    <p:anim calcmode="lin" valueType="num">
                                      <p:cBhvr>
                                        <p:cTn id="67" dur="50" accel="100000" fill="hold">
                                          <p:stCondLst>
                                            <p:cond delay="450"/>
                                          </p:stCondLst>
                                        </p:cTn>
                                        <p:tgtEl>
                                          <p:spTgt spid="29"/>
                                        </p:tgtEl>
                                        <p:attrNameLst>
                                          <p:attrName>ppt_y</p:attrName>
                                        </p:attrNameLst>
                                      </p:cBhvr>
                                      <p:tavLst>
                                        <p:tav tm="0">
                                          <p:val>
                                            <p:strVal val="#ppt_y-.03"/>
                                          </p:val>
                                        </p:tav>
                                        <p:tav tm="100000">
                                          <p:val>
                                            <p:strVal val="#ppt_y"/>
                                          </p:val>
                                        </p:tav>
                                      </p:tavLst>
                                    </p:anim>
                                  </p:childTnLst>
                                </p:cTn>
                              </p:par>
                              <p:par>
                                <p:cTn id="68" presetID="37"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500"/>
                                        <p:tgtEl>
                                          <p:spTgt spid="28"/>
                                        </p:tgtEl>
                                      </p:cBhvr>
                                    </p:animEffect>
                                    <p:anim calcmode="lin" valueType="num">
                                      <p:cBhvr>
                                        <p:cTn id="71" dur="500" fill="hold"/>
                                        <p:tgtEl>
                                          <p:spTgt spid="28"/>
                                        </p:tgtEl>
                                        <p:attrNameLst>
                                          <p:attrName>ppt_x</p:attrName>
                                        </p:attrNameLst>
                                      </p:cBhvr>
                                      <p:tavLst>
                                        <p:tav tm="0">
                                          <p:val>
                                            <p:strVal val="#ppt_x"/>
                                          </p:val>
                                        </p:tav>
                                        <p:tav tm="100000">
                                          <p:val>
                                            <p:strVal val="#ppt_x"/>
                                          </p:val>
                                        </p:tav>
                                      </p:tavLst>
                                    </p:anim>
                                    <p:anim calcmode="lin" valueType="num">
                                      <p:cBhvr>
                                        <p:cTn id="72" dur="450" decel="100000" fill="hold"/>
                                        <p:tgtEl>
                                          <p:spTgt spid="28"/>
                                        </p:tgtEl>
                                        <p:attrNameLst>
                                          <p:attrName>ppt_y</p:attrName>
                                        </p:attrNameLst>
                                      </p:cBhvr>
                                      <p:tavLst>
                                        <p:tav tm="0">
                                          <p:val>
                                            <p:strVal val="#ppt_y+1"/>
                                          </p:val>
                                        </p:tav>
                                        <p:tav tm="100000">
                                          <p:val>
                                            <p:strVal val="#ppt_y-.03"/>
                                          </p:val>
                                        </p:tav>
                                      </p:tavLst>
                                    </p:anim>
                                    <p:anim calcmode="lin" valueType="num">
                                      <p:cBhvr>
                                        <p:cTn id="73" dur="50" accel="100000" fill="hold">
                                          <p:stCondLst>
                                            <p:cond delay="450"/>
                                          </p:stCondLst>
                                        </p:cTn>
                                        <p:tgtEl>
                                          <p:spTgt spid="28"/>
                                        </p:tgtEl>
                                        <p:attrNameLst>
                                          <p:attrName>ppt_y</p:attrName>
                                        </p:attrNameLst>
                                      </p:cBhvr>
                                      <p:tavLst>
                                        <p:tav tm="0">
                                          <p:val>
                                            <p:strVal val="#ppt_y-.03"/>
                                          </p:val>
                                        </p:tav>
                                        <p:tav tm="100000">
                                          <p:val>
                                            <p:strVal val="#ppt_y"/>
                                          </p:val>
                                        </p:tav>
                                      </p:tavLst>
                                    </p:anim>
                                  </p:childTnLst>
                                </p:cTn>
                              </p:par>
                              <p:par>
                                <p:cTn id="74" presetID="37"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anim calcmode="lin" valueType="num">
                                      <p:cBhvr>
                                        <p:cTn id="77" dur="500" fill="hold"/>
                                        <p:tgtEl>
                                          <p:spTgt spid="31"/>
                                        </p:tgtEl>
                                        <p:attrNameLst>
                                          <p:attrName>ppt_x</p:attrName>
                                        </p:attrNameLst>
                                      </p:cBhvr>
                                      <p:tavLst>
                                        <p:tav tm="0">
                                          <p:val>
                                            <p:strVal val="#ppt_x"/>
                                          </p:val>
                                        </p:tav>
                                        <p:tav tm="100000">
                                          <p:val>
                                            <p:strVal val="#ppt_x"/>
                                          </p:val>
                                        </p:tav>
                                      </p:tavLst>
                                    </p:anim>
                                    <p:anim calcmode="lin" valueType="num">
                                      <p:cBhvr>
                                        <p:cTn id="78" dur="450" decel="100000" fill="hold"/>
                                        <p:tgtEl>
                                          <p:spTgt spid="31"/>
                                        </p:tgtEl>
                                        <p:attrNameLst>
                                          <p:attrName>ppt_y</p:attrName>
                                        </p:attrNameLst>
                                      </p:cBhvr>
                                      <p:tavLst>
                                        <p:tav tm="0">
                                          <p:val>
                                            <p:strVal val="#ppt_y+1"/>
                                          </p:val>
                                        </p:tav>
                                        <p:tav tm="100000">
                                          <p:val>
                                            <p:strVal val="#ppt_y-.03"/>
                                          </p:val>
                                        </p:tav>
                                      </p:tavLst>
                                    </p:anim>
                                    <p:anim calcmode="lin" valueType="num">
                                      <p:cBhvr>
                                        <p:cTn id="79" dur="50" accel="100000" fill="hold">
                                          <p:stCondLst>
                                            <p:cond delay="450"/>
                                          </p:stCondLst>
                                        </p:cTn>
                                        <p:tgtEl>
                                          <p:spTgt spid="31"/>
                                        </p:tgtEl>
                                        <p:attrNameLst>
                                          <p:attrName>ppt_y</p:attrName>
                                        </p:attrNameLst>
                                      </p:cBhvr>
                                      <p:tavLst>
                                        <p:tav tm="0">
                                          <p:val>
                                            <p:strVal val="#ppt_y-.03"/>
                                          </p:val>
                                        </p:tav>
                                        <p:tav tm="100000">
                                          <p:val>
                                            <p:strVal val="#ppt_y"/>
                                          </p:val>
                                        </p:tav>
                                      </p:tavLst>
                                    </p:anim>
                                  </p:childTnLst>
                                </p:cTn>
                              </p:par>
                              <p:par>
                                <p:cTn id="80" presetID="37"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anim calcmode="lin" valueType="num">
                                      <p:cBhvr>
                                        <p:cTn id="83" dur="500" fill="hold"/>
                                        <p:tgtEl>
                                          <p:spTgt spid="30"/>
                                        </p:tgtEl>
                                        <p:attrNameLst>
                                          <p:attrName>ppt_x</p:attrName>
                                        </p:attrNameLst>
                                      </p:cBhvr>
                                      <p:tavLst>
                                        <p:tav tm="0">
                                          <p:val>
                                            <p:strVal val="#ppt_x"/>
                                          </p:val>
                                        </p:tav>
                                        <p:tav tm="100000">
                                          <p:val>
                                            <p:strVal val="#ppt_x"/>
                                          </p:val>
                                        </p:tav>
                                      </p:tavLst>
                                    </p:anim>
                                    <p:anim calcmode="lin" valueType="num">
                                      <p:cBhvr>
                                        <p:cTn id="84" dur="450" decel="100000" fill="hold"/>
                                        <p:tgtEl>
                                          <p:spTgt spid="30"/>
                                        </p:tgtEl>
                                        <p:attrNameLst>
                                          <p:attrName>ppt_y</p:attrName>
                                        </p:attrNameLst>
                                      </p:cBhvr>
                                      <p:tavLst>
                                        <p:tav tm="0">
                                          <p:val>
                                            <p:strVal val="#ppt_y+1"/>
                                          </p:val>
                                        </p:tav>
                                        <p:tav tm="100000">
                                          <p:val>
                                            <p:strVal val="#ppt_y-.03"/>
                                          </p:val>
                                        </p:tav>
                                      </p:tavLst>
                                    </p:anim>
                                    <p:anim calcmode="lin" valueType="num">
                                      <p:cBhvr>
                                        <p:cTn id="85" dur="50" accel="100000" fill="hold">
                                          <p:stCondLst>
                                            <p:cond delay="450"/>
                                          </p:stCondLst>
                                        </p:cTn>
                                        <p:tgtEl>
                                          <p:spTgt spid="30"/>
                                        </p:tgtEl>
                                        <p:attrNameLst>
                                          <p:attrName>ppt_y</p:attrName>
                                        </p:attrNameLst>
                                      </p:cBhvr>
                                      <p:tavLst>
                                        <p:tav tm="0">
                                          <p:val>
                                            <p:strVal val="#ppt_y-.03"/>
                                          </p:val>
                                        </p:tav>
                                        <p:tav tm="100000">
                                          <p:val>
                                            <p:strVal val="#ppt_y"/>
                                          </p:val>
                                        </p:tav>
                                      </p:tavLst>
                                    </p:anim>
                                  </p:childTnLst>
                                </p:cTn>
                              </p:par>
                              <p:par>
                                <p:cTn id="86" presetID="37" presetClass="entr" presetSubtype="0" fill="hold" grpId="0" nodeType="with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500"/>
                                        <p:tgtEl>
                                          <p:spTgt spid="16"/>
                                        </p:tgtEl>
                                      </p:cBhvr>
                                    </p:animEffect>
                                    <p:anim calcmode="lin" valueType="num">
                                      <p:cBhvr>
                                        <p:cTn id="89" dur="500" fill="hold"/>
                                        <p:tgtEl>
                                          <p:spTgt spid="16"/>
                                        </p:tgtEl>
                                        <p:attrNameLst>
                                          <p:attrName>ppt_x</p:attrName>
                                        </p:attrNameLst>
                                      </p:cBhvr>
                                      <p:tavLst>
                                        <p:tav tm="0">
                                          <p:val>
                                            <p:strVal val="#ppt_x"/>
                                          </p:val>
                                        </p:tav>
                                        <p:tav tm="100000">
                                          <p:val>
                                            <p:strVal val="#ppt_x"/>
                                          </p:val>
                                        </p:tav>
                                      </p:tavLst>
                                    </p:anim>
                                    <p:anim calcmode="lin" valueType="num">
                                      <p:cBhvr>
                                        <p:cTn id="90" dur="450" decel="100000" fill="hold"/>
                                        <p:tgtEl>
                                          <p:spTgt spid="16"/>
                                        </p:tgtEl>
                                        <p:attrNameLst>
                                          <p:attrName>ppt_y</p:attrName>
                                        </p:attrNameLst>
                                      </p:cBhvr>
                                      <p:tavLst>
                                        <p:tav tm="0">
                                          <p:val>
                                            <p:strVal val="#ppt_y+1"/>
                                          </p:val>
                                        </p:tav>
                                        <p:tav tm="100000">
                                          <p:val>
                                            <p:strVal val="#ppt_y-.03"/>
                                          </p:val>
                                        </p:tav>
                                      </p:tavLst>
                                    </p:anim>
                                    <p:anim calcmode="lin" valueType="num">
                                      <p:cBhvr>
                                        <p:cTn id="91" dur="50" accel="100000" fill="hold">
                                          <p:stCondLst>
                                            <p:cond delay="450"/>
                                          </p:stCondLst>
                                        </p:cTn>
                                        <p:tgtEl>
                                          <p:spTgt spid="16"/>
                                        </p:tgtEl>
                                        <p:attrNameLst>
                                          <p:attrName>ppt_y</p:attrName>
                                        </p:attrNameLst>
                                      </p:cBhvr>
                                      <p:tavLst>
                                        <p:tav tm="0">
                                          <p:val>
                                            <p:strVal val="#ppt_y-.03"/>
                                          </p:val>
                                        </p:tav>
                                        <p:tav tm="100000">
                                          <p:val>
                                            <p:strVal val="#ppt_y"/>
                                          </p:val>
                                        </p:tav>
                                      </p:tavLst>
                                    </p:anim>
                                  </p:childTnLst>
                                </p:cTn>
                              </p:par>
                              <p:par>
                                <p:cTn id="92" presetID="37" presetClass="entr" presetSubtype="0" fill="hold"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00"/>
                                        <p:tgtEl>
                                          <p:spTgt spid="23"/>
                                        </p:tgtEl>
                                      </p:cBhvr>
                                    </p:animEffect>
                                    <p:anim calcmode="lin" valueType="num">
                                      <p:cBhvr>
                                        <p:cTn id="95" dur="500" fill="hold"/>
                                        <p:tgtEl>
                                          <p:spTgt spid="23"/>
                                        </p:tgtEl>
                                        <p:attrNameLst>
                                          <p:attrName>ppt_x</p:attrName>
                                        </p:attrNameLst>
                                      </p:cBhvr>
                                      <p:tavLst>
                                        <p:tav tm="0">
                                          <p:val>
                                            <p:strVal val="#ppt_x"/>
                                          </p:val>
                                        </p:tav>
                                        <p:tav tm="100000">
                                          <p:val>
                                            <p:strVal val="#ppt_x"/>
                                          </p:val>
                                        </p:tav>
                                      </p:tavLst>
                                    </p:anim>
                                    <p:anim calcmode="lin" valueType="num">
                                      <p:cBhvr>
                                        <p:cTn id="96" dur="450" decel="100000" fill="hold"/>
                                        <p:tgtEl>
                                          <p:spTgt spid="23"/>
                                        </p:tgtEl>
                                        <p:attrNameLst>
                                          <p:attrName>ppt_y</p:attrName>
                                        </p:attrNameLst>
                                      </p:cBhvr>
                                      <p:tavLst>
                                        <p:tav tm="0">
                                          <p:val>
                                            <p:strVal val="#ppt_y+1"/>
                                          </p:val>
                                        </p:tav>
                                        <p:tav tm="100000">
                                          <p:val>
                                            <p:strVal val="#ppt_y-.03"/>
                                          </p:val>
                                        </p:tav>
                                      </p:tavLst>
                                    </p:anim>
                                    <p:anim calcmode="lin" valueType="num">
                                      <p:cBhvr>
                                        <p:cTn id="97" dur="50" accel="100000" fill="hold">
                                          <p:stCondLst>
                                            <p:cond delay="450"/>
                                          </p:stCondLst>
                                        </p:cTn>
                                        <p:tgtEl>
                                          <p:spTgt spid="2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6" grpId="0" animBg="1"/>
      <p:bldP spid="24" grpId="0" animBg="1"/>
      <p:bldP spid="26" grpId="0"/>
      <p:bldP spid="27" grpId="0"/>
      <p:bldP spid="28" grpId="0"/>
      <p:bldP spid="29" grpId="0"/>
      <p:bldP spid="3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66"/>
          <p:cNvSpPr/>
          <p:nvPr>
            <p:custDataLst>
              <p:tags r:id="rId3"/>
            </p:custDataLst>
          </p:nvPr>
        </p:nvSpPr>
        <p:spPr>
          <a:xfrm>
            <a:off x="312974" y="1174650"/>
            <a:ext cx="11539501" cy="535347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68" name="矩形 67"/>
          <p:cNvSpPr/>
          <p:nvPr>
            <p:custDataLst>
              <p:tags r:id="rId4"/>
            </p:custDataLst>
          </p:nvPr>
        </p:nvSpPr>
        <p:spPr>
          <a:xfrm>
            <a:off x="318219" y="1174651"/>
            <a:ext cx="11539592" cy="28955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4" name="Text1"/>
          <p:cNvSpPr/>
          <p:nvPr>
            <p:custDataLst>
              <p:tags r:id="rId5"/>
            </p:custDataLst>
          </p:nvPr>
        </p:nvSpPr>
        <p:spPr>
          <a:xfrm>
            <a:off x="604981" y="1763804"/>
            <a:ext cx="10962179" cy="4469356"/>
          </a:xfrm>
          <a:prstGeom prst="rect">
            <a:avLst/>
          </a:prstGeom>
          <a:ln>
            <a:noFill/>
          </a:ln>
        </p:spPr>
        <p:txBody>
          <a:bodyPr wrap="square" anchor="t" anchorCtr="0">
            <a:normAutofit/>
          </a:bodyPr>
          <a:lstStyle/>
          <a:p>
            <a:pPr marL="0" marR="0" lvl="0" algn="just" defTabSz="914400" rtl="0" eaLnBrk="1" fontAlgn="ctr" latinLnBrk="0" hangingPunct="1">
              <a:lnSpc>
                <a:spcPct val="130000"/>
              </a:lnSpc>
              <a:spcBef>
                <a:spcPts val="250"/>
              </a:spcBef>
              <a:spcAft>
                <a:spcPts val="250"/>
              </a:spcAft>
              <a:buClrTx/>
              <a:buSzTx/>
              <a:buFontTx/>
              <a:buNone/>
              <a:defRPr/>
            </a:pP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数据安全的挑战</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随着数据应用的深化，数据泄露事件频发，对数据安全提出了更高要求。</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人才短缺的挑战</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大数据领域需要大量专业人才，当前人才供给不足，制约行业发展。</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法规与标准的缺失</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30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缺乏统一的大数据法规和标准，导致数据共享和互操作性面临障碍。</a:t>
            </a:r>
            <a:endParaRPr kumimoji="0" lang="zh-CN" altLang="en-US" sz="120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4" name="Text2">
            <a:extLst>
              <a:ext uri="{FF2B5EF4-FFF2-40B4-BE49-F238E27FC236}">
                <a16:creationId xmlns:a16="http://schemas.microsoft.com/office/drawing/2014/main" id="{CC39A087-F527-C8AC-0BD4-009383DDAA61}"/>
              </a:ext>
            </a:extLst>
          </p:cNvPr>
          <p:cNvSpPr txBox="1"/>
          <p:nvPr>
            <p:custDataLst>
              <p:tags r:id="rId6"/>
            </p:custDataLst>
          </p:nvPr>
        </p:nvSpPr>
        <p:spPr>
          <a:xfrm>
            <a:off x="922691" y="238391"/>
            <a:ext cx="11669372" cy="720348"/>
          </a:xfrm>
          <a:prstGeom prst="rect">
            <a:avLst/>
          </a:prstGeom>
          <a:noFill/>
        </p:spPr>
        <p:txBody>
          <a:bodyPr wrap="square" rtlCol="0" anchor="ctr" anchorCtr="0">
            <a:norm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面临的机遇与挑战</a:t>
            </a:r>
            <a:endParaRPr lang="zh-CN" altLang="en-US" sz="32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pic>
        <p:nvPicPr>
          <p:cNvPr id="3" name="Shape1">
            <a:extLst>
              <a:ext uri="{FF2B5EF4-FFF2-40B4-BE49-F238E27FC236}">
                <a16:creationId xmlns:a16="http://schemas.microsoft.com/office/drawing/2014/main" id="{9C7140A6-7C54-80E8-E34D-DC7EBDA97B0E}"/>
              </a:ext>
            </a:extLst>
          </p:cNvPr>
          <p:cNvPicPr>
            <a:picLocks/>
          </p:cNvPicPr>
          <p:nvPr>
            <p:custDataLst>
              <p:tags r:id="rId7"/>
            </p:custDataLst>
          </p:nvPr>
        </p:nvPicPr>
        <p:blipFill>
          <a:blip r:embed="rId11">
            <a:extLst>
              <a:ext uri="{96DAC541-7B7A-43D3-8B79-37D633B846F1}">
                <asvg:svgBlip xmlns:asvg="http://schemas.microsoft.com/office/drawing/2016/SVG/main" r:embed="rId12"/>
              </a:ext>
            </a:extLst>
          </a:blip>
          <a:stretch>
            <a:fillRect/>
          </a:stretch>
        </p:blipFill>
        <p:spPr>
          <a:xfrm>
            <a:off x="365415" y="373523"/>
            <a:ext cx="585216" cy="585216"/>
          </a:xfrm>
          <a:prstGeom prst="rect">
            <a:avLst/>
          </a:prstGeom>
        </p:spPr>
      </p:pic>
      <p:sp>
        <p:nvSpPr>
          <p:cNvPr id="5" name="Text10" hidden="1">
            <a:extLst>
              <a:ext uri="{FF2B5EF4-FFF2-40B4-BE49-F238E27FC236}">
                <a16:creationId xmlns:a16="http://schemas.microsoft.com/office/drawing/2014/main" id="{B3E9E7B0-2114-89DE-5168-7A69D627BD0D}"/>
              </a:ext>
            </a:extLst>
          </p:cNvPr>
          <p:cNvSpPr txBox="1"/>
          <p:nvPr>
            <p:custDataLst>
              <p:tags r:id="rId8"/>
            </p:custDataLst>
          </p:nvPr>
        </p:nvSpPr>
        <p:spPr>
          <a:xfrm>
            <a:off x="887802" y="7832348"/>
            <a:ext cx="9441743"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2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未来展望与发展趋势</a:t>
            </a:r>
            <a:endParaRPr lang="zh-CN" altLang="en-US" sz="2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custData r:id="rId1"/>
      <p:tags r:id="rId2"/>
    </p:custDataLst>
  </p:cSld>
  <p:clrMapOvr>
    <a:masterClrMapping/>
  </p:clrMapOvr>
  <mc:AlternateContent xmlns:mc="http://schemas.openxmlformats.org/markup-compatibility/2006">
    <mc:Choice xmlns:p159="http://schemas.microsoft.com/office/powerpoint/2015/09/main" Requires="p159">
      <p:transition spd="slow">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strVal val="4/3*#ppt_w"/>
                                          </p:val>
                                        </p:tav>
                                        <p:tav tm="100000">
                                          <p:val>
                                            <p:strVal val="#ppt_w"/>
                                          </p:val>
                                        </p:tav>
                                      </p:tavLst>
                                    </p:anim>
                                    <p:anim calcmode="lin" valueType="num">
                                      <p:cBhvr>
                                        <p:cTn id="8" dur="500" fill="hold"/>
                                        <p:tgtEl>
                                          <p:spTgt spid="67"/>
                                        </p:tgtEl>
                                        <p:attrNameLst>
                                          <p:attrName>ppt_h</p:attrName>
                                        </p:attrNameLst>
                                      </p:cBhvr>
                                      <p:tavLst>
                                        <p:tav tm="0">
                                          <p:val>
                                            <p:strVal val="4/3*#ppt_h"/>
                                          </p:val>
                                        </p:tav>
                                        <p:tav tm="100000">
                                          <p:val>
                                            <p:strVal val="#ppt_h"/>
                                          </p:val>
                                        </p:tav>
                                      </p:tavLst>
                                    </p:anim>
                                  </p:childTnLst>
                                </p:cTn>
                              </p:par>
                              <p:par>
                                <p:cTn id="9" presetID="0"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anim to="" calcmode="lin" valueType="num">
                                      <p:cBhvr>
                                        <p:cTn id="11" dur="500" fill="hold">
                                          <p:stCondLst>
                                            <p:cond delay="0"/>
                                          </p:stCondLst>
                                        </p:cTn>
                                        <p:tgtEl>
                                          <p:spTgt spid="68"/>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2" dur="500" fill="hold">
                                          <p:stCondLst>
                                            <p:cond delay="0"/>
                                          </p:stCondLst>
                                        </p:cTn>
                                        <p:tgtEl>
                                          <p:spTgt spid="68"/>
                                        </p:tgtEl>
                                        <p:attrNameLst>
                                          <p:attrName>ppt_y</p:attrName>
                                        </p:attrNameLst>
                                      </p:cBhvr>
                                      <p:tavLst>
                                        <p:tav tm="0" fmla="((floor(#ppt_y-0.5)+ceil(#ppt_y-0.5))*0.5+0.5)+(#ppt_y- ((floor(#ppt_y-0.5)+ceil(#ppt_y-0.5))*0.5+0.5))*$">
                                          <p:val>
                                            <p:strVal val="0"/>
                                          </p:val>
                                        </p:tav>
                                        <p:tav tm="100000">
                                          <p:val>
                                            <p:strVal val="1"/>
                                          </p:val>
                                        </p:tav>
                                      </p:tavLst>
                                    </p:anim>
                                    <p:anim to="" calcmode="lin" valueType="num">
                                      <p:cBhvr>
                                        <p:cTn id="13" dur="500" fill="hold">
                                          <p:stCondLst>
                                            <p:cond delay="0"/>
                                          </p:stCondLst>
                                        </p:cTn>
                                        <p:tgtEl>
                                          <p:spTgt spid="68"/>
                                        </p:tgtEl>
                                        <p:attrNameLst>
                                          <p:attrName>style.opacity</p:attrName>
                                        </p:attrNameLst>
                                      </p:cBhvr>
                                      <p:tavLst>
                                        <p:tav tm="0">
                                          <p:val>
                                            <p:strVal val="0"/>
                                          </p:val>
                                        </p:tav>
                                        <p:tav tm="100000">
                                          <p:val>
                                            <p:strVal val="1"/>
                                          </p:val>
                                        </p:tav>
                                      </p:tavLst>
                                    </p:anim>
                                    <p:anim to="" calcmode="lin" valueType="num">
                                      <p:cBhvr>
                                        <p:cTn id="14" dur="500" fill="hold">
                                          <p:stCondLst>
                                            <p:cond delay="0"/>
                                          </p:stCondLst>
                                        </p:cTn>
                                        <p:tgtEl>
                                          <p:spTgt spid="68"/>
                                        </p:tgtEl>
                                        <p:attrNameLst>
                                          <p:attrName>ppt_w</p:attrName>
                                        </p:attrNameLst>
                                      </p:cBhvr>
                                      <p:tavLst>
                                        <p:tav tm="0">
                                          <p:val>
                                            <p:strVal val="#ppt_w*2"/>
                                          </p:val>
                                        </p:tav>
                                        <p:tav tm="100000">
                                          <p:val>
                                            <p:strVal val="#ppt_w"/>
                                          </p:val>
                                        </p:tav>
                                      </p:tavLst>
                                    </p:anim>
                                    <p:anim to="" calcmode="lin" valueType="num">
                                      <p:cBhvr>
                                        <p:cTn id="15" dur="500" fill="hold">
                                          <p:stCondLst>
                                            <p:cond delay="0"/>
                                          </p:stCondLst>
                                        </p:cTn>
                                        <p:tgtEl>
                                          <p:spTgt spid="68"/>
                                        </p:tgtEl>
                                        <p:attrNameLst>
                                          <p:attrName>ppt_h</p:attrName>
                                        </p:attrNameLst>
                                      </p:cBhvr>
                                      <p:tavLst>
                                        <p:tav tm="0">
                                          <p:val>
                                            <p:strVal val="#ppt_h*2"/>
                                          </p:val>
                                        </p:tav>
                                        <p:tav tm="100000">
                                          <p:val>
                                            <p:strVal val="#ppt_h"/>
                                          </p:val>
                                        </p:tav>
                                      </p:tavLst>
                                    </p:anim>
                                  </p:childTnLst>
                                </p:cTn>
                              </p:par>
                              <p:par>
                                <p:cTn id="16" presetID="0" presetClass="entr" presetSubtype="0" fill="hold" grpId="0" nodeType="withEffect">
                                  <p:stCondLst>
                                    <p:cond delay="0"/>
                                  </p:stCondLst>
                                  <p:childTnLst>
                                    <p:set>
                                      <p:cBhvr>
                                        <p:cTn id="17" dur="1" fill="hold">
                                          <p:stCondLst>
                                            <p:cond delay="0"/>
                                          </p:stCondLst>
                                        </p:cTn>
                                        <p:tgtEl>
                                          <p:spTgt spid="64"/>
                                        </p:tgtEl>
                                        <p:attrNameLst>
                                          <p:attrName>style.visibility</p:attrName>
                                        </p:attrNameLst>
                                      </p:cBhvr>
                                      <p:to>
                                        <p:strVal val="visible"/>
                                      </p:to>
                                    </p:set>
                                    <p:anim to="" calcmode="lin" valueType="num">
                                      <p:cBhvr>
                                        <p:cTn id="18" dur="500" fill="hold">
                                          <p:stCondLst>
                                            <p:cond delay="0"/>
                                          </p:stCondLst>
                                        </p:cTn>
                                        <p:tgtEl>
                                          <p:spTgt spid="64"/>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9" dur="500" fill="hold">
                                          <p:stCondLst>
                                            <p:cond delay="0"/>
                                          </p:stCondLst>
                                        </p:cTn>
                                        <p:tgtEl>
                                          <p:spTgt spid="64"/>
                                        </p:tgtEl>
                                        <p:attrNameLst>
                                          <p:attrName>ppt_y</p:attrName>
                                        </p:attrNameLst>
                                      </p:cBhvr>
                                      <p:tavLst>
                                        <p:tav tm="0" fmla="((floor(#ppt_y-0.5)+ceil(#ppt_y-0.5))*0.5+0.5)+(#ppt_y- ((floor(#ppt_y-0.5)+ceil(#ppt_y-0.5))*0.5+0.5))*$">
                                          <p:val>
                                            <p:strVal val="0"/>
                                          </p:val>
                                        </p:tav>
                                        <p:tav tm="100000">
                                          <p:val>
                                            <p:strVal val="1"/>
                                          </p:val>
                                        </p:tav>
                                      </p:tavLst>
                                    </p:anim>
                                    <p:anim to="" calcmode="lin" valueType="num">
                                      <p:cBhvr>
                                        <p:cTn id="20" dur="500" fill="hold">
                                          <p:stCondLst>
                                            <p:cond delay="0"/>
                                          </p:stCondLst>
                                        </p:cTn>
                                        <p:tgtEl>
                                          <p:spTgt spid="64"/>
                                        </p:tgtEl>
                                        <p:attrNameLst>
                                          <p:attrName>style.opacity</p:attrName>
                                        </p:attrNameLst>
                                      </p:cBhvr>
                                      <p:tavLst>
                                        <p:tav tm="0">
                                          <p:val>
                                            <p:strVal val="0"/>
                                          </p:val>
                                        </p:tav>
                                        <p:tav tm="100000">
                                          <p:val>
                                            <p:strVal val="1"/>
                                          </p:val>
                                        </p:tav>
                                      </p:tavLst>
                                    </p:anim>
                                    <p:anim to="" calcmode="lin" valueType="num">
                                      <p:cBhvr>
                                        <p:cTn id="21" dur="500" fill="hold">
                                          <p:stCondLst>
                                            <p:cond delay="0"/>
                                          </p:stCondLst>
                                        </p:cTn>
                                        <p:tgtEl>
                                          <p:spTgt spid="64"/>
                                        </p:tgtEl>
                                        <p:attrNameLst>
                                          <p:attrName>ppt_w</p:attrName>
                                        </p:attrNameLst>
                                      </p:cBhvr>
                                      <p:tavLst>
                                        <p:tav tm="0">
                                          <p:val>
                                            <p:strVal val="#ppt_w*2"/>
                                          </p:val>
                                        </p:tav>
                                        <p:tav tm="100000">
                                          <p:val>
                                            <p:strVal val="#ppt_w"/>
                                          </p:val>
                                        </p:tav>
                                      </p:tavLst>
                                    </p:anim>
                                    <p:anim to="" calcmode="lin" valueType="num">
                                      <p:cBhvr>
                                        <p:cTn id="22" dur="500" fill="hold">
                                          <p:stCondLst>
                                            <p:cond delay="0"/>
                                          </p:stCondLst>
                                        </p:cTn>
                                        <p:tgtEl>
                                          <p:spTgt spid="64"/>
                                        </p:tgtEl>
                                        <p:attrNameLst>
                                          <p:attrName>ppt_h</p:attrName>
                                        </p:attrNameLst>
                                      </p:cBhvr>
                                      <p:tavLst>
                                        <p:tav tm="0">
                                          <p:val>
                                            <p:strVal val="#ppt_h*2"/>
                                          </p:val>
                                        </p:tav>
                                        <p:tav tm="100000">
                                          <p:val>
                                            <p:strVal val="#ppt_h"/>
                                          </p:val>
                                        </p:tav>
                                      </p:tavLst>
                                    </p:anim>
                                  </p:childTnLst>
                                </p:cTn>
                              </p:par>
                              <p:par>
                                <p:cTn id="23" presetID="0"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 to="" calcmode="lin" valueType="num">
                                      <p:cBhvr>
                                        <p:cTn id="25" dur="500" fill="hold">
                                          <p:stCondLst>
                                            <p:cond delay="0"/>
                                          </p:stCondLst>
                                        </p:cTn>
                                        <p:tgtEl>
                                          <p:spTgt spid="3"/>
                                        </p:tgtEl>
                                        <p:attrNameLst>
                                          <p:attrName>ppt_x</p:attrName>
                                        </p:attrNameLst>
                                      </p:cBhvr>
                                      <p:tavLst>
                                        <p:tav tm="0" fmla="((floor(#ppt_x-0.5)+ceil(#ppt_x-0.5))*0.5+0.5)+(#ppt_x- ((floor(#ppt_x-0.5)+ceil(#ppt_x-0.5))*0.5+0.5))*$">
                                          <p:val>
                                            <p:strVal val="0"/>
                                          </p:val>
                                        </p:tav>
                                        <p:tav tm="100000">
                                          <p:val>
                                            <p:strVal val="1"/>
                                          </p:val>
                                        </p:tav>
                                      </p:tavLst>
                                    </p:anim>
                                    <p:anim to="" calcmode="lin" valueType="num">
                                      <p:cBhvr>
                                        <p:cTn id="26" dur="500" fill="hold">
                                          <p:stCondLst>
                                            <p:cond delay="0"/>
                                          </p:stCondLst>
                                        </p:cTn>
                                        <p:tgtEl>
                                          <p:spTgt spid="3"/>
                                        </p:tgtEl>
                                        <p:attrNameLst>
                                          <p:attrName>ppt_y</p:attrName>
                                        </p:attrNameLst>
                                      </p:cBhvr>
                                      <p:tavLst>
                                        <p:tav tm="0" fmla="((floor(#ppt_y-0.5)+ceil(#ppt_y-0.5))*0.5+0.5)+(#ppt_y- ((floor(#ppt_y-0.5)+ceil(#ppt_y-0.5))*0.5+0.5))*$">
                                          <p:val>
                                            <p:strVal val="0"/>
                                          </p:val>
                                        </p:tav>
                                        <p:tav tm="100000">
                                          <p:val>
                                            <p:strVal val="1"/>
                                          </p:val>
                                        </p:tav>
                                      </p:tavLst>
                                    </p:anim>
                                    <p:anim to="" calcmode="lin" valueType="num">
                                      <p:cBhvr>
                                        <p:cTn id="27" dur="500" fill="hold">
                                          <p:stCondLst>
                                            <p:cond delay="0"/>
                                          </p:stCondLst>
                                        </p:cTn>
                                        <p:tgtEl>
                                          <p:spTgt spid="3"/>
                                        </p:tgtEl>
                                        <p:attrNameLst>
                                          <p:attrName>style.opacity</p:attrName>
                                        </p:attrNameLst>
                                      </p:cBhvr>
                                      <p:tavLst>
                                        <p:tav tm="0">
                                          <p:val>
                                            <p:strVal val="0"/>
                                          </p:val>
                                        </p:tav>
                                        <p:tav tm="100000">
                                          <p:val>
                                            <p:strVal val="1"/>
                                          </p:val>
                                        </p:tav>
                                      </p:tavLst>
                                    </p:anim>
                                    <p:anim to="" calcmode="lin" valueType="num">
                                      <p:cBhvr>
                                        <p:cTn id="28" dur="500" fill="hold">
                                          <p:stCondLst>
                                            <p:cond delay="0"/>
                                          </p:stCondLst>
                                        </p:cTn>
                                        <p:tgtEl>
                                          <p:spTgt spid="3"/>
                                        </p:tgtEl>
                                        <p:attrNameLst>
                                          <p:attrName>ppt_w</p:attrName>
                                        </p:attrNameLst>
                                      </p:cBhvr>
                                      <p:tavLst>
                                        <p:tav tm="0">
                                          <p:val>
                                            <p:strVal val="#ppt_w*2"/>
                                          </p:val>
                                        </p:tav>
                                        <p:tav tm="100000">
                                          <p:val>
                                            <p:strVal val="#ppt_w"/>
                                          </p:val>
                                        </p:tav>
                                      </p:tavLst>
                                    </p:anim>
                                    <p:anim to="" calcmode="lin" valueType="num">
                                      <p:cBhvr>
                                        <p:cTn id="29" dur="500" fill="hold">
                                          <p:stCondLst>
                                            <p:cond delay="0"/>
                                          </p:stCondLst>
                                        </p:cTn>
                                        <p:tgtEl>
                                          <p:spTgt spid="3"/>
                                        </p:tgtEl>
                                        <p:attrNameLst>
                                          <p:attrName>ppt_h</p:attrName>
                                        </p:attrNameLst>
                                      </p:cBhvr>
                                      <p:tavLst>
                                        <p:tav tm="0">
                                          <p:val>
                                            <p:strVal val="#ppt_h*2"/>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1">
            <a:extLst>
              <a:ext uri="{FF2B5EF4-FFF2-40B4-BE49-F238E27FC236}">
                <a16:creationId xmlns:a16="http://schemas.microsoft.com/office/drawing/2014/main" id="{4A9CCDD4-4BBA-23D8-9958-7F52EF729D97}"/>
              </a:ext>
            </a:extLst>
          </p:cNvPr>
          <p:cNvSpPr/>
          <p:nvPr>
            <p:custDataLst>
              <p:tags r:id="rId3"/>
            </p:custDataLst>
          </p:nvPr>
        </p:nvSpPr>
        <p:spPr>
          <a:xfrm>
            <a:off x="4597843" y="1680653"/>
            <a:ext cx="6275479" cy="1054872"/>
          </a:xfrm>
          <a:prstGeom prst="homePlate">
            <a:avLst>
              <a:gd name="adj" fmla="val 46429"/>
            </a:avLst>
          </a:prstGeom>
          <a:solidFill>
            <a:schemeClr val="accent1"/>
          </a:solidFill>
          <a:ln>
            <a:no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6" name="Shape2">
            <a:extLst>
              <a:ext uri="{FF2B5EF4-FFF2-40B4-BE49-F238E27FC236}">
                <a16:creationId xmlns:a16="http://schemas.microsoft.com/office/drawing/2014/main" id="{FF4511EB-9E82-4548-0058-9D32F0A1D745}"/>
              </a:ext>
            </a:extLst>
          </p:cNvPr>
          <p:cNvSpPr/>
          <p:nvPr>
            <p:custDataLst>
              <p:tags r:id="rId4"/>
            </p:custDataLst>
          </p:nvPr>
        </p:nvSpPr>
        <p:spPr>
          <a:xfrm>
            <a:off x="4534583" y="1779621"/>
            <a:ext cx="6275479" cy="1054872"/>
          </a:xfrm>
          <a:prstGeom prst="homePlate">
            <a:avLst>
              <a:gd name="adj" fmla="val 46429"/>
            </a:avLst>
          </a:prstGeom>
          <a:solidFill>
            <a:schemeClr val="bg1"/>
          </a:solidFill>
          <a:ln>
            <a:solidFill>
              <a:schemeClr val="accent1"/>
            </a:solid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8" name="Shape3">
            <a:extLst>
              <a:ext uri="{FF2B5EF4-FFF2-40B4-BE49-F238E27FC236}">
                <a16:creationId xmlns:a16="http://schemas.microsoft.com/office/drawing/2014/main" id="{3F3D58D8-DCDB-4851-3661-6C4076E86C05}"/>
              </a:ext>
            </a:extLst>
          </p:cNvPr>
          <p:cNvSpPr/>
          <p:nvPr>
            <p:custDataLst>
              <p:tags r:id="rId5"/>
            </p:custDataLst>
          </p:nvPr>
        </p:nvSpPr>
        <p:spPr>
          <a:xfrm>
            <a:off x="1117813" y="1919879"/>
            <a:ext cx="3768604" cy="792000"/>
          </a:xfrm>
          <a:prstGeom prst="homePlate">
            <a:avLst>
              <a:gd name="adj" fmla="val 27947"/>
            </a:avLst>
          </a:prstGeom>
          <a:solidFill>
            <a:schemeClr val="accent1"/>
          </a:solidFill>
          <a:ln>
            <a:no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9" name="Shape4">
            <a:extLst>
              <a:ext uri="{FF2B5EF4-FFF2-40B4-BE49-F238E27FC236}">
                <a16:creationId xmlns:a16="http://schemas.microsoft.com/office/drawing/2014/main" id="{91F34716-5DE9-CC51-38FA-2238DFC7002F}"/>
              </a:ext>
            </a:extLst>
          </p:cNvPr>
          <p:cNvSpPr/>
          <p:nvPr>
            <p:custDataLst>
              <p:tags r:id="rId6"/>
            </p:custDataLst>
          </p:nvPr>
        </p:nvSpPr>
        <p:spPr>
          <a:xfrm>
            <a:off x="3987527" y="1993935"/>
            <a:ext cx="815082" cy="648000"/>
          </a:xfrm>
          <a:prstGeom prst="hexagon">
            <a:avLst>
              <a:gd name="adj" fmla="val 27709"/>
              <a:gd name="vf" fmla="val 115470"/>
            </a:avLst>
          </a:prstGeom>
          <a:solidFill>
            <a:schemeClr val="tx2"/>
          </a:solidFill>
          <a:ln>
            <a:noFill/>
          </a:ln>
          <a:effectLst>
            <a:outerShdw blurRad="88900" dist="50800" dir="27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10" name="Text1">
            <a:extLst>
              <a:ext uri="{FF2B5EF4-FFF2-40B4-BE49-F238E27FC236}">
                <a16:creationId xmlns:a16="http://schemas.microsoft.com/office/drawing/2014/main" id="{5722296A-DA19-5E05-8D3E-75011D4677F9}"/>
              </a:ext>
            </a:extLst>
          </p:cNvPr>
          <p:cNvSpPr txBox="1"/>
          <p:nvPr>
            <p:custDataLst>
              <p:tags r:id="rId7"/>
            </p:custDataLst>
          </p:nvPr>
        </p:nvSpPr>
        <p:spPr>
          <a:xfrm>
            <a:off x="1452745" y="2115824"/>
            <a:ext cx="2429554" cy="400110"/>
          </a:xfrm>
          <a:prstGeom prst="rect">
            <a:avLst/>
          </a:prstGeom>
          <a:noFill/>
        </p:spPr>
        <p:txBody>
          <a:bodyPr wrap="square" rtlCol="0" anchor="ctr">
            <a:normAutofit/>
          </a:bodyPr>
          <a:lstStyle/>
          <a:p>
            <a:pPr fontAlgn="ctr"/>
            <a:r>
              <a:rPr lang="zh-CN" altLang="en-US" sz="1511" b="1">
                <a:solidFill>
                  <a:schemeClr val="tx2"/>
                </a:solidFill>
                <a:latin typeface="微软雅黑" panose="020B0503020204020204" pitchFamily="34" charset="-122"/>
                <a:ea typeface="微软雅黑" panose="020B0503020204020204" pitchFamily="34" charset="-122"/>
              </a:rPr>
              <a:t>人工智能与大数据的融合</a:t>
            </a:r>
            <a:endParaRPr lang="zh-CN" altLang="en-US" sz="1511" b="1" dirty="0">
              <a:solidFill>
                <a:schemeClr val="tx2"/>
              </a:solidFill>
              <a:latin typeface="微软雅黑" panose="020B0503020204020204" pitchFamily="34" charset="-122"/>
              <a:ea typeface="微软雅黑" panose="020B0503020204020204" pitchFamily="34" charset="-122"/>
            </a:endParaRPr>
          </a:p>
        </p:txBody>
      </p:sp>
      <p:sp>
        <p:nvSpPr>
          <p:cNvPr id="11" name="Text2">
            <a:extLst>
              <a:ext uri="{FF2B5EF4-FFF2-40B4-BE49-F238E27FC236}">
                <a16:creationId xmlns:a16="http://schemas.microsoft.com/office/drawing/2014/main" id="{08AD73D9-5BB5-4FC1-E9DD-D0796FE3416F}"/>
              </a:ext>
            </a:extLst>
          </p:cNvPr>
          <p:cNvSpPr txBox="1"/>
          <p:nvPr>
            <p:custDataLst>
              <p:tags r:id="rId8"/>
            </p:custDataLst>
          </p:nvPr>
        </p:nvSpPr>
        <p:spPr>
          <a:xfrm>
            <a:off x="4081692" y="2046838"/>
            <a:ext cx="725023" cy="553998"/>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01</a:t>
            </a:r>
            <a:endParaRPr kumimoji="0" lang="zh-CN" altLang="en-US" sz="3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12" name="Text3">
            <a:extLst>
              <a:ext uri="{FF2B5EF4-FFF2-40B4-BE49-F238E27FC236}">
                <a16:creationId xmlns:a16="http://schemas.microsoft.com/office/drawing/2014/main" id="{A25F8412-0CC8-1EA2-5F07-1B7A84E8C7B5}"/>
              </a:ext>
            </a:extLst>
          </p:cNvPr>
          <p:cNvSpPr txBox="1"/>
          <p:nvPr>
            <p:custDataLst>
              <p:tags r:id="rId9"/>
            </p:custDataLst>
          </p:nvPr>
        </p:nvSpPr>
        <p:spPr>
          <a:xfrm>
            <a:off x="5051036" y="1864054"/>
            <a:ext cx="5242571" cy="871472"/>
          </a:xfrm>
          <a:prstGeom prst="rect">
            <a:avLst/>
          </a:prstGeom>
          <a:noFill/>
        </p:spPr>
        <p:txBody>
          <a:bodyPr wrap="square" rtlCol="0">
            <a:normAutofit/>
          </a:bodyPr>
          <a:lstStyle/>
          <a:p>
            <a:pPr>
              <a:lnSpc>
                <a:spcPct val="130000"/>
              </a:lnSpc>
              <a:spcBef>
                <a:spcPts val="150"/>
              </a:spcBef>
              <a:spcAft>
                <a:spcPts val="150"/>
              </a:spcAft>
              <a:defRPr/>
            </a:pPr>
            <a:r>
              <a:rPr lang="en-US" altLang="zh-CN" sz="1200">
                <a:solidFill>
                  <a:schemeClr val="bg2"/>
                </a:solidFill>
                <a:latin typeface="微软雅黑" panose="020B0503020204020204" pitchFamily="34" charset="-122"/>
                <a:ea typeface="微软雅黑" panose="020B0503020204020204" pitchFamily="34" charset="-122"/>
              </a:rPr>
              <a:t>AI</a:t>
            </a:r>
            <a:r>
              <a:rPr lang="zh-CN" altLang="en-US" sz="1200">
                <a:solidFill>
                  <a:schemeClr val="bg2"/>
                </a:solidFill>
                <a:latin typeface="微软雅黑" panose="020B0503020204020204" pitchFamily="34" charset="-122"/>
                <a:ea typeface="微软雅黑" panose="020B0503020204020204" pitchFamily="34" charset="-122"/>
              </a:rPr>
              <a:t>技术进一步融合大数据，推动智能化应用的快速发展。</a:t>
            </a:r>
            <a:endParaRPr lang="en-US" altLang="zh-CN" sz="1200" dirty="0">
              <a:solidFill>
                <a:schemeClr val="bg2">
                  <a:alpha val="80000"/>
                </a:schemeClr>
              </a:solidFill>
              <a:latin typeface="微软雅黑" panose="020B0503020204020204" pitchFamily="34" charset="-122"/>
              <a:ea typeface="微软雅黑" panose="020B0503020204020204" pitchFamily="34" charset="-122"/>
              <a:cs typeface="思源宋体 CN SemiBold" panose="02020600000000000000" charset="-122"/>
              <a:sym typeface="+mn-ea"/>
            </a:endParaRPr>
          </a:p>
        </p:txBody>
      </p:sp>
      <p:sp>
        <p:nvSpPr>
          <p:cNvPr id="14" name="Shape5">
            <a:extLst>
              <a:ext uri="{FF2B5EF4-FFF2-40B4-BE49-F238E27FC236}">
                <a16:creationId xmlns:a16="http://schemas.microsoft.com/office/drawing/2014/main" id="{61518381-613A-0312-CECD-36DA6B2E631B}"/>
              </a:ext>
            </a:extLst>
          </p:cNvPr>
          <p:cNvSpPr/>
          <p:nvPr>
            <p:custDataLst>
              <p:tags r:id="rId10"/>
            </p:custDataLst>
          </p:nvPr>
        </p:nvSpPr>
        <p:spPr>
          <a:xfrm>
            <a:off x="4597843" y="3207324"/>
            <a:ext cx="6275479" cy="1054872"/>
          </a:xfrm>
          <a:prstGeom prst="homePlate">
            <a:avLst>
              <a:gd name="adj" fmla="val 46429"/>
            </a:avLst>
          </a:prstGeom>
          <a:solidFill>
            <a:schemeClr val="accent1"/>
          </a:solidFill>
          <a:ln>
            <a:no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15" name="Shape6">
            <a:extLst>
              <a:ext uri="{FF2B5EF4-FFF2-40B4-BE49-F238E27FC236}">
                <a16:creationId xmlns:a16="http://schemas.microsoft.com/office/drawing/2014/main" id="{A06A3E2C-241F-6069-B618-735BEE1FDAB3}"/>
              </a:ext>
            </a:extLst>
          </p:cNvPr>
          <p:cNvSpPr/>
          <p:nvPr>
            <p:custDataLst>
              <p:tags r:id="rId11"/>
            </p:custDataLst>
          </p:nvPr>
        </p:nvSpPr>
        <p:spPr>
          <a:xfrm>
            <a:off x="4534583" y="3306292"/>
            <a:ext cx="6275479" cy="1054872"/>
          </a:xfrm>
          <a:prstGeom prst="homePlate">
            <a:avLst>
              <a:gd name="adj" fmla="val 46429"/>
            </a:avLst>
          </a:prstGeom>
          <a:solidFill>
            <a:schemeClr val="bg1"/>
          </a:solidFill>
          <a:ln>
            <a:solidFill>
              <a:schemeClr val="accent1"/>
            </a:solid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17" name="Shape7">
            <a:extLst>
              <a:ext uri="{FF2B5EF4-FFF2-40B4-BE49-F238E27FC236}">
                <a16:creationId xmlns:a16="http://schemas.microsoft.com/office/drawing/2014/main" id="{3DEFAC0B-5899-6589-3D30-EE26206C3919}"/>
              </a:ext>
            </a:extLst>
          </p:cNvPr>
          <p:cNvSpPr/>
          <p:nvPr>
            <p:custDataLst>
              <p:tags r:id="rId12"/>
            </p:custDataLst>
          </p:nvPr>
        </p:nvSpPr>
        <p:spPr>
          <a:xfrm>
            <a:off x="1117813" y="3446550"/>
            <a:ext cx="3768604" cy="792000"/>
          </a:xfrm>
          <a:prstGeom prst="homePlate">
            <a:avLst>
              <a:gd name="adj" fmla="val 27947"/>
            </a:avLst>
          </a:prstGeom>
          <a:solidFill>
            <a:schemeClr val="accent1"/>
          </a:solidFill>
          <a:ln>
            <a:no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18" name="Shape8">
            <a:extLst>
              <a:ext uri="{FF2B5EF4-FFF2-40B4-BE49-F238E27FC236}">
                <a16:creationId xmlns:a16="http://schemas.microsoft.com/office/drawing/2014/main" id="{41B3FBAD-6B36-CC96-4191-0D99AC4A629D}"/>
              </a:ext>
            </a:extLst>
          </p:cNvPr>
          <p:cNvSpPr/>
          <p:nvPr>
            <p:custDataLst>
              <p:tags r:id="rId13"/>
            </p:custDataLst>
          </p:nvPr>
        </p:nvSpPr>
        <p:spPr>
          <a:xfrm>
            <a:off x="3987527" y="3520606"/>
            <a:ext cx="815082" cy="648000"/>
          </a:xfrm>
          <a:prstGeom prst="hexagon">
            <a:avLst>
              <a:gd name="adj" fmla="val 27709"/>
              <a:gd name="vf" fmla="val 115470"/>
            </a:avLst>
          </a:prstGeom>
          <a:solidFill>
            <a:schemeClr val="bg1"/>
          </a:solidFill>
          <a:ln>
            <a:noFill/>
          </a:ln>
          <a:effectLst>
            <a:outerShdw blurRad="88900" dist="50800" dir="27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19" name="Text4">
            <a:extLst>
              <a:ext uri="{FF2B5EF4-FFF2-40B4-BE49-F238E27FC236}">
                <a16:creationId xmlns:a16="http://schemas.microsoft.com/office/drawing/2014/main" id="{AF235831-A184-C340-1D1B-3FD9700D7387}"/>
              </a:ext>
            </a:extLst>
          </p:cNvPr>
          <p:cNvSpPr txBox="1"/>
          <p:nvPr>
            <p:custDataLst>
              <p:tags r:id="rId14"/>
            </p:custDataLst>
          </p:nvPr>
        </p:nvSpPr>
        <p:spPr>
          <a:xfrm>
            <a:off x="1389245" y="3642495"/>
            <a:ext cx="2556554" cy="400110"/>
          </a:xfrm>
          <a:prstGeom prst="rect">
            <a:avLst/>
          </a:prstGeom>
          <a:noFill/>
        </p:spPr>
        <p:txBody>
          <a:bodyPr wrap="square" rtlCol="0" anchor="ctr">
            <a:normAutofit/>
          </a:bodyPr>
          <a:lstStyle/>
          <a:p>
            <a:pPr fontAlgn="ctr">
              <a:lnSpc>
                <a:spcPct val="110000"/>
              </a:lnSpc>
            </a:pPr>
            <a:r>
              <a:rPr lang="zh-CN" altLang="en-US" sz="1511" b="1">
                <a:solidFill>
                  <a:schemeClr val="tx2"/>
                </a:solidFill>
                <a:latin typeface="微软雅黑" panose="020B0503020204020204" pitchFamily="34" charset="-122"/>
                <a:ea typeface="微软雅黑" panose="020B0503020204020204" pitchFamily="34" charset="-122"/>
              </a:rPr>
              <a:t>大数据分析的深化与个性化</a:t>
            </a:r>
            <a:endParaRPr lang="zh-CN" altLang="en-US" sz="1511" b="1" dirty="0">
              <a:solidFill>
                <a:schemeClr val="tx2"/>
              </a:solidFill>
              <a:latin typeface="微软雅黑" panose="020B0503020204020204" pitchFamily="34" charset="-122"/>
              <a:ea typeface="微软雅黑" panose="020B0503020204020204" pitchFamily="34" charset="-122"/>
            </a:endParaRPr>
          </a:p>
        </p:txBody>
      </p:sp>
      <p:sp>
        <p:nvSpPr>
          <p:cNvPr id="20" name="Text5">
            <a:extLst>
              <a:ext uri="{FF2B5EF4-FFF2-40B4-BE49-F238E27FC236}">
                <a16:creationId xmlns:a16="http://schemas.microsoft.com/office/drawing/2014/main" id="{3620244E-85DF-BF34-7CA3-822846B8DD7F}"/>
              </a:ext>
            </a:extLst>
          </p:cNvPr>
          <p:cNvSpPr txBox="1"/>
          <p:nvPr>
            <p:custDataLst>
              <p:tags r:id="rId15"/>
            </p:custDataLst>
          </p:nvPr>
        </p:nvSpPr>
        <p:spPr>
          <a:xfrm>
            <a:off x="4066843" y="3565139"/>
            <a:ext cx="725023" cy="553998"/>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02</a:t>
            </a:r>
            <a:endParaRPr kumimoji="0" lang="zh-CN" altLang="en-US" sz="3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23" name="Shape9">
            <a:extLst>
              <a:ext uri="{FF2B5EF4-FFF2-40B4-BE49-F238E27FC236}">
                <a16:creationId xmlns:a16="http://schemas.microsoft.com/office/drawing/2014/main" id="{C849A310-097E-A198-0D3F-FB3F21AEE905}"/>
              </a:ext>
            </a:extLst>
          </p:cNvPr>
          <p:cNvSpPr/>
          <p:nvPr>
            <p:custDataLst>
              <p:tags r:id="rId16"/>
            </p:custDataLst>
          </p:nvPr>
        </p:nvSpPr>
        <p:spPr>
          <a:xfrm>
            <a:off x="4597843" y="4733995"/>
            <a:ext cx="6275479" cy="1054872"/>
          </a:xfrm>
          <a:prstGeom prst="homePlate">
            <a:avLst>
              <a:gd name="adj" fmla="val 46429"/>
            </a:avLst>
          </a:prstGeom>
          <a:solidFill>
            <a:schemeClr val="accent1"/>
          </a:solidFill>
          <a:ln>
            <a:no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24" name="Shape10">
            <a:extLst>
              <a:ext uri="{FF2B5EF4-FFF2-40B4-BE49-F238E27FC236}">
                <a16:creationId xmlns:a16="http://schemas.microsoft.com/office/drawing/2014/main" id="{78978502-EB6D-9440-B398-3F137B424088}"/>
              </a:ext>
            </a:extLst>
          </p:cNvPr>
          <p:cNvSpPr/>
          <p:nvPr>
            <p:custDataLst>
              <p:tags r:id="rId17"/>
            </p:custDataLst>
          </p:nvPr>
        </p:nvSpPr>
        <p:spPr>
          <a:xfrm>
            <a:off x="4534583" y="4832963"/>
            <a:ext cx="6275479" cy="1054872"/>
          </a:xfrm>
          <a:prstGeom prst="homePlate">
            <a:avLst>
              <a:gd name="adj" fmla="val 46429"/>
            </a:avLst>
          </a:prstGeom>
          <a:solidFill>
            <a:schemeClr val="bg1"/>
          </a:solidFill>
          <a:ln>
            <a:solidFill>
              <a:schemeClr val="accent1"/>
            </a:solid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26" name="Shape11">
            <a:extLst>
              <a:ext uri="{FF2B5EF4-FFF2-40B4-BE49-F238E27FC236}">
                <a16:creationId xmlns:a16="http://schemas.microsoft.com/office/drawing/2014/main" id="{2F82172B-E4BC-F15B-3738-701E1C74D483}"/>
              </a:ext>
            </a:extLst>
          </p:cNvPr>
          <p:cNvSpPr/>
          <p:nvPr>
            <p:custDataLst>
              <p:tags r:id="rId18"/>
            </p:custDataLst>
          </p:nvPr>
        </p:nvSpPr>
        <p:spPr>
          <a:xfrm>
            <a:off x="1117813" y="4973221"/>
            <a:ext cx="3768604" cy="792000"/>
          </a:xfrm>
          <a:prstGeom prst="homePlate">
            <a:avLst>
              <a:gd name="adj" fmla="val 27947"/>
            </a:avLst>
          </a:prstGeom>
          <a:solidFill>
            <a:schemeClr val="accent1"/>
          </a:solidFill>
          <a:ln>
            <a:noFill/>
          </a:ln>
          <a:effectLst>
            <a:outerShdw blurRad="101600" dist="101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27" name="Shape12">
            <a:extLst>
              <a:ext uri="{FF2B5EF4-FFF2-40B4-BE49-F238E27FC236}">
                <a16:creationId xmlns:a16="http://schemas.microsoft.com/office/drawing/2014/main" id="{1072E125-D18E-B2FE-D551-B7651C3DE3A4}"/>
              </a:ext>
            </a:extLst>
          </p:cNvPr>
          <p:cNvSpPr/>
          <p:nvPr>
            <p:custDataLst>
              <p:tags r:id="rId19"/>
            </p:custDataLst>
          </p:nvPr>
        </p:nvSpPr>
        <p:spPr>
          <a:xfrm>
            <a:off x="3987527" y="5047277"/>
            <a:ext cx="815082" cy="648000"/>
          </a:xfrm>
          <a:prstGeom prst="hexagon">
            <a:avLst>
              <a:gd name="adj" fmla="val 27709"/>
              <a:gd name="vf" fmla="val 115470"/>
            </a:avLst>
          </a:prstGeom>
          <a:solidFill>
            <a:schemeClr val="bg1"/>
          </a:solidFill>
          <a:ln>
            <a:noFill/>
          </a:ln>
          <a:effectLst>
            <a:outerShdw blurRad="88900" dist="50800" dir="27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28" name="Text6">
            <a:extLst>
              <a:ext uri="{FF2B5EF4-FFF2-40B4-BE49-F238E27FC236}">
                <a16:creationId xmlns:a16="http://schemas.microsoft.com/office/drawing/2014/main" id="{9F166F38-78D6-A4CC-03EE-CFA3723A0E0B}"/>
              </a:ext>
            </a:extLst>
          </p:cNvPr>
          <p:cNvSpPr txBox="1"/>
          <p:nvPr>
            <p:custDataLst>
              <p:tags r:id="rId20"/>
            </p:custDataLst>
          </p:nvPr>
        </p:nvSpPr>
        <p:spPr>
          <a:xfrm>
            <a:off x="1452745" y="5169166"/>
            <a:ext cx="2429554" cy="400110"/>
          </a:xfrm>
          <a:prstGeom prst="rect">
            <a:avLst/>
          </a:prstGeom>
          <a:noFill/>
        </p:spPr>
        <p:txBody>
          <a:bodyPr wrap="square" rtlCol="0" anchor="ctr">
            <a:normAutofit/>
          </a:bodyPr>
          <a:lstStyle/>
          <a:p>
            <a:pPr fontAlgn="ctr"/>
            <a:r>
              <a:rPr lang="zh-CN" altLang="en-US" sz="1511" b="1">
                <a:solidFill>
                  <a:schemeClr val="tx2"/>
                </a:solidFill>
                <a:latin typeface="微软雅黑" panose="020B0503020204020204" pitchFamily="34" charset="-122"/>
                <a:ea typeface="微软雅黑" panose="020B0503020204020204" pitchFamily="34" charset="-122"/>
              </a:rPr>
              <a:t>全球大数据合作与交流</a:t>
            </a:r>
            <a:endParaRPr lang="zh-CN" altLang="en-US" sz="1511" b="1" dirty="0">
              <a:solidFill>
                <a:schemeClr val="tx2"/>
              </a:solidFill>
              <a:latin typeface="微软雅黑" panose="020B0503020204020204" pitchFamily="34" charset="-122"/>
              <a:ea typeface="微软雅黑" panose="020B0503020204020204" pitchFamily="34" charset="-122"/>
            </a:endParaRPr>
          </a:p>
        </p:txBody>
      </p:sp>
      <p:sp>
        <p:nvSpPr>
          <p:cNvPr id="29" name="Text7">
            <a:extLst>
              <a:ext uri="{FF2B5EF4-FFF2-40B4-BE49-F238E27FC236}">
                <a16:creationId xmlns:a16="http://schemas.microsoft.com/office/drawing/2014/main" id="{B5EED72F-2666-37EB-0CAC-94CD20C956E9}"/>
              </a:ext>
            </a:extLst>
          </p:cNvPr>
          <p:cNvSpPr txBox="1"/>
          <p:nvPr>
            <p:custDataLst>
              <p:tags r:id="rId21"/>
            </p:custDataLst>
          </p:nvPr>
        </p:nvSpPr>
        <p:spPr>
          <a:xfrm>
            <a:off x="4067526" y="5089416"/>
            <a:ext cx="725023" cy="553998"/>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03</a:t>
            </a:r>
            <a:endParaRPr kumimoji="0" lang="zh-CN" altLang="en-US" sz="3000" b="1"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38" name="Text8">
            <a:extLst>
              <a:ext uri="{FF2B5EF4-FFF2-40B4-BE49-F238E27FC236}">
                <a16:creationId xmlns:a16="http://schemas.microsoft.com/office/drawing/2014/main" id="{6147C44F-CF77-64C4-5395-D809933723AD}"/>
              </a:ext>
            </a:extLst>
          </p:cNvPr>
          <p:cNvSpPr txBox="1"/>
          <p:nvPr>
            <p:custDataLst>
              <p:tags r:id="rId22"/>
            </p:custDataLst>
          </p:nvPr>
        </p:nvSpPr>
        <p:spPr>
          <a:xfrm>
            <a:off x="5051036" y="3390724"/>
            <a:ext cx="5242571" cy="871472"/>
          </a:xfrm>
          <a:prstGeom prst="rect">
            <a:avLst/>
          </a:prstGeom>
          <a:noFill/>
        </p:spPr>
        <p:txBody>
          <a:bodyPr wrap="square" rtlCol="0">
            <a:normAutofit/>
          </a:bodyPr>
          <a:lstStyle/>
          <a:p>
            <a:pPr>
              <a:lnSpc>
                <a:spcPct val="130000"/>
              </a:lnSpc>
              <a:spcBef>
                <a:spcPts val="150"/>
              </a:spcBef>
              <a:spcAft>
                <a:spcPts val="150"/>
              </a:spcAft>
              <a:defRPr/>
            </a:pPr>
            <a:r>
              <a:rPr lang="zh-CN" altLang="en-US" sz="1200">
                <a:solidFill>
                  <a:schemeClr val="bg2"/>
                </a:solidFill>
                <a:latin typeface="微软雅黑" panose="020B0503020204020204" pitchFamily="34" charset="-122"/>
                <a:ea typeface="微软雅黑" panose="020B0503020204020204" pitchFamily="34" charset="-122"/>
              </a:rPr>
              <a:t>数据分析将更加深入和个性化，满足不同行业和企业的特定需求。</a:t>
            </a:r>
            <a:endParaRPr lang="en-US" altLang="zh-CN" sz="1200" dirty="0">
              <a:solidFill>
                <a:schemeClr val="bg2">
                  <a:alpha val="80000"/>
                </a:schemeClr>
              </a:solidFill>
              <a:latin typeface="微软雅黑" panose="020B0503020204020204" pitchFamily="34" charset="-122"/>
              <a:ea typeface="微软雅黑" panose="020B0503020204020204" pitchFamily="34" charset="-122"/>
              <a:cs typeface="思源宋体 CN SemiBold" panose="02020600000000000000" charset="-122"/>
              <a:sym typeface="+mn-ea"/>
            </a:endParaRPr>
          </a:p>
        </p:txBody>
      </p:sp>
      <p:sp>
        <p:nvSpPr>
          <p:cNvPr id="39" name="Text9">
            <a:extLst>
              <a:ext uri="{FF2B5EF4-FFF2-40B4-BE49-F238E27FC236}">
                <a16:creationId xmlns:a16="http://schemas.microsoft.com/office/drawing/2014/main" id="{B3AE4AC2-E68A-2F49-30E7-ECF6E32F67F2}"/>
              </a:ext>
            </a:extLst>
          </p:cNvPr>
          <p:cNvSpPr txBox="1"/>
          <p:nvPr>
            <p:custDataLst>
              <p:tags r:id="rId23"/>
            </p:custDataLst>
          </p:nvPr>
        </p:nvSpPr>
        <p:spPr>
          <a:xfrm>
            <a:off x="5051036" y="4924663"/>
            <a:ext cx="5242571" cy="871472"/>
          </a:xfrm>
          <a:prstGeom prst="rect">
            <a:avLst/>
          </a:prstGeom>
          <a:noFill/>
        </p:spPr>
        <p:txBody>
          <a:bodyPr wrap="square" rtlCol="0">
            <a:normAutofit/>
          </a:bodyPr>
          <a:lstStyle/>
          <a:p>
            <a:pPr>
              <a:lnSpc>
                <a:spcPct val="130000"/>
              </a:lnSpc>
              <a:spcBef>
                <a:spcPts val="150"/>
              </a:spcBef>
              <a:spcAft>
                <a:spcPts val="150"/>
              </a:spcAft>
              <a:defRPr/>
            </a:pPr>
            <a:r>
              <a:rPr lang="zh-CN" altLang="en-US" sz="1200">
                <a:solidFill>
                  <a:schemeClr val="bg2"/>
                </a:solidFill>
                <a:latin typeface="微软雅黑" panose="020B0503020204020204" pitchFamily="34" charset="-122"/>
                <a:ea typeface="微软雅黑" panose="020B0503020204020204" pitchFamily="34" charset="-122"/>
              </a:rPr>
              <a:t>国际合作加强，共同应对大数据时代的挑战，促进全球数据治理的标准化。</a:t>
            </a:r>
            <a:endParaRPr lang="en-US" altLang="zh-CN" sz="1200" dirty="0">
              <a:solidFill>
                <a:schemeClr val="bg2">
                  <a:alpha val="80000"/>
                </a:schemeClr>
              </a:solidFill>
              <a:latin typeface="微软雅黑" panose="020B0503020204020204" pitchFamily="34" charset="-122"/>
              <a:ea typeface="微软雅黑" panose="020B0503020204020204" pitchFamily="34" charset="-122"/>
              <a:cs typeface="思源宋体 CN SemiBold" panose="02020600000000000000" charset="-122"/>
              <a:sym typeface="+mn-ea"/>
            </a:endParaRPr>
          </a:p>
        </p:txBody>
      </p:sp>
      <p:sp>
        <p:nvSpPr>
          <p:cNvPr id="40" name="Rectangle 39-【1】">
            <a:extLst>
              <a:ext uri="{FF2B5EF4-FFF2-40B4-BE49-F238E27FC236}">
                <a16:creationId xmlns:a16="http://schemas.microsoft.com/office/drawing/2014/main" id="{0E286928-A7E8-E6F3-6C90-7E2D1AC763F4}"/>
              </a:ext>
            </a:extLst>
          </p:cNvPr>
          <p:cNvSpPr/>
          <p:nvPr>
            <p:custDataLst>
              <p:tags r:id="rId24"/>
            </p:custDataLst>
          </p:nvPr>
        </p:nvSpPr>
        <p:spPr>
          <a:xfrm>
            <a:off x="11326515" y="0"/>
            <a:ext cx="86548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10">
            <a:extLst>
              <a:ext uri="{FF2B5EF4-FFF2-40B4-BE49-F238E27FC236}">
                <a16:creationId xmlns:a16="http://schemas.microsoft.com/office/drawing/2014/main" id="{59A03497-E66A-6BFA-775C-CD92AB4C6E54}"/>
              </a:ext>
            </a:extLst>
          </p:cNvPr>
          <p:cNvSpPr txBox="1"/>
          <p:nvPr>
            <p:custDataLst>
              <p:tags r:id="rId25"/>
            </p:custDataLst>
          </p:nvPr>
        </p:nvSpPr>
        <p:spPr>
          <a:xfrm>
            <a:off x="811602" y="287410"/>
            <a:ext cx="9441743"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未来展望与发展趋势</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pic>
        <p:nvPicPr>
          <p:cNvPr id="7" name="Shape13">
            <a:extLst>
              <a:ext uri="{FF2B5EF4-FFF2-40B4-BE49-F238E27FC236}">
                <a16:creationId xmlns:a16="http://schemas.microsoft.com/office/drawing/2014/main" id="{A631314F-EF17-373F-A2C0-B3C473D06118}"/>
              </a:ext>
            </a:extLst>
          </p:cNvPr>
          <p:cNvPicPr>
            <a:picLocks/>
          </p:cNvPicPr>
          <p:nvPr>
            <p:custDataLst>
              <p:tags r:id="rId26"/>
            </p:custDataLst>
          </p:nvPr>
        </p:nvPicPr>
        <p:blipFill>
          <a:blip r:embed="rId29">
            <a:extLst>
              <a:ext uri="{96DAC541-7B7A-43D3-8B79-37D633B846F1}">
                <asvg:svgBlip xmlns:asvg="http://schemas.microsoft.com/office/drawing/2016/SVG/main" r:embed="rId30"/>
              </a:ext>
            </a:extLst>
          </a:blip>
          <a:stretch>
            <a:fillRect/>
          </a:stretch>
        </p:blipFill>
        <p:spPr>
          <a:xfrm>
            <a:off x="256421" y="473520"/>
            <a:ext cx="459926" cy="459926"/>
          </a:xfrm>
          <a:prstGeom prst="rect">
            <a:avLst/>
          </a:prstGeom>
        </p:spPr>
      </p:pic>
    </p:spTree>
    <p:custDataLst>
      <p:custData r:id="rId1"/>
      <p:tags r:id="rId2"/>
    </p:custDataLst>
    <p:extLst>
      <p:ext uri="{BB962C8B-B14F-4D97-AF65-F5344CB8AC3E}">
        <p14:creationId xmlns:p14="http://schemas.microsoft.com/office/powerpoint/2010/main" val="6146925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to="" calcmode="lin" valueType="num">
                                      <p:cBhvr>
                                        <p:cTn id="7" dur="500" fill="hold">
                                          <p:stCondLst>
                                            <p:cond delay="0"/>
                                          </p:stCondLst>
                                        </p:cTn>
                                        <p:tgtEl>
                                          <p:spTgt spid="40"/>
                                        </p:tgtEl>
                                        <p:attrNameLst>
                                          <p:attrName>ppt_x</p:attrName>
                                        </p:attrNameLst>
                                      </p:cBhvr>
                                      <p:tavLst>
                                        <p:tav tm="0" fmla="((floor(#ppt_x-0.5)+ceil(#ppt_x-0.5))*0.5+0.5)+(#ppt_x- ((floor(#ppt_x-0.5)+ceil(#ppt_x-0.5))*0.5+0.5))*$">
                                          <p:val>
                                            <p:strVal val="0"/>
                                          </p:val>
                                        </p:tav>
                                        <p:tav tm="100000">
                                          <p:val>
                                            <p:strVal val="1"/>
                                          </p:val>
                                        </p:tav>
                                      </p:tavLst>
                                    </p:anim>
                                    <p:anim to="" calcmode="lin" valueType="num">
                                      <p:cBhvr>
                                        <p:cTn id="8" dur="500" fill="hold">
                                          <p:stCondLst>
                                            <p:cond delay="0"/>
                                          </p:stCondLst>
                                        </p:cTn>
                                        <p:tgtEl>
                                          <p:spTgt spid="40"/>
                                        </p:tgtEl>
                                        <p:attrNameLst>
                                          <p:attrName>ppt_y</p:attrName>
                                        </p:attrNameLst>
                                      </p:cBhvr>
                                      <p:tavLst>
                                        <p:tav tm="0" fmla="((floor(#ppt_y-0.5)+ceil(#ppt_y-0.5))*0.5+0.5)+(#ppt_y- ((floor(#ppt_y-0.5)+ceil(#ppt_y-0.5))*0.5+0.5))*$">
                                          <p:val>
                                            <p:strVal val="0"/>
                                          </p:val>
                                        </p:tav>
                                        <p:tav tm="100000">
                                          <p:val>
                                            <p:strVal val="1"/>
                                          </p:val>
                                        </p:tav>
                                      </p:tavLst>
                                    </p:anim>
                                    <p:anim to="" calcmode="lin" valueType="num">
                                      <p:cBhvr>
                                        <p:cTn id="9" dur="500" fill="hold">
                                          <p:stCondLst>
                                            <p:cond delay="0"/>
                                          </p:stCondLst>
                                        </p:cTn>
                                        <p:tgtEl>
                                          <p:spTgt spid="40"/>
                                        </p:tgtEl>
                                        <p:attrNameLst>
                                          <p:attrName>style.opacity</p:attrName>
                                        </p:attrNameLst>
                                      </p:cBhvr>
                                      <p:tavLst>
                                        <p:tav tm="0">
                                          <p:val>
                                            <p:strVal val="0"/>
                                          </p:val>
                                        </p:tav>
                                        <p:tav tm="100000">
                                          <p:val>
                                            <p:strVal val="1"/>
                                          </p:val>
                                        </p:tav>
                                      </p:tavLst>
                                    </p:anim>
                                    <p:anim to="" calcmode="lin" valueType="num">
                                      <p:cBhvr>
                                        <p:cTn id="10" dur="500" fill="hold">
                                          <p:stCondLst>
                                            <p:cond delay="0"/>
                                          </p:stCondLst>
                                        </p:cTn>
                                        <p:tgtEl>
                                          <p:spTgt spid="40"/>
                                        </p:tgtEl>
                                        <p:attrNameLst>
                                          <p:attrName>ppt_w</p:attrName>
                                        </p:attrNameLst>
                                      </p:cBhvr>
                                      <p:tavLst>
                                        <p:tav tm="0">
                                          <p:val>
                                            <p:strVal val="#ppt_w*2"/>
                                          </p:val>
                                        </p:tav>
                                        <p:tav tm="100000">
                                          <p:val>
                                            <p:strVal val="#ppt_w"/>
                                          </p:val>
                                        </p:tav>
                                      </p:tavLst>
                                    </p:anim>
                                    <p:anim to="" calcmode="lin" valueType="num">
                                      <p:cBhvr>
                                        <p:cTn id="11" dur="500" fill="hold">
                                          <p:stCondLst>
                                            <p:cond delay="0"/>
                                          </p:stCondLst>
                                        </p:cTn>
                                        <p:tgtEl>
                                          <p:spTgt spid="40"/>
                                        </p:tgtEl>
                                        <p:attrNameLst>
                                          <p:attrName>ppt_h</p:attrName>
                                        </p:attrNameLst>
                                      </p:cBhvr>
                                      <p:tavLst>
                                        <p:tav tm="0">
                                          <p:val>
                                            <p:strVal val="#ppt_h*2"/>
                                          </p:val>
                                        </p:tav>
                                        <p:tav tm="100000">
                                          <p:val>
                                            <p:strVal val="#ppt_h"/>
                                          </p:val>
                                        </p:tav>
                                      </p:tavLst>
                                    </p:anim>
                                  </p:childTnLst>
                                </p:cTn>
                              </p:par>
                              <p:par>
                                <p:cTn id="12" presetID="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 to="" calcmode="lin" valueType="num">
                                      <p:cBhvr>
                                        <p:cTn id="14" dur="500" fill="hold">
                                          <p:stCondLst>
                                            <p:cond delay="0"/>
                                          </p:stCondLst>
                                        </p:cTn>
                                        <p:tgtEl>
                                          <p:spTgt spid="7"/>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5" dur="500" fill="hold">
                                          <p:stCondLst>
                                            <p:cond delay="0"/>
                                          </p:stCondLst>
                                        </p:cTn>
                                        <p:tgtEl>
                                          <p:spTgt spid="7"/>
                                        </p:tgtEl>
                                        <p:attrNameLst>
                                          <p:attrName>ppt_y</p:attrName>
                                        </p:attrNameLst>
                                      </p:cBhvr>
                                      <p:tavLst>
                                        <p:tav tm="0" fmla="((floor(#ppt_y-0.5)+ceil(#ppt_y-0.5))*0.5+0.5)+(#ppt_y- ((floor(#ppt_y-0.5)+ceil(#ppt_y-0.5))*0.5+0.5))*$">
                                          <p:val>
                                            <p:strVal val="0"/>
                                          </p:val>
                                        </p:tav>
                                        <p:tav tm="100000">
                                          <p:val>
                                            <p:strVal val="1"/>
                                          </p:val>
                                        </p:tav>
                                      </p:tavLst>
                                    </p:anim>
                                    <p:anim to="" calcmode="lin" valueType="num">
                                      <p:cBhvr>
                                        <p:cTn id="16" dur="500" fill="hold">
                                          <p:stCondLst>
                                            <p:cond delay="0"/>
                                          </p:stCondLst>
                                        </p:cTn>
                                        <p:tgtEl>
                                          <p:spTgt spid="7"/>
                                        </p:tgtEl>
                                        <p:attrNameLst>
                                          <p:attrName>style.opacity</p:attrName>
                                        </p:attrNameLst>
                                      </p:cBhvr>
                                      <p:tavLst>
                                        <p:tav tm="0">
                                          <p:val>
                                            <p:strVal val="0"/>
                                          </p:val>
                                        </p:tav>
                                        <p:tav tm="100000">
                                          <p:val>
                                            <p:strVal val="1"/>
                                          </p:val>
                                        </p:tav>
                                      </p:tavLst>
                                    </p:anim>
                                    <p:anim to="" calcmode="lin" valueType="num">
                                      <p:cBhvr>
                                        <p:cTn id="17" dur="500" fill="hold">
                                          <p:stCondLst>
                                            <p:cond delay="0"/>
                                          </p:stCondLst>
                                        </p:cTn>
                                        <p:tgtEl>
                                          <p:spTgt spid="7"/>
                                        </p:tgtEl>
                                        <p:attrNameLst>
                                          <p:attrName>ppt_w</p:attrName>
                                        </p:attrNameLst>
                                      </p:cBhvr>
                                      <p:tavLst>
                                        <p:tav tm="0">
                                          <p:val>
                                            <p:strVal val="#ppt_w*2"/>
                                          </p:val>
                                        </p:tav>
                                        <p:tav tm="100000">
                                          <p:val>
                                            <p:strVal val="#ppt_w"/>
                                          </p:val>
                                        </p:tav>
                                      </p:tavLst>
                                    </p:anim>
                                    <p:anim to="" calcmode="lin" valueType="num">
                                      <p:cBhvr>
                                        <p:cTn id="18" dur="500" fill="hold">
                                          <p:stCondLst>
                                            <p:cond delay="0"/>
                                          </p:stCondLst>
                                        </p:cTn>
                                        <p:tgtEl>
                                          <p:spTgt spid="7"/>
                                        </p:tgtEl>
                                        <p:attrNameLst>
                                          <p:attrName>ppt_h</p:attrName>
                                        </p:attrNameLst>
                                      </p:cBhvr>
                                      <p:tavLst>
                                        <p:tav tm="0">
                                          <p:val>
                                            <p:strVal val="#ppt_h*2"/>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 to="" calcmode="lin" valueType="num">
                                      <p:cBhvr>
                                        <p:cTn id="25" dur="500" fill="hold">
                                          <p:stCondLst>
                                            <p:cond delay="0"/>
                                          </p:stCondLst>
                                        </p:cTn>
                                        <p:tgtEl>
                                          <p:spTgt spid="12"/>
                                        </p:tgtEl>
                                        <p:attrNameLst>
                                          <p:attrName>ppt_x</p:attrName>
                                        </p:attrNameLst>
                                      </p:cBhvr>
                                      <p:tavLst>
                                        <p:tav tm="0">
                                          <p:val>
                                            <p:strVal val="#ppt_x+0"/>
                                          </p:val>
                                        </p:tav>
                                        <p:tav tm="100000">
                                          <p:val>
                                            <p:strVal val="#ppt_x+0"/>
                                          </p:val>
                                        </p:tav>
                                      </p:tavLst>
                                    </p:anim>
                                    <p:anim to="" calcmode="lin" valueType="num">
                                      <p:cBhvr>
                                        <p:cTn id="26" dur="500" fill="hold">
                                          <p:stCondLst>
                                            <p:cond delay="0"/>
                                          </p:stCondLst>
                                        </p:cTn>
                                        <p:tgtEl>
                                          <p:spTgt spid="12"/>
                                        </p:tgtEl>
                                        <p:attrNameLst>
                                          <p:attrName>ppt_y</p:attrName>
                                        </p:attrNameLst>
                                      </p:cBhvr>
                                      <p:tavLst>
                                        <p:tav tm="0">
                                          <p:val>
                                            <p:strVal val="#ppt_y+0.2226117"/>
                                          </p:val>
                                        </p:tav>
                                        <p:tav tm="100000">
                                          <p:val>
                                            <p:strVal val="#ppt_y+0.2226117"/>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 to="" calcmode="lin" valueType="num">
                                      <p:cBhvr>
                                        <p:cTn id="31" dur="500" fill="hold">
                                          <p:stCondLst>
                                            <p:cond delay="0"/>
                                          </p:stCondLst>
                                        </p:cTn>
                                        <p:tgtEl>
                                          <p:spTgt spid="10"/>
                                        </p:tgtEl>
                                        <p:attrNameLst>
                                          <p:attrName>ppt_x</p:attrName>
                                        </p:attrNameLst>
                                      </p:cBhvr>
                                      <p:tavLst>
                                        <p:tav tm="0">
                                          <p:val>
                                            <p:strVal val="#ppt_x+0"/>
                                          </p:val>
                                        </p:tav>
                                        <p:tav tm="100000">
                                          <p:val>
                                            <p:strVal val="#ppt_x+0"/>
                                          </p:val>
                                        </p:tav>
                                      </p:tavLst>
                                    </p:anim>
                                    <p:anim to="" calcmode="lin" valueType="num">
                                      <p:cBhvr>
                                        <p:cTn id="32" dur="500" fill="hold">
                                          <p:stCondLst>
                                            <p:cond delay="0"/>
                                          </p:stCondLst>
                                        </p:cTn>
                                        <p:tgtEl>
                                          <p:spTgt spid="10"/>
                                        </p:tgtEl>
                                        <p:attrNameLst>
                                          <p:attrName>ppt_y</p:attrName>
                                        </p:attrNameLst>
                                      </p:cBhvr>
                                      <p:tavLst>
                                        <p:tav tm="0">
                                          <p:val>
                                            <p:strVal val="#ppt_y+0.2226117"/>
                                          </p:val>
                                        </p:tav>
                                        <p:tav tm="100000">
                                          <p:val>
                                            <p:strVal val="#ppt_y+0.2226117"/>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 to="" calcmode="lin" valueType="num">
                                      <p:cBhvr>
                                        <p:cTn id="37" dur="500" fill="hold">
                                          <p:stCondLst>
                                            <p:cond delay="0"/>
                                          </p:stCondLst>
                                        </p:cTn>
                                        <p:tgtEl>
                                          <p:spTgt spid="11"/>
                                        </p:tgtEl>
                                        <p:attrNameLst>
                                          <p:attrName>ppt_x</p:attrName>
                                        </p:attrNameLst>
                                      </p:cBhvr>
                                      <p:tavLst>
                                        <p:tav tm="0">
                                          <p:val>
                                            <p:strVal val="#ppt_x+0"/>
                                          </p:val>
                                        </p:tav>
                                        <p:tav tm="100000">
                                          <p:val>
                                            <p:strVal val="#ppt_x+0"/>
                                          </p:val>
                                        </p:tav>
                                      </p:tavLst>
                                    </p:anim>
                                    <p:anim to="" calcmode="lin" valueType="num">
                                      <p:cBhvr>
                                        <p:cTn id="38" dur="500" fill="hold">
                                          <p:stCondLst>
                                            <p:cond delay="0"/>
                                          </p:stCondLst>
                                        </p:cTn>
                                        <p:tgtEl>
                                          <p:spTgt spid="11"/>
                                        </p:tgtEl>
                                        <p:attrNameLst>
                                          <p:attrName>ppt_y</p:attrName>
                                        </p:attrNameLst>
                                      </p:cBhvr>
                                      <p:tavLst>
                                        <p:tav tm="0">
                                          <p:val>
                                            <p:strVal val="#ppt_y+0.22261174"/>
                                          </p:val>
                                        </p:tav>
                                        <p:tav tm="100000">
                                          <p:val>
                                            <p:strVal val="#ppt_y+0.22261174"/>
                                          </p:val>
                                        </p:tav>
                                      </p:tavLst>
                                    </p:anim>
                                  </p:childTnLst>
                                </p:cTn>
                              </p:par>
                              <p:par>
                                <p:cTn id="39" presetID="23" presetClass="entr" presetSubtype="16"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p:cTn id="41" dur="500" fill="hold"/>
                                        <p:tgtEl>
                                          <p:spTgt spid="5"/>
                                        </p:tgtEl>
                                        <p:attrNameLst>
                                          <p:attrName>ppt_w</p:attrName>
                                        </p:attrNameLst>
                                      </p:cBhvr>
                                      <p:tavLst>
                                        <p:tav tm="0">
                                          <p:val>
                                            <p:fltVal val="0"/>
                                          </p:val>
                                        </p:tav>
                                        <p:tav tm="100000">
                                          <p:val>
                                            <p:strVal val="#ppt_w"/>
                                          </p:val>
                                        </p:tav>
                                      </p:tavLst>
                                    </p:anim>
                                    <p:anim calcmode="lin" valueType="num">
                                      <p:cBhvr>
                                        <p:cTn id="42" dur="500" fill="hold"/>
                                        <p:tgtEl>
                                          <p:spTgt spid="5"/>
                                        </p:tgtEl>
                                        <p:attrNameLst>
                                          <p:attrName>ppt_h</p:attrName>
                                        </p:attrNameLst>
                                      </p:cBhvr>
                                      <p:tavLst>
                                        <p:tav tm="0">
                                          <p:val>
                                            <p:fltVal val="0"/>
                                          </p:val>
                                        </p:tav>
                                        <p:tav tm="100000">
                                          <p:val>
                                            <p:strVal val="#ppt_h"/>
                                          </p:val>
                                        </p:tav>
                                      </p:tavLst>
                                    </p:anim>
                                    <p:anim to="" calcmode="lin" valueType="num">
                                      <p:cBhvr>
                                        <p:cTn id="43" dur="500" fill="hold">
                                          <p:stCondLst>
                                            <p:cond delay="0"/>
                                          </p:stCondLst>
                                        </p:cTn>
                                        <p:tgtEl>
                                          <p:spTgt spid="5"/>
                                        </p:tgtEl>
                                        <p:attrNameLst>
                                          <p:attrName>ppt_x</p:attrName>
                                        </p:attrNameLst>
                                      </p:cBhvr>
                                      <p:tavLst>
                                        <p:tav tm="0">
                                          <p:val>
                                            <p:strVal val="#ppt_x+0"/>
                                          </p:val>
                                        </p:tav>
                                        <p:tav tm="100000">
                                          <p:val>
                                            <p:strVal val="#ppt_x+0"/>
                                          </p:val>
                                        </p:tav>
                                      </p:tavLst>
                                    </p:anim>
                                    <p:anim to="" calcmode="lin" valueType="num">
                                      <p:cBhvr>
                                        <p:cTn id="44" dur="500" fill="hold">
                                          <p:stCondLst>
                                            <p:cond delay="0"/>
                                          </p:stCondLst>
                                        </p:cTn>
                                        <p:tgtEl>
                                          <p:spTgt spid="5"/>
                                        </p:tgtEl>
                                        <p:attrNameLst>
                                          <p:attrName>ppt_y</p:attrName>
                                        </p:attrNameLst>
                                      </p:cBhvr>
                                      <p:tavLst>
                                        <p:tav tm="0">
                                          <p:val>
                                            <p:strVal val="#ppt_y+0.22261174"/>
                                          </p:val>
                                        </p:tav>
                                        <p:tav tm="100000">
                                          <p:val>
                                            <p:strVal val="#ppt_y+0.22261174"/>
                                          </p:val>
                                        </p:tav>
                                      </p:tavLst>
                                    </p:anim>
                                  </p:childTnLst>
                                </p:cTn>
                              </p:par>
                              <p:par>
                                <p:cTn id="45" presetID="23" presetClass="entr" presetSubtype="16"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p:cTn id="47" dur="500" fill="hold"/>
                                        <p:tgtEl>
                                          <p:spTgt spid="6"/>
                                        </p:tgtEl>
                                        <p:attrNameLst>
                                          <p:attrName>ppt_w</p:attrName>
                                        </p:attrNameLst>
                                      </p:cBhvr>
                                      <p:tavLst>
                                        <p:tav tm="0">
                                          <p:val>
                                            <p:fltVal val="0"/>
                                          </p:val>
                                        </p:tav>
                                        <p:tav tm="100000">
                                          <p:val>
                                            <p:strVal val="#ppt_w"/>
                                          </p:val>
                                        </p:tav>
                                      </p:tavLst>
                                    </p:anim>
                                    <p:anim calcmode="lin" valueType="num">
                                      <p:cBhvr>
                                        <p:cTn id="48" dur="500" fill="hold"/>
                                        <p:tgtEl>
                                          <p:spTgt spid="6"/>
                                        </p:tgtEl>
                                        <p:attrNameLst>
                                          <p:attrName>ppt_h</p:attrName>
                                        </p:attrNameLst>
                                      </p:cBhvr>
                                      <p:tavLst>
                                        <p:tav tm="0">
                                          <p:val>
                                            <p:fltVal val="0"/>
                                          </p:val>
                                        </p:tav>
                                        <p:tav tm="100000">
                                          <p:val>
                                            <p:strVal val="#ppt_h"/>
                                          </p:val>
                                        </p:tav>
                                      </p:tavLst>
                                    </p:anim>
                                    <p:anim to="" calcmode="lin" valueType="num">
                                      <p:cBhvr>
                                        <p:cTn id="49" dur="500" fill="hold">
                                          <p:stCondLst>
                                            <p:cond delay="0"/>
                                          </p:stCondLst>
                                        </p:cTn>
                                        <p:tgtEl>
                                          <p:spTgt spid="6"/>
                                        </p:tgtEl>
                                        <p:attrNameLst>
                                          <p:attrName>ppt_x</p:attrName>
                                        </p:attrNameLst>
                                      </p:cBhvr>
                                      <p:tavLst>
                                        <p:tav tm="0">
                                          <p:val>
                                            <p:strVal val="#ppt_x+0"/>
                                          </p:val>
                                        </p:tav>
                                        <p:tav tm="100000">
                                          <p:val>
                                            <p:strVal val="#ppt_x+0"/>
                                          </p:val>
                                        </p:tav>
                                      </p:tavLst>
                                    </p:anim>
                                    <p:anim to="" calcmode="lin" valueType="num">
                                      <p:cBhvr>
                                        <p:cTn id="50" dur="500" fill="hold">
                                          <p:stCondLst>
                                            <p:cond delay="0"/>
                                          </p:stCondLst>
                                        </p:cTn>
                                        <p:tgtEl>
                                          <p:spTgt spid="6"/>
                                        </p:tgtEl>
                                        <p:attrNameLst>
                                          <p:attrName>ppt_y</p:attrName>
                                        </p:attrNameLst>
                                      </p:cBhvr>
                                      <p:tavLst>
                                        <p:tav tm="0">
                                          <p:val>
                                            <p:strVal val="#ppt_y+0.2226117"/>
                                          </p:val>
                                        </p:tav>
                                        <p:tav tm="100000">
                                          <p:val>
                                            <p:strVal val="#ppt_y+0.2226117"/>
                                          </p:val>
                                        </p:tav>
                                      </p:tavLst>
                                    </p:anim>
                                  </p:childTnLst>
                                </p:cTn>
                              </p:par>
                              <p:par>
                                <p:cTn id="51" presetID="23" presetClass="entr" presetSubtype="16"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p:cTn id="53" dur="500" fill="hold"/>
                                        <p:tgtEl>
                                          <p:spTgt spid="8"/>
                                        </p:tgtEl>
                                        <p:attrNameLst>
                                          <p:attrName>ppt_w</p:attrName>
                                        </p:attrNameLst>
                                      </p:cBhvr>
                                      <p:tavLst>
                                        <p:tav tm="0">
                                          <p:val>
                                            <p:fltVal val="0"/>
                                          </p:val>
                                        </p:tav>
                                        <p:tav tm="100000">
                                          <p:val>
                                            <p:strVal val="#ppt_w"/>
                                          </p:val>
                                        </p:tav>
                                      </p:tavLst>
                                    </p:anim>
                                    <p:anim calcmode="lin" valueType="num">
                                      <p:cBhvr>
                                        <p:cTn id="54" dur="500" fill="hold"/>
                                        <p:tgtEl>
                                          <p:spTgt spid="8"/>
                                        </p:tgtEl>
                                        <p:attrNameLst>
                                          <p:attrName>ppt_h</p:attrName>
                                        </p:attrNameLst>
                                      </p:cBhvr>
                                      <p:tavLst>
                                        <p:tav tm="0">
                                          <p:val>
                                            <p:fltVal val="0"/>
                                          </p:val>
                                        </p:tav>
                                        <p:tav tm="100000">
                                          <p:val>
                                            <p:strVal val="#ppt_h"/>
                                          </p:val>
                                        </p:tav>
                                      </p:tavLst>
                                    </p:anim>
                                    <p:anim to="" calcmode="lin" valueType="num">
                                      <p:cBhvr>
                                        <p:cTn id="55" dur="500" fill="hold">
                                          <p:stCondLst>
                                            <p:cond delay="0"/>
                                          </p:stCondLst>
                                        </p:cTn>
                                        <p:tgtEl>
                                          <p:spTgt spid="8"/>
                                        </p:tgtEl>
                                        <p:attrNameLst>
                                          <p:attrName>ppt_x</p:attrName>
                                        </p:attrNameLst>
                                      </p:cBhvr>
                                      <p:tavLst>
                                        <p:tav tm="0">
                                          <p:val>
                                            <p:strVal val="#ppt_x+0"/>
                                          </p:val>
                                        </p:tav>
                                        <p:tav tm="100000">
                                          <p:val>
                                            <p:strVal val="#ppt_x+0"/>
                                          </p:val>
                                        </p:tav>
                                      </p:tavLst>
                                    </p:anim>
                                    <p:anim to="" calcmode="lin" valueType="num">
                                      <p:cBhvr>
                                        <p:cTn id="56" dur="500" fill="hold">
                                          <p:stCondLst>
                                            <p:cond delay="0"/>
                                          </p:stCondLst>
                                        </p:cTn>
                                        <p:tgtEl>
                                          <p:spTgt spid="8"/>
                                        </p:tgtEl>
                                        <p:attrNameLst>
                                          <p:attrName>ppt_y</p:attrName>
                                        </p:attrNameLst>
                                      </p:cBhvr>
                                      <p:tavLst>
                                        <p:tav tm="0">
                                          <p:val>
                                            <p:strVal val="#ppt_y+0.2226117"/>
                                          </p:val>
                                        </p:tav>
                                        <p:tav tm="100000">
                                          <p:val>
                                            <p:strVal val="#ppt_y+0.2226117"/>
                                          </p:val>
                                        </p:tav>
                                      </p:tavLst>
                                    </p:anim>
                                  </p:childTnLst>
                                </p:cTn>
                              </p:par>
                              <p:par>
                                <p:cTn id="57" presetID="23" presetClass="entr" presetSubtype="16"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p:cTn id="59" dur="500" fill="hold"/>
                                        <p:tgtEl>
                                          <p:spTgt spid="9"/>
                                        </p:tgtEl>
                                        <p:attrNameLst>
                                          <p:attrName>ppt_w</p:attrName>
                                        </p:attrNameLst>
                                      </p:cBhvr>
                                      <p:tavLst>
                                        <p:tav tm="0">
                                          <p:val>
                                            <p:fltVal val="0"/>
                                          </p:val>
                                        </p:tav>
                                        <p:tav tm="100000">
                                          <p:val>
                                            <p:strVal val="#ppt_w"/>
                                          </p:val>
                                        </p:tav>
                                      </p:tavLst>
                                    </p:anim>
                                    <p:anim calcmode="lin" valueType="num">
                                      <p:cBhvr>
                                        <p:cTn id="60" dur="500" fill="hold"/>
                                        <p:tgtEl>
                                          <p:spTgt spid="9"/>
                                        </p:tgtEl>
                                        <p:attrNameLst>
                                          <p:attrName>ppt_h</p:attrName>
                                        </p:attrNameLst>
                                      </p:cBhvr>
                                      <p:tavLst>
                                        <p:tav tm="0">
                                          <p:val>
                                            <p:fltVal val="0"/>
                                          </p:val>
                                        </p:tav>
                                        <p:tav tm="100000">
                                          <p:val>
                                            <p:strVal val="#ppt_h"/>
                                          </p:val>
                                        </p:tav>
                                      </p:tavLst>
                                    </p:anim>
                                    <p:anim to="" calcmode="lin" valueType="num">
                                      <p:cBhvr>
                                        <p:cTn id="61" dur="500" fill="hold">
                                          <p:stCondLst>
                                            <p:cond delay="0"/>
                                          </p:stCondLst>
                                        </p:cTn>
                                        <p:tgtEl>
                                          <p:spTgt spid="9"/>
                                        </p:tgtEl>
                                        <p:attrNameLst>
                                          <p:attrName>ppt_x</p:attrName>
                                        </p:attrNameLst>
                                      </p:cBhvr>
                                      <p:tavLst>
                                        <p:tav tm="0">
                                          <p:val>
                                            <p:strVal val="#ppt_x+0"/>
                                          </p:val>
                                        </p:tav>
                                        <p:tav tm="100000">
                                          <p:val>
                                            <p:strVal val="#ppt_x+0"/>
                                          </p:val>
                                        </p:tav>
                                      </p:tavLst>
                                    </p:anim>
                                    <p:anim to="" calcmode="lin" valueType="num">
                                      <p:cBhvr>
                                        <p:cTn id="62" dur="500" fill="hold">
                                          <p:stCondLst>
                                            <p:cond delay="0"/>
                                          </p:stCondLst>
                                        </p:cTn>
                                        <p:tgtEl>
                                          <p:spTgt spid="9"/>
                                        </p:tgtEl>
                                        <p:attrNameLst>
                                          <p:attrName>ppt_y</p:attrName>
                                        </p:attrNameLst>
                                      </p:cBhvr>
                                      <p:tavLst>
                                        <p:tav tm="0">
                                          <p:val>
                                            <p:strVal val="#ppt_y+0.22261174"/>
                                          </p:val>
                                        </p:tav>
                                        <p:tav tm="100000">
                                          <p:val>
                                            <p:strVal val="#ppt_y+0.22261174"/>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anim calcmode="lin" valueType="num">
                                      <p:cBhvr>
                                        <p:cTn id="67" dur="500" fill="hold"/>
                                        <p:tgtEl>
                                          <p:spTgt spid="38"/>
                                        </p:tgtEl>
                                        <p:attrNameLst>
                                          <p:attrName>ppt_w</p:attrName>
                                        </p:attrNameLst>
                                      </p:cBhvr>
                                      <p:tavLst>
                                        <p:tav tm="0">
                                          <p:val>
                                            <p:fltVal val="0"/>
                                          </p:val>
                                        </p:tav>
                                        <p:tav tm="100000">
                                          <p:val>
                                            <p:strVal val="#ppt_w"/>
                                          </p:val>
                                        </p:tav>
                                      </p:tavLst>
                                    </p:anim>
                                    <p:anim calcmode="lin" valueType="num">
                                      <p:cBhvr>
                                        <p:cTn id="68" dur="500" fill="hold"/>
                                        <p:tgtEl>
                                          <p:spTgt spid="38"/>
                                        </p:tgtEl>
                                        <p:attrNameLst>
                                          <p:attrName>ppt_h</p:attrName>
                                        </p:attrNameLst>
                                      </p:cBhvr>
                                      <p:tavLst>
                                        <p:tav tm="0">
                                          <p:val>
                                            <p:fltVal val="0"/>
                                          </p:val>
                                        </p:tav>
                                        <p:tav tm="100000">
                                          <p:val>
                                            <p:strVal val="#ppt_h"/>
                                          </p:val>
                                        </p:tav>
                                      </p:tavLst>
                                    </p:anim>
                                    <p:anim to="" calcmode="lin" valueType="num">
                                      <p:cBhvr>
                                        <p:cTn id="69" dur="500" fill="hold">
                                          <p:stCondLst>
                                            <p:cond delay="0"/>
                                          </p:stCondLst>
                                        </p:cTn>
                                        <p:tgtEl>
                                          <p:spTgt spid="38"/>
                                        </p:tgtEl>
                                        <p:attrNameLst>
                                          <p:attrName>ppt_x</p:attrName>
                                        </p:attrNameLst>
                                      </p:cBhvr>
                                      <p:tavLst>
                                        <p:tav tm="0">
                                          <p:val>
                                            <p:strVal val="#ppt_x+0"/>
                                          </p:val>
                                        </p:tav>
                                        <p:tav tm="100000">
                                          <p:val>
                                            <p:strVal val="#ppt_x+0"/>
                                          </p:val>
                                        </p:tav>
                                      </p:tavLst>
                                    </p:anim>
                                    <p:anim to="" calcmode="lin" valueType="num">
                                      <p:cBhvr>
                                        <p:cTn id="70" dur="500" fill="hold">
                                          <p:stCondLst>
                                            <p:cond delay="0"/>
                                          </p:stCondLst>
                                        </p:cTn>
                                        <p:tgtEl>
                                          <p:spTgt spid="38"/>
                                        </p:tgtEl>
                                        <p:attrNameLst>
                                          <p:attrName>ppt_y</p:attrName>
                                        </p:attrNameLst>
                                      </p:cBhvr>
                                      <p:tavLst>
                                        <p:tav tm="0">
                                          <p:val>
                                            <p:strVal val="#ppt_y+0.111305855"/>
                                          </p:val>
                                        </p:tav>
                                        <p:tav tm="100000">
                                          <p:val>
                                            <p:strVal val="#ppt_y+0.111305855"/>
                                          </p:val>
                                        </p:tav>
                                      </p:tavLst>
                                    </p:anim>
                                  </p:childTnLst>
                                </p:cTn>
                              </p:par>
                              <p:par>
                                <p:cTn id="71" presetID="23" presetClass="entr" presetSubtype="16"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p:cTn id="73" dur="500" fill="hold"/>
                                        <p:tgtEl>
                                          <p:spTgt spid="19"/>
                                        </p:tgtEl>
                                        <p:attrNameLst>
                                          <p:attrName>ppt_w</p:attrName>
                                        </p:attrNameLst>
                                      </p:cBhvr>
                                      <p:tavLst>
                                        <p:tav tm="0">
                                          <p:val>
                                            <p:fltVal val="0"/>
                                          </p:val>
                                        </p:tav>
                                        <p:tav tm="100000">
                                          <p:val>
                                            <p:strVal val="#ppt_w"/>
                                          </p:val>
                                        </p:tav>
                                      </p:tavLst>
                                    </p:anim>
                                    <p:anim calcmode="lin" valueType="num">
                                      <p:cBhvr>
                                        <p:cTn id="74" dur="500" fill="hold"/>
                                        <p:tgtEl>
                                          <p:spTgt spid="19"/>
                                        </p:tgtEl>
                                        <p:attrNameLst>
                                          <p:attrName>ppt_h</p:attrName>
                                        </p:attrNameLst>
                                      </p:cBhvr>
                                      <p:tavLst>
                                        <p:tav tm="0">
                                          <p:val>
                                            <p:fltVal val="0"/>
                                          </p:val>
                                        </p:tav>
                                        <p:tav tm="100000">
                                          <p:val>
                                            <p:strVal val="#ppt_h"/>
                                          </p:val>
                                        </p:tav>
                                      </p:tavLst>
                                    </p:anim>
                                    <p:anim to="" calcmode="lin" valueType="num">
                                      <p:cBhvr>
                                        <p:cTn id="75" dur="500" fill="hold">
                                          <p:stCondLst>
                                            <p:cond delay="0"/>
                                          </p:stCondLst>
                                        </p:cTn>
                                        <p:tgtEl>
                                          <p:spTgt spid="19"/>
                                        </p:tgtEl>
                                        <p:attrNameLst>
                                          <p:attrName>ppt_x</p:attrName>
                                        </p:attrNameLst>
                                      </p:cBhvr>
                                      <p:tavLst>
                                        <p:tav tm="0">
                                          <p:val>
                                            <p:strVal val="#ppt_x+0"/>
                                          </p:val>
                                        </p:tav>
                                        <p:tav tm="100000">
                                          <p:val>
                                            <p:strVal val="#ppt_x+0"/>
                                          </p:val>
                                        </p:tav>
                                      </p:tavLst>
                                    </p:anim>
                                    <p:anim to="" calcmode="lin" valueType="num">
                                      <p:cBhvr>
                                        <p:cTn id="76" dur="500" fill="hold">
                                          <p:stCondLst>
                                            <p:cond delay="0"/>
                                          </p:stCondLst>
                                        </p:cTn>
                                        <p:tgtEl>
                                          <p:spTgt spid="19"/>
                                        </p:tgtEl>
                                        <p:attrNameLst>
                                          <p:attrName>ppt_y</p:attrName>
                                        </p:attrNameLst>
                                      </p:cBhvr>
                                      <p:tavLst>
                                        <p:tav tm="0">
                                          <p:val>
                                            <p:strVal val="#ppt_y+0.111305855"/>
                                          </p:val>
                                        </p:tav>
                                        <p:tav tm="100000">
                                          <p:val>
                                            <p:strVal val="#ppt_y+0.111305855"/>
                                          </p:val>
                                        </p:tav>
                                      </p:tavLst>
                                    </p:anim>
                                  </p:childTnLst>
                                </p:cTn>
                              </p:par>
                              <p:par>
                                <p:cTn id="77" presetID="23" presetClass="entr" presetSubtype="16"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p:cTn id="79" dur="500" fill="hold"/>
                                        <p:tgtEl>
                                          <p:spTgt spid="20"/>
                                        </p:tgtEl>
                                        <p:attrNameLst>
                                          <p:attrName>ppt_w</p:attrName>
                                        </p:attrNameLst>
                                      </p:cBhvr>
                                      <p:tavLst>
                                        <p:tav tm="0">
                                          <p:val>
                                            <p:fltVal val="0"/>
                                          </p:val>
                                        </p:tav>
                                        <p:tav tm="100000">
                                          <p:val>
                                            <p:strVal val="#ppt_w"/>
                                          </p:val>
                                        </p:tav>
                                      </p:tavLst>
                                    </p:anim>
                                    <p:anim calcmode="lin" valueType="num">
                                      <p:cBhvr>
                                        <p:cTn id="80" dur="500" fill="hold"/>
                                        <p:tgtEl>
                                          <p:spTgt spid="20"/>
                                        </p:tgtEl>
                                        <p:attrNameLst>
                                          <p:attrName>ppt_h</p:attrName>
                                        </p:attrNameLst>
                                      </p:cBhvr>
                                      <p:tavLst>
                                        <p:tav tm="0">
                                          <p:val>
                                            <p:fltVal val="0"/>
                                          </p:val>
                                        </p:tav>
                                        <p:tav tm="100000">
                                          <p:val>
                                            <p:strVal val="#ppt_h"/>
                                          </p:val>
                                        </p:tav>
                                      </p:tavLst>
                                    </p:anim>
                                    <p:anim to="" calcmode="lin" valueType="num">
                                      <p:cBhvr>
                                        <p:cTn id="81" dur="500" fill="hold">
                                          <p:stCondLst>
                                            <p:cond delay="0"/>
                                          </p:stCondLst>
                                        </p:cTn>
                                        <p:tgtEl>
                                          <p:spTgt spid="20"/>
                                        </p:tgtEl>
                                        <p:attrNameLst>
                                          <p:attrName>ppt_x</p:attrName>
                                        </p:attrNameLst>
                                      </p:cBhvr>
                                      <p:tavLst>
                                        <p:tav tm="0">
                                          <p:val>
                                            <p:strVal val="#ppt_x+0"/>
                                          </p:val>
                                        </p:tav>
                                        <p:tav tm="100000">
                                          <p:val>
                                            <p:strVal val="#ppt_x+0"/>
                                          </p:val>
                                        </p:tav>
                                      </p:tavLst>
                                    </p:anim>
                                    <p:anim to="" calcmode="lin" valueType="num">
                                      <p:cBhvr>
                                        <p:cTn id="82" dur="500" fill="hold">
                                          <p:stCondLst>
                                            <p:cond delay="0"/>
                                          </p:stCondLst>
                                        </p:cTn>
                                        <p:tgtEl>
                                          <p:spTgt spid="20"/>
                                        </p:tgtEl>
                                        <p:attrNameLst>
                                          <p:attrName>ppt_y</p:attrName>
                                        </p:attrNameLst>
                                      </p:cBhvr>
                                      <p:tavLst>
                                        <p:tav tm="0">
                                          <p:val>
                                            <p:strVal val="#ppt_y+0.111305855"/>
                                          </p:val>
                                        </p:tav>
                                        <p:tav tm="100000">
                                          <p:val>
                                            <p:strVal val="#ppt_y+0.111305855"/>
                                          </p:val>
                                        </p:tav>
                                      </p:tavLst>
                                    </p:anim>
                                  </p:childTnLst>
                                </p:cTn>
                              </p:par>
                              <p:par>
                                <p:cTn id="83" presetID="23" presetClass="entr" presetSubtype="16" fill="hold" grpId="0" nodeType="withEffect">
                                  <p:stCondLst>
                                    <p:cond delay="0"/>
                                  </p:stCondLst>
                                  <p:childTnLst>
                                    <p:set>
                                      <p:cBhvr>
                                        <p:cTn id="84" dur="1" fill="hold">
                                          <p:stCondLst>
                                            <p:cond delay="0"/>
                                          </p:stCondLst>
                                        </p:cTn>
                                        <p:tgtEl>
                                          <p:spTgt spid="14"/>
                                        </p:tgtEl>
                                        <p:attrNameLst>
                                          <p:attrName>style.visibility</p:attrName>
                                        </p:attrNameLst>
                                      </p:cBhvr>
                                      <p:to>
                                        <p:strVal val="visible"/>
                                      </p:to>
                                    </p:set>
                                    <p:anim calcmode="lin" valueType="num">
                                      <p:cBhvr>
                                        <p:cTn id="85" dur="500" fill="hold"/>
                                        <p:tgtEl>
                                          <p:spTgt spid="14"/>
                                        </p:tgtEl>
                                        <p:attrNameLst>
                                          <p:attrName>ppt_w</p:attrName>
                                        </p:attrNameLst>
                                      </p:cBhvr>
                                      <p:tavLst>
                                        <p:tav tm="0">
                                          <p:val>
                                            <p:fltVal val="0"/>
                                          </p:val>
                                        </p:tav>
                                        <p:tav tm="100000">
                                          <p:val>
                                            <p:strVal val="#ppt_w"/>
                                          </p:val>
                                        </p:tav>
                                      </p:tavLst>
                                    </p:anim>
                                    <p:anim calcmode="lin" valueType="num">
                                      <p:cBhvr>
                                        <p:cTn id="86" dur="500" fill="hold"/>
                                        <p:tgtEl>
                                          <p:spTgt spid="14"/>
                                        </p:tgtEl>
                                        <p:attrNameLst>
                                          <p:attrName>ppt_h</p:attrName>
                                        </p:attrNameLst>
                                      </p:cBhvr>
                                      <p:tavLst>
                                        <p:tav tm="0">
                                          <p:val>
                                            <p:fltVal val="0"/>
                                          </p:val>
                                        </p:tav>
                                        <p:tav tm="100000">
                                          <p:val>
                                            <p:strVal val="#ppt_h"/>
                                          </p:val>
                                        </p:tav>
                                      </p:tavLst>
                                    </p:anim>
                                    <p:anim to="" calcmode="lin" valueType="num">
                                      <p:cBhvr>
                                        <p:cTn id="87" dur="500" fill="hold">
                                          <p:stCondLst>
                                            <p:cond delay="0"/>
                                          </p:stCondLst>
                                        </p:cTn>
                                        <p:tgtEl>
                                          <p:spTgt spid="14"/>
                                        </p:tgtEl>
                                        <p:attrNameLst>
                                          <p:attrName>ppt_x</p:attrName>
                                        </p:attrNameLst>
                                      </p:cBhvr>
                                      <p:tavLst>
                                        <p:tav tm="0">
                                          <p:val>
                                            <p:strVal val="#ppt_x+0"/>
                                          </p:val>
                                        </p:tav>
                                        <p:tav tm="100000">
                                          <p:val>
                                            <p:strVal val="#ppt_x+0"/>
                                          </p:val>
                                        </p:tav>
                                      </p:tavLst>
                                    </p:anim>
                                    <p:anim to="" calcmode="lin" valueType="num">
                                      <p:cBhvr>
                                        <p:cTn id="88" dur="500" fill="hold">
                                          <p:stCondLst>
                                            <p:cond delay="0"/>
                                          </p:stCondLst>
                                        </p:cTn>
                                        <p:tgtEl>
                                          <p:spTgt spid="14"/>
                                        </p:tgtEl>
                                        <p:attrNameLst>
                                          <p:attrName>ppt_y</p:attrName>
                                        </p:attrNameLst>
                                      </p:cBhvr>
                                      <p:tavLst>
                                        <p:tav tm="0">
                                          <p:val>
                                            <p:strVal val="#ppt_y+0.111305855"/>
                                          </p:val>
                                        </p:tav>
                                        <p:tav tm="100000">
                                          <p:val>
                                            <p:strVal val="#ppt_y+0.111305855"/>
                                          </p:val>
                                        </p:tav>
                                      </p:tavLst>
                                    </p:anim>
                                  </p:childTnLst>
                                </p:cTn>
                              </p:par>
                              <p:par>
                                <p:cTn id="89" presetID="23" presetClass="entr" presetSubtype="16" fill="hold" grpId="0" nodeType="withEffect">
                                  <p:stCondLst>
                                    <p:cond delay="0"/>
                                  </p:stCondLst>
                                  <p:childTnLst>
                                    <p:set>
                                      <p:cBhvr>
                                        <p:cTn id="90" dur="1" fill="hold">
                                          <p:stCondLst>
                                            <p:cond delay="0"/>
                                          </p:stCondLst>
                                        </p:cTn>
                                        <p:tgtEl>
                                          <p:spTgt spid="15"/>
                                        </p:tgtEl>
                                        <p:attrNameLst>
                                          <p:attrName>style.visibility</p:attrName>
                                        </p:attrNameLst>
                                      </p:cBhvr>
                                      <p:to>
                                        <p:strVal val="visible"/>
                                      </p:to>
                                    </p:set>
                                    <p:anim calcmode="lin" valueType="num">
                                      <p:cBhvr>
                                        <p:cTn id="91" dur="500" fill="hold"/>
                                        <p:tgtEl>
                                          <p:spTgt spid="15"/>
                                        </p:tgtEl>
                                        <p:attrNameLst>
                                          <p:attrName>ppt_w</p:attrName>
                                        </p:attrNameLst>
                                      </p:cBhvr>
                                      <p:tavLst>
                                        <p:tav tm="0">
                                          <p:val>
                                            <p:fltVal val="0"/>
                                          </p:val>
                                        </p:tav>
                                        <p:tav tm="100000">
                                          <p:val>
                                            <p:strVal val="#ppt_w"/>
                                          </p:val>
                                        </p:tav>
                                      </p:tavLst>
                                    </p:anim>
                                    <p:anim calcmode="lin" valueType="num">
                                      <p:cBhvr>
                                        <p:cTn id="92" dur="500" fill="hold"/>
                                        <p:tgtEl>
                                          <p:spTgt spid="15"/>
                                        </p:tgtEl>
                                        <p:attrNameLst>
                                          <p:attrName>ppt_h</p:attrName>
                                        </p:attrNameLst>
                                      </p:cBhvr>
                                      <p:tavLst>
                                        <p:tav tm="0">
                                          <p:val>
                                            <p:fltVal val="0"/>
                                          </p:val>
                                        </p:tav>
                                        <p:tav tm="100000">
                                          <p:val>
                                            <p:strVal val="#ppt_h"/>
                                          </p:val>
                                        </p:tav>
                                      </p:tavLst>
                                    </p:anim>
                                    <p:anim to="" calcmode="lin" valueType="num">
                                      <p:cBhvr>
                                        <p:cTn id="93" dur="500" fill="hold">
                                          <p:stCondLst>
                                            <p:cond delay="0"/>
                                          </p:stCondLst>
                                        </p:cTn>
                                        <p:tgtEl>
                                          <p:spTgt spid="15"/>
                                        </p:tgtEl>
                                        <p:attrNameLst>
                                          <p:attrName>ppt_x</p:attrName>
                                        </p:attrNameLst>
                                      </p:cBhvr>
                                      <p:tavLst>
                                        <p:tav tm="0">
                                          <p:val>
                                            <p:strVal val="#ppt_x+0"/>
                                          </p:val>
                                        </p:tav>
                                        <p:tav tm="100000">
                                          <p:val>
                                            <p:strVal val="#ppt_x+0"/>
                                          </p:val>
                                        </p:tav>
                                      </p:tavLst>
                                    </p:anim>
                                    <p:anim to="" calcmode="lin" valueType="num">
                                      <p:cBhvr>
                                        <p:cTn id="94" dur="500" fill="hold">
                                          <p:stCondLst>
                                            <p:cond delay="0"/>
                                          </p:stCondLst>
                                        </p:cTn>
                                        <p:tgtEl>
                                          <p:spTgt spid="15"/>
                                        </p:tgtEl>
                                        <p:attrNameLst>
                                          <p:attrName>ppt_y</p:attrName>
                                        </p:attrNameLst>
                                      </p:cBhvr>
                                      <p:tavLst>
                                        <p:tav tm="0">
                                          <p:val>
                                            <p:strVal val="#ppt_y+0.111305855"/>
                                          </p:val>
                                        </p:tav>
                                        <p:tav tm="100000">
                                          <p:val>
                                            <p:strVal val="#ppt_y+0.111305855"/>
                                          </p:val>
                                        </p:tav>
                                      </p:tavLst>
                                    </p:anim>
                                  </p:childTnLst>
                                </p:cTn>
                              </p:par>
                              <p:par>
                                <p:cTn id="95" presetID="23" presetClass="entr" presetSubtype="16" fill="hold" grpId="0" nodeType="withEffect">
                                  <p:stCondLst>
                                    <p:cond delay="0"/>
                                  </p:stCondLst>
                                  <p:childTnLst>
                                    <p:set>
                                      <p:cBhvr>
                                        <p:cTn id="96" dur="1" fill="hold">
                                          <p:stCondLst>
                                            <p:cond delay="0"/>
                                          </p:stCondLst>
                                        </p:cTn>
                                        <p:tgtEl>
                                          <p:spTgt spid="17"/>
                                        </p:tgtEl>
                                        <p:attrNameLst>
                                          <p:attrName>style.visibility</p:attrName>
                                        </p:attrNameLst>
                                      </p:cBhvr>
                                      <p:to>
                                        <p:strVal val="visible"/>
                                      </p:to>
                                    </p:set>
                                    <p:anim calcmode="lin" valueType="num">
                                      <p:cBhvr>
                                        <p:cTn id="97" dur="500" fill="hold"/>
                                        <p:tgtEl>
                                          <p:spTgt spid="17"/>
                                        </p:tgtEl>
                                        <p:attrNameLst>
                                          <p:attrName>ppt_w</p:attrName>
                                        </p:attrNameLst>
                                      </p:cBhvr>
                                      <p:tavLst>
                                        <p:tav tm="0">
                                          <p:val>
                                            <p:fltVal val="0"/>
                                          </p:val>
                                        </p:tav>
                                        <p:tav tm="100000">
                                          <p:val>
                                            <p:strVal val="#ppt_w"/>
                                          </p:val>
                                        </p:tav>
                                      </p:tavLst>
                                    </p:anim>
                                    <p:anim calcmode="lin" valueType="num">
                                      <p:cBhvr>
                                        <p:cTn id="98" dur="500" fill="hold"/>
                                        <p:tgtEl>
                                          <p:spTgt spid="17"/>
                                        </p:tgtEl>
                                        <p:attrNameLst>
                                          <p:attrName>ppt_h</p:attrName>
                                        </p:attrNameLst>
                                      </p:cBhvr>
                                      <p:tavLst>
                                        <p:tav tm="0">
                                          <p:val>
                                            <p:fltVal val="0"/>
                                          </p:val>
                                        </p:tav>
                                        <p:tav tm="100000">
                                          <p:val>
                                            <p:strVal val="#ppt_h"/>
                                          </p:val>
                                        </p:tav>
                                      </p:tavLst>
                                    </p:anim>
                                    <p:anim to="" calcmode="lin" valueType="num">
                                      <p:cBhvr>
                                        <p:cTn id="99" dur="500" fill="hold">
                                          <p:stCondLst>
                                            <p:cond delay="0"/>
                                          </p:stCondLst>
                                        </p:cTn>
                                        <p:tgtEl>
                                          <p:spTgt spid="17"/>
                                        </p:tgtEl>
                                        <p:attrNameLst>
                                          <p:attrName>ppt_x</p:attrName>
                                        </p:attrNameLst>
                                      </p:cBhvr>
                                      <p:tavLst>
                                        <p:tav tm="0">
                                          <p:val>
                                            <p:strVal val="#ppt_x+0"/>
                                          </p:val>
                                        </p:tav>
                                        <p:tav tm="100000">
                                          <p:val>
                                            <p:strVal val="#ppt_x+0"/>
                                          </p:val>
                                        </p:tav>
                                      </p:tavLst>
                                    </p:anim>
                                    <p:anim to="" calcmode="lin" valueType="num">
                                      <p:cBhvr>
                                        <p:cTn id="100" dur="500" fill="hold">
                                          <p:stCondLst>
                                            <p:cond delay="0"/>
                                          </p:stCondLst>
                                        </p:cTn>
                                        <p:tgtEl>
                                          <p:spTgt spid="17"/>
                                        </p:tgtEl>
                                        <p:attrNameLst>
                                          <p:attrName>ppt_y</p:attrName>
                                        </p:attrNameLst>
                                      </p:cBhvr>
                                      <p:tavLst>
                                        <p:tav tm="0">
                                          <p:val>
                                            <p:strVal val="#ppt_y+0.111305855"/>
                                          </p:val>
                                        </p:tav>
                                        <p:tav tm="100000">
                                          <p:val>
                                            <p:strVal val="#ppt_y+0.111305855"/>
                                          </p:val>
                                        </p:tav>
                                      </p:tavLst>
                                    </p:anim>
                                  </p:childTnLst>
                                </p:cTn>
                              </p:par>
                              <p:par>
                                <p:cTn id="101" presetID="23" presetClass="entr" presetSubtype="16" fill="hold" grpId="0" nodeType="withEffect">
                                  <p:stCondLst>
                                    <p:cond delay="0"/>
                                  </p:stCondLst>
                                  <p:childTnLst>
                                    <p:set>
                                      <p:cBhvr>
                                        <p:cTn id="102" dur="1" fill="hold">
                                          <p:stCondLst>
                                            <p:cond delay="0"/>
                                          </p:stCondLst>
                                        </p:cTn>
                                        <p:tgtEl>
                                          <p:spTgt spid="18"/>
                                        </p:tgtEl>
                                        <p:attrNameLst>
                                          <p:attrName>style.visibility</p:attrName>
                                        </p:attrNameLst>
                                      </p:cBhvr>
                                      <p:to>
                                        <p:strVal val="visible"/>
                                      </p:to>
                                    </p:set>
                                    <p:anim calcmode="lin" valueType="num">
                                      <p:cBhvr>
                                        <p:cTn id="103" dur="500" fill="hold"/>
                                        <p:tgtEl>
                                          <p:spTgt spid="18"/>
                                        </p:tgtEl>
                                        <p:attrNameLst>
                                          <p:attrName>ppt_w</p:attrName>
                                        </p:attrNameLst>
                                      </p:cBhvr>
                                      <p:tavLst>
                                        <p:tav tm="0">
                                          <p:val>
                                            <p:fltVal val="0"/>
                                          </p:val>
                                        </p:tav>
                                        <p:tav tm="100000">
                                          <p:val>
                                            <p:strVal val="#ppt_w"/>
                                          </p:val>
                                        </p:tav>
                                      </p:tavLst>
                                    </p:anim>
                                    <p:anim calcmode="lin" valueType="num">
                                      <p:cBhvr>
                                        <p:cTn id="104" dur="500" fill="hold"/>
                                        <p:tgtEl>
                                          <p:spTgt spid="18"/>
                                        </p:tgtEl>
                                        <p:attrNameLst>
                                          <p:attrName>ppt_h</p:attrName>
                                        </p:attrNameLst>
                                      </p:cBhvr>
                                      <p:tavLst>
                                        <p:tav tm="0">
                                          <p:val>
                                            <p:fltVal val="0"/>
                                          </p:val>
                                        </p:tav>
                                        <p:tav tm="100000">
                                          <p:val>
                                            <p:strVal val="#ppt_h"/>
                                          </p:val>
                                        </p:tav>
                                      </p:tavLst>
                                    </p:anim>
                                    <p:anim to="" calcmode="lin" valueType="num">
                                      <p:cBhvr>
                                        <p:cTn id="105" dur="500" fill="hold">
                                          <p:stCondLst>
                                            <p:cond delay="0"/>
                                          </p:stCondLst>
                                        </p:cTn>
                                        <p:tgtEl>
                                          <p:spTgt spid="18"/>
                                        </p:tgtEl>
                                        <p:attrNameLst>
                                          <p:attrName>ppt_x</p:attrName>
                                        </p:attrNameLst>
                                      </p:cBhvr>
                                      <p:tavLst>
                                        <p:tav tm="0">
                                          <p:val>
                                            <p:strVal val="#ppt_x+0"/>
                                          </p:val>
                                        </p:tav>
                                        <p:tav tm="100000">
                                          <p:val>
                                            <p:strVal val="#ppt_x+0"/>
                                          </p:val>
                                        </p:tav>
                                      </p:tavLst>
                                    </p:anim>
                                    <p:anim to="" calcmode="lin" valueType="num">
                                      <p:cBhvr>
                                        <p:cTn id="106" dur="500" fill="hold">
                                          <p:stCondLst>
                                            <p:cond delay="0"/>
                                          </p:stCondLst>
                                        </p:cTn>
                                        <p:tgtEl>
                                          <p:spTgt spid="18"/>
                                        </p:tgtEl>
                                        <p:attrNameLst>
                                          <p:attrName>ppt_y</p:attrName>
                                        </p:attrNameLst>
                                      </p:cBhvr>
                                      <p:tavLst>
                                        <p:tav tm="0">
                                          <p:val>
                                            <p:strVal val="#ppt_y+0.111305855"/>
                                          </p:val>
                                        </p:tav>
                                        <p:tav tm="100000">
                                          <p:val>
                                            <p:strVal val="#ppt_y+0.111305855"/>
                                          </p:val>
                                        </p:tav>
                                      </p:tavLst>
                                    </p:anim>
                                  </p:childTnLst>
                                </p:cTn>
                              </p:par>
                              <p:par>
                                <p:cTn id="107" presetID="35" presetClass="path" presetSubtype="0" accel="50000" decel="50000" fill="hold" grpId="1" nodeType="withEffect">
                                  <p:stCondLst>
                                    <p:cond delay="0"/>
                                  </p:stCondLst>
                                  <p:childTnLst>
                                    <p:anim to="" calcmode="lin" valueType="num">
                                      <p:cBhvr>
                                        <p:cTn id="108" dur="500" fill="hold">
                                          <p:stCondLst>
                                            <p:cond delay="0"/>
                                          </p:stCondLst>
                                        </p:cTn>
                                        <p:tgtEl>
                                          <p:spTgt spid="12"/>
                                        </p:tgtEl>
                                        <p:attrNameLst>
                                          <p:attrName>ppt_x</p:attrName>
                                        </p:attrNameLst>
                                      </p:cBhvr>
                                      <p:tavLst>
                                        <p:tav tm="0">
                                          <p:val>
                                            <p:strVal val="ppt_x"/>
                                          </p:val>
                                        </p:tav>
                                        <p:tav tm="100000">
                                          <p:val>
                                            <p:strVal val="#ppt_x+0"/>
                                          </p:val>
                                        </p:tav>
                                      </p:tavLst>
                                    </p:anim>
                                    <p:anim to="" calcmode="lin" valueType="num">
                                      <p:cBhvr>
                                        <p:cTn id="109" dur="500" fill="hold">
                                          <p:stCondLst>
                                            <p:cond delay="0"/>
                                          </p:stCondLst>
                                        </p:cTn>
                                        <p:tgtEl>
                                          <p:spTgt spid="12"/>
                                        </p:tgtEl>
                                        <p:attrNameLst>
                                          <p:attrName>ppt_y</p:attrName>
                                        </p:attrNameLst>
                                      </p:cBhvr>
                                      <p:tavLst>
                                        <p:tav tm="0">
                                          <p:val>
                                            <p:strVal val="ppt_y"/>
                                          </p:val>
                                        </p:tav>
                                        <p:tav tm="100000">
                                          <p:val>
                                            <p:strVal val="#ppt_y+0.111305855"/>
                                          </p:val>
                                        </p:tav>
                                      </p:tavLst>
                                    </p:anim>
                                    <p:anim to="" calcmode="lin" valueType="num">
                                      <p:cBhvr>
                                        <p:cTn id="110" dur="500" fill="hold">
                                          <p:stCondLst>
                                            <p:cond delay="0"/>
                                          </p:stCondLst>
                                        </p:cTn>
                                        <p:tgtEl>
                                          <p:spTgt spid="12"/>
                                        </p:tgtEl>
                                        <p:attrNameLst>
                                          <p:attrName>ppt_w</p:attrName>
                                        </p:attrNameLst>
                                      </p:cBhvr>
                                      <p:tavLst>
                                        <p:tav tm="0">
                                          <p:val>
                                            <p:strVal val="ppt_w"/>
                                          </p:val>
                                        </p:tav>
                                        <p:tav tm="100000">
                                          <p:val>
                                            <p:strVal val="#ppt_w"/>
                                          </p:val>
                                        </p:tav>
                                      </p:tavLst>
                                    </p:anim>
                                    <p:anim to="" calcmode="lin" valueType="num">
                                      <p:cBhvr>
                                        <p:cTn id="111" dur="500" fill="hold">
                                          <p:stCondLst>
                                            <p:cond delay="0"/>
                                          </p:stCondLst>
                                        </p:cTn>
                                        <p:tgtEl>
                                          <p:spTgt spid="12"/>
                                        </p:tgtEl>
                                        <p:attrNameLst>
                                          <p:attrName>ppt_h</p:attrName>
                                        </p:attrNameLst>
                                      </p:cBhvr>
                                      <p:tavLst>
                                        <p:tav tm="0">
                                          <p:val>
                                            <p:strVal val="ppt_h"/>
                                          </p:val>
                                        </p:tav>
                                        <p:tav tm="100000">
                                          <p:val>
                                            <p:strVal val="#ppt_h"/>
                                          </p:val>
                                        </p:tav>
                                      </p:tavLst>
                                    </p:anim>
                                  </p:childTnLst>
                                </p:cTn>
                              </p:par>
                              <p:par>
                                <p:cTn id="112" presetID="35" presetClass="path" presetSubtype="0" accel="50000" decel="50000" fill="hold" grpId="1" nodeType="withEffect">
                                  <p:stCondLst>
                                    <p:cond delay="0"/>
                                  </p:stCondLst>
                                  <p:childTnLst>
                                    <p:anim to="" calcmode="lin" valueType="num">
                                      <p:cBhvr>
                                        <p:cTn id="113"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14" dur="500" fill="hold">
                                          <p:stCondLst>
                                            <p:cond delay="0"/>
                                          </p:stCondLst>
                                        </p:cTn>
                                        <p:tgtEl>
                                          <p:spTgt spid="10"/>
                                        </p:tgtEl>
                                        <p:attrNameLst>
                                          <p:attrName>ppt_y</p:attrName>
                                        </p:attrNameLst>
                                      </p:cBhvr>
                                      <p:tavLst>
                                        <p:tav tm="0">
                                          <p:val>
                                            <p:strVal val="ppt_y"/>
                                          </p:val>
                                        </p:tav>
                                        <p:tav tm="100000">
                                          <p:val>
                                            <p:strVal val="#ppt_y+0.111305855"/>
                                          </p:val>
                                        </p:tav>
                                      </p:tavLst>
                                    </p:anim>
                                    <p:anim to="" calcmode="lin" valueType="num">
                                      <p:cBhvr>
                                        <p:cTn id="115"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16"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17" presetID="35" presetClass="path" presetSubtype="0" accel="50000" decel="50000" fill="hold" grpId="1" nodeType="withEffect">
                                  <p:stCondLst>
                                    <p:cond delay="0"/>
                                  </p:stCondLst>
                                  <p:childTnLst>
                                    <p:anim to="" calcmode="lin" valueType="num">
                                      <p:cBhvr>
                                        <p:cTn id="118" dur="500" fill="hold">
                                          <p:stCondLst>
                                            <p:cond delay="0"/>
                                          </p:stCondLst>
                                        </p:cTn>
                                        <p:tgtEl>
                                          <p:spTgt spid="11"/>
                                        </p:tgtEl>
                                        <p:attrNameLst>
                                          <p:attrName>ppt_x</p:attrName>
                                        </p:attrNameLst>
                                      </p:cBhvr>
                                      <p:tavLst>
                                        <p:tav tm="0">
                                          <p:val>
                                            <p:strVal val="ppt_x"/>
                                          </p:val>
                                        </p:tav>
                                        <p:tav tm="100000">
                                          <p:val>
                                            <p:strVal val="#ppt_x+0"/>
                                          </p:val>
                                        </p:tav>
                                      </p:tavLst>
                                    </p:anim>
                                    <p:anim to="" calcmode="lin" valueType="num">
                                      <p:cBhvr>
                                        <p:cTn id="119" dur="500" fill="hold">
                                          <p:stCondLst>
                                            <p:cond delay="0"/>
                                          </p:stCondLst>
                                        </p:cTn>
                                        <p:tgtEl>
                                          <p:spTgt spid="11"/>
                                        </p:tgtEl>
                                        <p:attrNameLst>
                                          <p:attrName>ppt_y</p:attrName>
                                        </p:attrNameLst>
                                      </p:cBhvr>
                                      <p:tavLst>
                                        <p:tav tm="0">
                                          <p:val>
                                            <p:strVal val="ppt_y"/>
                                          </p:val>
                                        </p:tav>
                                        <p:tav tm="100000">
                                          <p:val>
                                            <p:strVal val="#ppt_y+0.111305855"/>
                                          </p:val>
                                        </p:tav>
                                      </p:tavLst>
                                    </p:anim>
                                    <p:anim to="" calcmode="lin" valueType="num">
                                      <p:cBhvr>
                                        <p:cTn id="120"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121"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122" presetID="35" presetClass="path" presetSubtype="0" accel="50000" decel="50000" fill="hold" grpId="1" nodeType="withEffect">
                                  <p:stCondLst>
                                    <p:cond delay="0"/>
                                  </p:stCondLst>
                                  <p:childTnLst>
                                    <p:anim to="" calcmode="lin" valueType="num">
                                      <p:cBhvr>
                                        <p:cTn id="123" dur="500" fill="hold">
                                          <p:stCondLst>
                                            <p:cond delay="0"/>
                                          </p:stCondLst>
                                        </p:cTn>
                                        <p:tgtEl>
                                          <p:spTgt spid="5"/>
                                        </p:tgtEl>
                                        <p:attrNameLst>
                                          <p:attrName>ppt_x</p:attrName>
                                        </p:attrNameLst>
                                      </p:cBhvr>
                                      <p:tavLst>
                                        <p:tav tm="0">
                                          <p:val>
                                            <p:strVal val="ppt_x"/>
                                          </p:val>
                                        </p:tav>
                                        <p:tav tm="100000">
                                          <p:val>
                                            <p:strVal val="#ppt_x+0"/>
                                          </p:val>
                                        </p:tav>
                                      </p:tavLst>
                                    </p:anim>
                                    <p:anim to="" calcmode="lin" valueType="num">
                                      <p:cBhvr>
                                        <p:cTn id="124" dur="500" fill="hold">
                                          <p:stCondLst>
                                            <p:cond delay="0"/>
                                          </p:stCondLst>
                                        </p:cTn>
                                        <p:tgtEl>
                                          <p:spTgt spid="5"/>
                                        </p:tgtEl>
                                        <p:attrNameLst>
                                          <p:attrName>ppt_y</p:attrName>
                                        </p:attrNameLst>
                                      </p:cBhvr>
                                      <p:tavLst>
                                        <p:tav tm="0">
                                          <p:val>
                                            <p:strVal val="ppt_y"/>
                                          </p:val>
                                        </p:tav>
                                        <p:tav tm="100000">
                                          <p:val>
                                            <p:strVal val="#ppt_y+0.111305855"/>
                                          </p:val>
                                        </p:tav>
                                      </p:tavLst>
                                    </p:anim>
                                    <p:anim to="" calcmode="lin" valueType="num">
                                      <p:cBhvr>
                                        <p:cTn id="125"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126"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127" presetID="35" presetClass="path" presetSubtype="0" accel="50000" decel="50000" fill="hold" grpId="1" nodeType="withEffect">
                                  <p:stCondLst>
                                    <p:cond delay="0"/>
                                  </p:stCondLst>
                                  <p:childTnLst>
                                    <p:anim to="" calcmode="lin" valueType="num">
                                      <p:cBhvr>
                                        <p:cTn id="128" dur="500" fill="hold">
                                          <p:stCondLst>
                                            <p:cond delay="0"/>
                                          </p:stCondLst>
                                        </p:cTn>
                                        <p:tgtEl>
                                          <p:spTgt spid="6"/>
                                        </p:tgtEl>
                                        <p:attrNameLst>
                                          <p:attrName>ppt_x</p:attrName>
                                        </p:attrNameLst>
                                      </p:cBhvr>
                                      <p:tavLst>
                                        <p:tav tm="0">
                                          <p:val>
                                            <p:strVal val="ppt_x"/>
                                          </p:val>
                                        </p:tav>
                                        <p:tav tm="100000">
                                          <p:val>
                                            <p:strVal val="#ppt_x+0"/>
                                          </p:val>
                                        </p:tav>
                                      </p:tavLst>
                                    </p:anim>
                                    <p:anim to="" calcmode="lin" valueType="num">
                                      <p:cBhvr>
                                        <p:cTn id="129" dur="500" fill="hold">
                                          <p:stCondLst>
                                            <p:cond delay="0"/>
                                          </p:stCondLst>
                                        </p:cTn>
                                        <p:tgtEl>
                                          <p:spTgt spid="6"/>
                                        </p:tgtEl>
                                        <p:attrNameLst>
                                          <p:attrName>ppt_y</p:attrName>
                                        </p:attrNameLst>
                                      </p:cBhvr>
                                      <p:tavLst>
                                        <p:tav tm="0">
                                          <p:val>
                                            <p:strVal val="ppt_y"/>
                                          </p:val>
                                        </p:tav>
                                        <p:tav tm="100000">
                                          <p:val>
                                            <p:strVal val="#ppt_y+0.111305855"/>
                                          </p:val>
                                        </p:tav>
                                      </p:tavLst>
                                    </p:anim>
                                    <p:anim to="" calcmode="lin" valueType="num">
                                      <p:cBhvr>
                                        <p:cTn id="130"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131"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132" presetID="35" presetClass="path" presetSubtype="0" accel="50000" decel="50000" fill="hold" grpId="1" nodeType="withEffect">
                                  <p:stCondLst>
                                    <p:cond delay="0"/>
                                  </p:stCondLst>
                                  <p:childTnLst>
                                    <p:anim to="" calcmode="lin" valueType="num">
                                      <p:cBhvr>
                                        <p:cTn id="133"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134" dur="500" fill="hold">
                                          <p:stCondLst>
                                            <p:cond delay="0"/>
                                          </p:stCondLst>
                                        </p:cTn>
                                        <p:tgtEl>
                                          <p:spTgt spid="8"/>
                                        </p:tgtEl>
                                        <p:attrNameLst>
                                          <p:attrName>ppt_y</p:attrName>
                                        </p:attrNameLst>
                                      </p:cBhvr>
                                      <p:tavLst>
                                        <p:tav tm="0">
                                          <p:val>
                                            <p:strVal val="ppt_y"/>
                                          </p:val>
                                        </p:tav>
                                        <p:tav tm="100000">
                                          <p:val>
                                            <p:strVal val="#ppt_y+0.111305855"/>
                                          </p:val>
                                        </p:tav>
                                      </p:tavLst>
                                    </p:anim>
                                    <p:anim to="" calcmode="lin" valueType="num">
                                      <p:cBhvr>
                                        <p:cTn id="135"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36"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37" presetID="35" presetClass="path" presetSubtype="0" accel="50000" decel="50000" fill="hold" grpId="1" nodeType="withEffect">
                                  <p:stCondLst>
                                    <p:cond delay="0"/>
                                  </p:stCondLst>
                                  <p:childTnLst>
                                    <p:anim to="" calcmode="lin" valueType="num">
                                      <p:cBhvr>
                                        <p:cTn id="138"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39" dur="500" fill="hold">
                                          <p:stCondLst>
                                            <p:cond delay="0"/>
                                          </p:stCondLst>
                                        </p:cTn>
                                        <p:tgtEl>
                                          <p:spTgt spid="9"/>
                                        </p:tgtEl>
                                        <p:attrNameLst>
                                          <p:attrName>ppt_y</p:attrName>
                                        </p:attrNameLst>
                                      </p:cBhvr>
                                      <p:tavLst>
                                        <p:tav tm="0">
                                          <p:val>
                                            <p:strVal val="ppt_y"/>
                                          </p:val>
                                        </p:tav>
                                        <p:tav tm="100000">
                                          <p:val>
                                            <p:strVal val="#ppt_y+0.111305855"/>
                                          </p:val>
                                        </p:tav>
                                      </p:tavLst>
                                    </p:anim>
                                    <p:anim to="" calcmode="lin" valueType="num">
                                      <p:cBhvr>
                                        <p:cTn id="140"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41" dur="500" fill="hold">
                                          <p:stCondLst>
                                            <p:cond delay="0"/>
                                          </p:stCondLst>
                                        </p:cTn>
                                        <p:tgtEl>
                                          <p:spTgt spid="9"/>
                                        </p:tgtEl>
                                        <p:attrNameLst>
                                          <p:attrName>ppt_h</p:attrName>
                                        </p:attrNameLst>
                                      </p:cBhvr>
                                      <p:tavLst>
                                        <p:tav tm="0">
                                          <p:val>
                                            <p:strVal val="ppt_h"/>
                                          </p:val>
                                        </p:tav>
                                        <p:tav tm="100000">
                                          <p:val>
                                            <p:strVal val="#ppt_h"/>
                                          </p:val>
                                        </p:tav>
                                      </p:tavLst>
                                    </p:anim>
                                  </p:childTnLst>
                                </p:cTn>
                              </p:par>
                            </p:childTnLst>
                          </p:cTn>
                        </p:par>
                      </p:childTnLst>
                    </p:cTn>
                  </p:par>
                  <p:par>
                    <p:cTn id="142" fill="hold">
                      <p:stCondLst>
                        <p:cond delay="indefinite"/>
                      </p:stCondLst>
                      <p:childTnLst>
                        <p:par>
                          <p:cTn id="143" fill="hold">
                            <p:stCondLst>
                              <p:cond delay="0"/>
                            </p:stCondLst>
                            <p:childTnLst>
                              <p:par>
                                <p:cTn id="144" presetID="23" presetClass="entr" presetSubtype="16" fill="hold" grpId="0" nodeType="clickEffect">
                                  <p:stCondLst>
                                    <p:cond delay="0"/>
                                  </p:stCondLst>
                                  <p:childTnLst>
                                    <p:set>
                                      <p:cBhvr>
                                        <p:cTn id="145" dur="1" fill="hold">
                                          <p:stCondLst>
                                            <p:cond delay="0"/>
                                          </p:stCondLst>
                                        </p:cTn>
                                        <p:tgtEl>
                                          <p:spTgt spid="39"/>
                                        </p:tgtEl>
                                        <p:attrNameLst>
                                          <p:attrName>style.visibility</p:attrName>
                                        </p:attrNameLst>
                                      </p:cBhvr>
                                      <p:to>
                                        <p:strVal val="visible"/>
                                      </p:to>
                                    </p:set>
                                    <p:anim calcmode="lin" valueType="num">
                                      <p:cBhvr>
                                        <p:cTn id="146" dur="500" fill="hold"/>
                                        <p:tgtEl>
                                          <p:spTgt spid="39"/>
                                        </p:tgtEl>
                                        <p:attrNameLst>
                                          <p:attrName>ppt_w</p:attrName>
                                        </p:attrNameLst>
                                      </p:cBhvr>
                                      <p:tavLst>
                                        <p:tav tm="0">
                                          <p:val>
                                            <p:fltVal val="0"/>
                                          </p:val>
                                        </p:tav>
                                        <p:tav tm="100000">
                                          <p:val>
                                            <p:strVal val="#ppt_w"/>
                                          </p:val>
                                        </p:tav>
                                      </p:tavLst>
                                    </p:anim>
                                    <p:anim calcmode="lin" valueType="num">
                                      <p:cBhvr>
                                        <p:cTn id="147" dur="500" fill="hold"/>
                                        <p:tgtEl>
                                          <p:spTgt spid="39"/>
                                        </p:tgtEl>
                                        <p:attrNameLst>
                                          <p:attrName>ppt_h</p:attrName>
                                        </p:attrNameLst>
                                      </p:cBhvr>
                                      <p:tavLst>
                                        <p:tav tm="0">
                                          <p:val>
                                            <p:fltVal val="0"/>
                                          </p:val>
                                        </p:tav>
                                        <p:tav tm="100000">
                                          <p:val>
                                            <p:strVal val="#ppt_h"/>
                                          </p:val>
                                        </p:tav>
                                      </p:tavLst>
                                    </p:anim>
                                    <p:anim to="" calcmode="lin" valueType="num">
                                      <p:cBhvr>
                                        <p:cTn id="148" dur="500" fill="hold">
                                          <p:stCondLst>
                                            <p:cond delay="0"/>
                                          </p:stCondLst>
                                        </p:cTn>
                                        <p:tgtEl>
                                          <p:spTgt spid="39"/>
                                        </p:tgtEl>
                                        <p:attrNameLst>
                                          <p:attrName>ppt_x</p:attrName>
                                        </p:attrNameLst>
                                      </p:cBhvr>
                                      <p:tavLst>
                                        <p:tav tm="0">
                                          <p:val>
                                            <p:strVal val="#ppt_x+0"/>
                                          </p:val>
                                        </p:tav>
                                        <p:tav tm="100000">
                                          <p:val>
                                            <p:strVal val="#ppt_x+0"/>
                                          </p:val>
                                        </p:tav>
                                      </p:tavLst>
                                    </p:anim>
                                    <p:anim to="" calcmode="lin" valueType="num">
                                      <p:cBhvr>
                                        <p:cTn id="149" dur="500" fill="hold">
                                          <p:stCondLst>
                                            <p:cond delay="0"/>
                                          </p:stCondLst>
                                        </p:cTn>
                                        <p:tgtEl>
                                          <p:spTgt spid="39"/>
                                        </p:tgtEl>
                                        <p:attrNameLst>
                                          <p:attrName>ppt_y</p:attrName>
                                        </p:attrNameLst>
                                      </p:cBhvr>
                                      <p:tavLst>
                                        <p:tav tm="0">
                                          <p:val>
                                            <p:strVal val="#ppt_y+0"/>
                                          </p:val>
                                        </p:tav>
                                        <p:tav tm="100000">
                                          <p:val>
                                            <p:strVal val="#ppt_y+0"/>
                                          </p:val>
                                        </p:tav>
                                      </p:tavLst>
                                    </p:anim>
                                  </p:childTnLst>
                                </p:cTn>
                              </p:par>
                              <p:par>
                                <p:cTn id="150" presetID="23" presetClass="entr" presetSubtype="16" fill="hold" grpId="0" nodeType="withEffect">
                                  <p:stCondLst>
                                    <p:cond delay="0"/>
                                  </p:stCondLst>
                                  <p:childTnLst>
                                    <p:set>
                                      <p:cBhvr>
                                        <p:cTn id="151" dur="1" fill="hold">
                                          <p:stCondLst>
                                            <p:cond delay="0"/>
                                          </p:stCondLst>
                                        </p:cTn>
                                        <p:tgtEl>
                                          <p:spTgt spid="28"/>
                                        </p:tgtEl>
                                        <p:attrNameLst>
                                          <p:attrName>style.visibility</p:attrName>
                                        </p:attrNameLst>
                                      </p:cBhvr>
                                      <p:to>
                                        <p:strVal val="visible"/>
                                      </p:to>
                                    </p:set>
                                    <p:anim calcmode="lin" valueType="num">
                                      <p:cBhvr>
                                        <p:cTn id="152" dur="500" fill="hold"/>
                                        <p:tgtEl>
                                          <p:spTgt spid="28"/>
                                        </p:tgtEl>
                                        <p:attrNameLst>
                                          <p:attrName>ppt_w</p:attrName>
                                        </p:attrNameLst>
                                      </p:cBhvr>
                                      <p:tavLst>
                                        <p:tav tm="0">
                                          <p:val>
                                            <p:fltVal val="0"/>
                                          </p:val>
                                        </p:tav>
                                        <p:tav tm="100000">
                                          <p:val>
                                            <p:strVal val="#ppt_w"/>
                                          </p:val>
                                        </p:tav>
                                      </p:tavLst>
                                    </p:anim>
                                    <p:anim calcmode="lin" valueType="num">
                                      <p:cBhvr>
                                        <p:cTn id="153" dur="500" fill="hold"/>
                                        <p:tgtEl>
                                          <p:spTgt spid="28"/>
                                        </p:tgtEl>
                                        <p:attrNameLst>
                                          <p:attrName>ppt_h</p:attrName>
                                        </p:attrNameLst>
                                      </p:cBhvr>
                                      <p:tavLst>
                                        <p:tav tm="0">
                                          <p:val>
                                            <p:fltVal val="0"/>
                                          </p:val>
                                        </p:tav>
                                        <p:tav tm="100000">
                                          <p:val>
                                            <p:strVal val="#ppt_h"/>
                                          </p:val>
                                        </p:tav>
                                      </p:tavLst>
                                    </p:anim>
                                    <p:anim to="" calcmode="lin" valueType="num">
                                      <p:cBhvr>
                                        <p:cTn id="154" dur="500" fill="hold">
                                          <p:stCondLst>
                                            <p:cond delay="0"/>
                                          </p:stCondLst>
                                        </p:cTn>
                                        <p:tgtEl>
                                          <p:spTgt spid="28"/>
                                        </p:tgtEl>
                                        <p:attrNameLst>
                                          <p:attrName>ppt_x</p:attrName>
                                        </p:attrNameLst>
                                      </p:cBhvr>
                                      <p:tavLst>
                                        <p:tav tm="0">
                                          <p:val>
                                            <p:strVal val="#ppt_x+0"/>
                                          </p:val>
                                        </p:tav>
                                        <p:tav tm="100000">
                                          <p:val>
                                            <p:strVal val="#ppt_x+0"/>
                                          </p:val>
                                        </p:tav>
                                      </p:tavLst>
                                    </p:anim>
                                    <p:anim to="" calcmode="lin" valueType="num">
                                      <p:cBhvr>
                                        <p:cTn id="155" dur="500" fill="hold">
                                          <p:stCondLst>
                                            <p:cond delay="0"/>
                                          </p:stCondLst>
                                        </p:cTn>
                                        <p:tgtEl>
                                          <p:spTgt spid="28"/>
                                        </p:tgtEl>
                                        <p:attrNameLst>
                                          <p:attrName>ppt_y</p:attrName>
                                        </p:attrNameLst>
                                      </p:cBhvr>
                                      <p:tavLst>
                                        <p:tav tm="0">
                                          <p:val>
                                            <p:strVal val="#ppt_y+0"/>
                                          </p:val>
                                        </p:tav>
                                        <p:tav tm="100000">
                                          <p:val>
                                            <p:strVal val="#ppt_y+0"/>
                                          </p:val>
                                        </p:tav>
                                      </p:tavLst>
                                    </p:anim>
                                  </p:childTnLst>
                                </p:cTn>
                              </p:par>
                              <p:par>
                                <p:cTn id="156" presetID="23" presetClass="entr" presetSubtype="16" fill="hold" grpId="0" nodeType="withEffect">
                                  <p:stCondLst>
                                    <p:cond delay="0"/>
                                  </p:stCondLst>
                                  <p:childTnLst>
                                    <p:set>
                                      <p:cBhvr>
                                        <p:cTn id="157" dur="1" fill="hold">
                                          <p:stCondLst>
                                            <p:cond delay="0"/>
                                          </p:stCondLst>
                                        </p:cTn>
                                        <p:tgtEl>
                                          <p:spTgt spid="29"/>
                                        </p:tgtEl>
                                        <p:attrNameLst>
                                          <p:attrName>style.visibility</p:attrName>
                                        </p:attrNameLst>
                                      </p:cBhvr>
                                      <p:to>
                                        <p:strVal val="visible"/>
                                      </p:to>
                                    </p:set>
                                    <p:anim calcmode="lin" valueType="num">
                                      <p:cBhvr>
                                        <p:cTn id="158" dur="500" fill="hold"/>
                                        <p:tgtEl>
                                          <p:spTgt spid="29"/>
                                        </p:tgtEl>
                                        <p:attrNameLst>
                                          <p:attrName>ppt_w</p:attrName>
                                        </p:attrNameLst>
                                      </p:cBhvr>
                                      <p:tavLst>
                                        <p:tav tm="0">
                                          <p:val>
                                            <p:fltVal val="0"/>
                                          </p:val>
                                        </p:tav>
                                        <p:tav tm="100000">
                                          <p:val>
                                            <p:strVal val="#ppt_w"/>
                                          </p:val>
                                        </p:tav>
                                      </p:tavLst>
                                    </p:anim>
                                    <p:anim calcmode="lin" valueType="num">
                                      <p:cBhvr>
                                        <p:cTn id="159" dur="500" fill="hold"/>
                                        <p:tgtEl>
                                          <p:spTgt spid="29"/>
                                        </p:tgtEl>
                                        <p:attrNameLst>
                                          <p:attrName>ppt_h</p:attrName>
                                        </p:attrNameLst>
                                      </p:cBhvr>
                                      <p:tavLst>
                                        <p:tav tm="0">
                                          <p:val>
                                            <p:fltVal val="0"/>
                                          </p:val>
                                        </p:tav>
                                        <p:tav tm="100000">
                                          <p:val>
                                            <p:strVal val="#ppt_h"/>
                                          </p:val>
                                        </p:tav>
                                      </p:tavLst>
                                    </p:anim>
                                    <p:anim to="" calcmode="lin" valueType="num">
                                      <p:cBhvr>
                                        <p:cTn id="160" dur="500" fill="hold">
                                          <p:stCondLst>
                                            <p:cond delay="0"/>
                                          </p:stCondLst>
                                        </p:cTn>
                                        <p:tgtEl>
                                          <p:spTgt spid="29"/>
                                        </p:tgtEl>
                                        <p:attrNameLst>
                                          <p:attrName>ppt_x</p:attrName>
                                        </p:attrNameLst>
                                      </p:cBhvr>
                                      <p:tavLst>
                                        <p:tav tm="0">
                                          <p:val>
                                            <p:strVal val="#ppt_x+0"/>
                                          </p:val>
                                        </p:tav>
                                        <p:tav tm="100000">
                                          <p:val>
                                            <p:strVal val="#ppt_x+0"/>
                                          </p:val>
                                        </p:tav>
                                      </p:tavLst>
                                    </p:anim>
                                    <p:anim to="" calcmode="lin" valueType="num">
                                      <p:cBhvr>
                                        <p:cTn id="161" dur="500" fill="hold">
                                          <p:stCondLst>
                                            <p:cond delay="0"/>
                                          </p:stCondLst>
                                        </p:cTn>
                                        <p:tgtEl>
                                          <p:spTgt spid="29"/>
                                        </p:tgtEl>
                                        <p:attrNameLst>
                                          <p:attrName>ppt_y</p:attrName>
                                        </p:attrNameLst>
                                      </p:cBhvr>
                                      <p:tavLst>
                                        <p:tav tm="0">
                                          <p:val>
                                            <p:strVal val="#ppt_y+0"/>
                                          </p:val>
                                        </p:tav>
                                        <p:tav tm="100000">
                                          <p:val>
                                            <p:strVal val="#ppt_y+0"/>
                                          </p:val>
                                        </p:tav>
                                      </p:tavLst>
                                    </p:anim>
                                  </p:childTnLst>
                                </p:cTn>
                              </p:par>
                              <p:par>
                                <p:cTn id="162" presetID="23" presetClass="entr" presetSubtype="16" fill="hold" grpId="0" nodeType="withEffect">
                                  <p:stCondLst>
                                    <p:cond delay="0"/>
                                  </p:stCondLst>
                                  <p:childTnLst>
                                    <p:set>
                                      <p:cBhvr>
                                        <p:cTn id="163" dur="1" fill="hold">
                                          <p:stCondLst>
                                            <p:cond delay="0"/>
                                          </p:stCondLst>
                                        </p:cTn>
                                        <p:tgtEl>
                                          <p:spTgt spid="23"/>
                                        </p:tgtEl>
                                        <p:attrNameLst>
                                          <p:attrName>style.visibility</p:attrName>
                                        </p:attrNameLst>
                                      </p:cBhvr>
                                      <p:to>
                                        <p:strVal val="visible"/>
                                      </p:to>
                                    </p:set>
                                    <p:anim calcmode="lin" valueType="num">
                                      <p:cBhvr>
                                        <p:cTn id="164" dur="500" fill="hold"/>
                                        <p:tgtEl>
                                          <p:spTgt spid="23"/>
                                        </p:tgtEl>
                                        <p:attrNameLst>
                                          <p:attrName>ppt_w</p:attrName>
                                        </p:attrNameLst>
                                      </p:cBhvr>
                                      <p:tavLst>
                                        <p:tav tm="0">
                                          <p:val>
                                            <p:fltVal val="0"/>
                                          </p:val>
                                        </p:tav>
                                        <p:tav tm="100000">
                                          <p:val>
                                            <p:strVal val="#ppt_w"/>
                                          </p:val>
                                        </p:tav>
                                      </p:tavLst>
                                    </p:anim>
                                    <p:anim calcmode="lin" valueType="num">
                                      <p:cBhvr>
                                        <p:cTn id="165" dur="500" fill="hold"/>
                                        <p:tgtEl>
                                          <p:spTgt spid="23"/>
                                        </p:tgtEl>
                                        <p:attrNameLst>
                                          <p:attrName>ppt_h</p:attrName>
                                        </p:attrNameLst>
                                      </p:cBhvr>
                                      <p:tavLst>
                                        <p:tav tm="0">
                                          <p:val>
                                            <p:fltVal val="0"/>
                                          </p:val>
                                        </p:tav>
                                        <p:tav tm="100000">
                                          <p:val>
                                            <p:strVal val="#ppt_h"/>
                                          </p:val>
                                        </p:tav>
                                      </p:tavLst>
                                    </p:anim>
                                    <p:anim to="" calcmode="lin" valueType="num">
                                      <p:cBhvr>
                                        <p:cTn id="166" dur="500" fill="hold">
                                          <p:stCondLst>
                                            <p:cond delay="0"/>
                                          </p:stCondLst>
                                        </p:cTn>
                                        <p:tgtEl>
                                          <p:spTgt spid="23"/>
                                        </p:tgtEl>
                                        <p:attrNameLst>
                                          <p:attrName>ppt_x</p:attrName>
                                        </p:attrNameLst>
                                      </p:cBhvr>
                                      <p:tavLst>
                                        <p:tav tm="0">
                                          <p:val>
                                            <p:strVal val="#ppt_x+0"/>
                                          </p:val>
                                        </p:tav>
                                        <p:tav tm="100000">
                                          <p:val>
                                            <p:strVal val="#ppt_x+0"/>
                                          </p:val>
                                        </p:tav>
                                      </p:tavLst>
                                    </p:anim>
                                    <p:anim to="" calcmode="lin" valueType="num">
                                      <p:cBhvr>
                                        <p:cTn id="167" dur="500" fill="hold">
                                          <p:stCondLst>
                                            <p:cond delay="0"/>
                                          </p:stCondLst>
                                        </p:cTn>
                                        <p:tgtEl>
                                          <p:spTgt spid="23"/>
                                        </p:tgtEl>
                                        <p:attrNameLst>
                                          <p:attrName>ppt_y</p:attrName>
                                        </p:attrNameLst>
                                      </p:cBhvr>
                                      <p:tavLst>
                                        <p:tav tm="0">
                                          <p:val>
                                            <p:strVal val="#ppt_y+0"/>
                                          </p:val>
                                        </p:tav>
                                        <p:tav tm="100000">
                                          <p:val>
                                            <p:strVal val="#ppt_y+0"/>
                                          </p:val>
                                        </p:tav>
                                      </p:tavLst>
                                    </p:anim>
                                  </p:childTnLst>
                                </p:cTn>
                              </p:par>
                              <p:par>
                                <p:cTn id="168" presetID="23" presetClass="entr" presetSubtype="16" fill="hold" grpId="0" nodeType="withEffect">
                                  <p:stCondLst>
                                    <p:cond delay="0"/>
                                  </p:stCondLst>
                                  <p:childTnLst>
                                    <p:set>
                                      <p:cBhvr>
                                        <p:cTn id="169" dur="1" fill="hold">
                                          <p:stCondLst>
                                            <p:cond delay="0"/>
                                          </p:stCondLst>
                                        </p:cTn>
                                        <p:tgtEl>
                                          <p:spTgt spid="24"/>
                                        </p:tgtEl>
                                        <p:attrNameLst>
                                          <p:attrName>style.visibility</p:attrName>
                                        </p:attrNameLst>
                                      </p:cBhvr>
                                      <p:to>
                                        <p:strVal val="visible"/>
                                      </p:to>
                                    </p:set>
                                    <p:anim calcmode="lin" valueType="num">
                                      <p:cBhvr>
                                        <p:cTn id="170" dur="500" fill="hold"/>
                                        <p:tgtEl>
                                          <p:spTgt spid="24"/>
                                        </p:tgtEl>
                                        <p:attrNameLst>
                                          <p:attrName>ppt_w</p:attrName>
                                        </p:attrNameLst>
                                      </p:cBhvr>
                                      <p:tavLst>
                                        <p:tav tm="0">
                                          <p:val>
                                            <p:fltVal val="0"/>
                                          </p:val>
                                        </p:tav>
                                        <p:tav tm="100000">
                                          <p:val>
                                            <p:strVal val="#ppt_w"/>
                                          </p:val>
                                        </p:tav>
                                      </p:tavLst>
                                    </p:anim>
                                    <p:anim calcmode="lin" valueType="num">
                                      <p:cBhvr>
                                        <p:cTn id="171" dur="500" fill="hold"/>
                                        <p:tgtEl>
                                          <p:spTgt spid="24"/>
                                        </p:tgtEl>
                                        <p:attrNameLst>
                                          <p:attrName>ppt_h</p:attrName>
                                        </p:attrNameLst>
                                      </p:cBhvr>
                                      <p:tavLst>
                                        <p:tav tm="0">
                                          <p:val>
                                            <p:fltVal val="0"/>
                                          </p:val>
                                        </p:tav>
                                        <p:tav tm="100000">
                                          <p:val>
                                            <p:strVal val="#ppt_h"/>
                                          </p:val>
                                        </p:tav>
                                      </p:tavLst>
                                    </p:anim>
                                    <p:anim to="" calcmode="lin" valueType="num">
                                      <p:cBhvr>
                                        <p:cTn id="172" dur="500" fill="hold">
                                          <p:stCondLst>
                                            <p:cond delay="0"/>
                                          </p:stCondLst>
                                        </p:cTn>
                                        <p:tgtEl>
                                          <p:spTgt spid="24"/>
                                        </p:tgtEl>
                                        <p:attrNameLst>
                                          <p:attrName>ppt_x</p:attrName>
                                        </p:attrNameLst>
                                      </p:cBhvr>
                                      <p:tavLst>
                                        <p:tav tm="0">
                                          <p:val>
                                            <p:strVal val="#ppt_x+0"/>
                                          </p:val>
                                        </p:tav>
                                        <p:tav tm="100000">
                                          <p:val>
                                            <p:strVal val="#ppt_x+0"/>
                                          </p:val>
                                        </p:tav>
                                      </p:tavLst>
                                    </p:anim>
                                    <p:anim to="" calcmode="lin" valueType="num">
                                      <p:cBhvr>
                                        <p:cTn id="173" dur="500" fill="hold">
                                          <p:stCondLst>
                                            <p:cond delay="0"/>
                                          </p:stCondLst>
                                        </p:cTn>
                                        <p:tgtEl>
                                          <p:spTgt spid="24"/>
                                        </p:tgtEl>
                                        <p:attrNameLst>
                                          <p:attrName>ppt_y</p:attrName>
                                        </p:attrNameLst>
                                      </p:cBhvr>
                                      <p:tavLst>
                                        <p:tav tm="0">
                                          <p:val>
                                            <p:strVal val="#ppt_y+0"/>
                                          </p:val>
                                        </p:tav>
                                        <p:tav tm="100000">
                                          <p:val>
                                            <p:strVal val="#ppt_y+0"/>
                                          </p:val>
                                        </p:tav>
                                      </p:tavLst>
                                    </p:anim>
                                  </p:childTnLst>
                                </p:cTn>
                              </p:par>
                              <p:par>
                                <p:cTn id="174" presetID="23" presetClass="entr" presetSubtype="16" fill="hold" grpId="0" nodeType="withEffect">
                                  <p:stCondLst>
                                    <p:cond delay="0"/>
                                  </p:stCondLst>
                                  <p:childTnLst>
                                    <p:set>
                                      <p:cBhvr>
                                        <p:cTn id="175" dur="1" fill="hold">
                                          <p:stCondLst>
                                            <p:cond delay="0"/>
                                          </p:stCondLst>
                                        </p:cTn>
                                        <p:tgtEl>
                                          <p:spTgt spid="26"/>
                                        </p:tgtEl>
                                        <p:attrNameLst>
                                          <p:attrName>style.visibility</p:attrName>
                                        </p:attrNameLst>
                                      </p:cBhvr>
                                      <p:to>
                                        <p:strVal val="visible"/>
                                      </p:to>
                                    </p:set>
                                    <p:anim calcmode="lin" valueType="num">
                                      <p:cBhvr>
                                        <p:cTn id="176" dur="500" fill="hold"/>
                                        <p:tgtEl>
                                          <p:spTgt spid="26"/>
                                        </p:tgtEl>
                                        <p:attrNameLst>
                                          <p:attrName>ppt_w</p:attrName>
                                        </p:attrNameLst>
                                      </p:cBhvr>
                                      <p:tavLst>
                                        <p:tav tm="0">
                                          <p:val>
                                            <p:fltVal val="0"/>
                                          </p:val>
                                        </p:tav>
                                        <p:tav tm="100000">
                                          <p:val>
                                            <p:strVal val="#ppt_w"/>
                                          </p:val>
                                        </p:tav>
                                      </p:tavLst>
                                    </p:anim>
                                    <p:anim calcmode="lin" valueType="num">
                                      <p:cBhvr>
                                        <p:cTn id="177" dur="500" fill="hold"/>
                                        <p:tgtEl>
                                          <p:spTgt spid="26"/>
                                        </p:tgtEl>
                                        <p:attrNameLst>
                                          <p:attrName>ppt_h</p:attrName>
                                        </p:attrNameLst>
                                      </p:cBhvr>
                                      <p:tavLst>
                                        <p:tav tm="0">
                                          <p:val>
                                            <p:fltVal val="0"/>
                                          </p:val>
                                        </p:tav>
                                        <p:tav tm="100000">
                                          <p:val>
                                            <p:strVal val="#ppt_h"/>
                                          </p:val>
                                        </p:tav>
                                      </p:tavLst>
                                    </p:anim>
                                    <p:anim to="" calcmode="lin" valueType="num">
                                      <p:cBhvr>
                                        <p:cTn id="178" dur="500" fill="hold">
                                          <p:stCondLst>
                                            <p:cond delay="0"/>
                                          </p:stCondLst>
                                        </p:cTn>
                                        <p:tgtEl>
                                          <p:spTgt spid="26"/>
                                        </p:tgtEl>
                                        <p:attrNameLst>
                                          <p:attrName>ppt_x</p:attrName>
                                        </p:attrNameLst>
                                      </p:cBhvr>
                                      <p:tavLst>
                                        <p:tav tm="0">
                                          <p:val>
                                            <p:strVal val="#ppt_x+0"/>
                                          </p:val>
                                        </p:tav>
                                        <p:tav tm="100000">
                                          <p:val>
                                            <p:strVal val="#ppt_x+0"/>
                                          </p:val>
                                        </p:tav>
                                      </p:tavLst>
                                    </p:anim>
                                    <p:anim to="" calcmode="lin" valueType="num">
                                      <p:cBhvr>
                                        <p:cTn id="179" dur="500" fill="hold">
                                          <p:stCondLst>
                                            <p:cond delay="0"/>
                                          </p:stCondLst>
                                        </p:cTn>
                                        <p:tgtEl>
                                          <p:spTgt spid="26"/>
                                        </p:tgtEl>
                                        <p:attrNameLst>
                                          <p:attrName>ppt_y</p:attrName>
                                        </p:attrNameLst>
                                      </p:cBhvr>
                                      <p:tavLst>
                                        <p:tav tm="0">
                                          <p:val>
                                            <p:strVal val="#ppt_y+0"/>
                                          </p:val>
                                        </p:tav>
                                        <p:tav tm="100000">
                                          <p:val>
                                            <p:strVal val="#ppt_y+0"/>
                                          </p:val>
                                        </p:tav>
                                      </p:tavLst>
                                    </p:anim>
                                  </p:childTnLst>
                                </p:cTn>
                              </p:par>
                              <p:par>
                                <p:cTn id="180" presetID="23" presetClass="entr" presetSubtype="16" fill="hold" grpId="0" nodeType="withEffect">
                                  <p:stCondLst>
                                    <p:cond delay="0"/>
                                  </p:stCondLst>
                                  <p:childTnLst>
                                    <p:set>
                                      <p:cBhvr>
                                        <p:cTn id="181" dur="1" fill="hold">
                                          <p:stCondLst>
                                            <p:cond delay="0"/>
                                          </p:stCondLst>
                                        </p:cTn>
                                        <p:tgtEl>
                                          <p:spTgt spid="27"/>
                                        </p:tgtEl>
                                        <p:attrNameLst>
                                          <p:attrName>style.visibility</p:attrName>
                                        </p:attrNameLst>
                                      </p:cBhvr>
                                      <p:to>
                                        <p:strVal val="visible"/>
                                      </p:to>
                                    </p:set>
                                    <p:anim calcmode="lin" valueType="num">
                                      <p:cBhvr>
                                        <p:cTn id="182" dur="500" fill="hold"/>
                                        <p:tgtEl>
                                          <p:spTgt spid="27"/>
                                        </p:tgtEl>
                                        <p:attrNameLst>
                                          <p:attrName>ppt_w</p:attrName>
                                        </p:attrNameLst>
                                      </p:cBhvr>
                                      <p:tavLst>
                                        <p:tav tm="0">
                                          <p:val>
                                            <p:fltVal val="0"/>
                                          </p:val>
                                        </p:tav>
                                        <p:tav tm="100000">
                                          <p:val>
                                            <p:strVal val="#ppt_w"/>
                                          </p:val>
                                        </p:tav>
                                      </p:tavLst>
                                    </p:anim>
                                    <p:anim calcmode="lin" valueType="num">
                                      <p:cBhvr>
                                        <p:cTn id="183" dur="500" fill="hold"/>
                                        <p:tgtEl>
                                          <p:spTgt spid="27"/>
                                        </p:tgtEl>
                                        <p:attrNameLst>
                                          <p:attrName>ppt_h</p:attrName>
                                        </p:attrNameLst>
                                      </p:cBhvr>
                                      <p:tavLst>
                                        <p:tav tm="0">
                                          <p:val>
                                            <p:fltVal val="0"/>
                                          </p:val>
                                        </p:tav>
                                        <p:tav tm="100000">
                                          <p:val>
                                            <p:strVal val="#ppt_h"/>
                                          </p:val>
                                        </p:tav>
                                      </p:tavLst>
                                    </p:anim>
                                    <p:anim to="" calcmode="lin" valueType="num">
                                      <p:cBhvr>
                                        <p:cTn id="184" dur="500" fill="hold">
                                          <p:stCondLst>
                                            <p:cond delay="0"/>
                                          </p:stCondLst>
                                        </p:cTn>
                                        <p:tgtEl>
                                          <p:spTgt spid="27"/>
                                        </p:tgtEl>
                                        <p:attrNameLst>
                                          <p:attrName>ppt_x</p:attrName>
                                        </p:attrNameLst>
                                      </p:cBhvr>
                                      <p:tavLst>
                                        <p:tav tm="0">
                                          <p:val>
                                            <p:strVal val="#ppt_x+0"/>
                                          </p:val>
                                        </p:tav>
                                        <p:tav tm="100000">
                                          <p:val>
                                            <p:strVal val="#ppt_x+0"/>
                                          </p:val>
                                        </p:tav>
                                      </p:tavLst>
                                    </p:anim>
                                    <p:anim to="" calcmode="lin" valueType="num">
                                      <p:cBhvr>
                                        <p:cTn id="185" dur="500" fill="hold">
                                          <p:stCondLst>
                                            <p:cond delay="0"/>
                                          </p:stCondLst>
                                        </p:cTn>
                                        <p:tgtEl>
                                          <p:spTgt spid="27"/>
                                        </p:tgtEl>
                                        <p:attrNameLst>
                                          <p:attrName>ppt_y</p:attrName>
                                        </p:attrNameLst>
                                      </p:cBhvr>
                                      <p:tavLst>
                                        <p:tav tm="0">
                                          <p:val>
                                            <p:strVal val="#ppt_y+0"/>
                                          </p:val>
                                        </p:tav>
                                        <p:tav tm="100000">
                                          <p:val>
                                            <p:strVal val="#ppt_y+0"/>
                                          </p:val>
                                        </p:tav>
                                      </p:tavLst>
                                    </p:anim>
                                  </p:childTnLst>
                                </p:cTn>
                              </p:par>
                              <p:par>
                                <p:cTn id="186" presetID="35" presetClass="path" presetSubtype="0" accel="50000" decel="50000" fill="hold" grpId="2" nodeType="withEffect">
                                  <p:stCondLst>
                                    <p:cond delay="0"/>
                                  </p:stCondLst>
                                  <p:childTnLst>
                                    <p:anim to="" calcmode="lin" valueType="num">
                                      <p:cBhvr>
                                        <p:cTn id="187" dur="500" fill="hold">
                                          <p:stCondLst>
                                            <p:cond delay="0"/>
                                          </p:stCondLst>
                                        </p:cTn>
                                        <p:tgtEl>
                                          <p:spTgt spid="12"/>
                                        </p:tgtEl>
                                        <p:attrNameLst>
                                          <p:attrName>ppt_x</p:attrName>
                                        </p:attrNameLst>
                                      </p:cBhvr>
                                      <p:tavLst>
                                        <p:tav tm="0">
                                          <p:val>
                                            <p:strVal val="ppt_x"/>
                                          </p:val>
                                        </p:tav>
                                        <p:tav tm="100000">
                                          <p:val>
                                            <p:strVal val="#ppt_x+0"/>
                                          </p:val>
                                        </p:tav>
                                      </p:tavLst>
                                    </p:anim>
                                    <p:anim to="" calcmode="lin" valueType="num">
                                      <p:cBhvr>
                                        <p:cTn id="188" dur="500" fill="hold">
                                          <p:stCondLst>
                                            <p:cond delay="0"/>
                                          </p:stCondLst>
                                        </p:cTn>
                                        <p:tgtEl>
                                          <p:spTgt spid="12"/>
                                        </p:tgtEl>
                                        <p:attrNameLst>
                                          <p:attrName>ppt_y</p:attrName>
                                        </p:attrNameLst>
                                      </p:cBhvr>
                                      <p:tavLst>
                                        <p:tav tm="0">
                                          <p:val>
                                            <p:strVal val="ppt_y"/>
                                          </p:val>
                                        </p:tav>
                                        <p:tav tm="100000">
                                          <p:val>
                                            <p:strVal val="#ppt_y+0"/>
                                          </p:val>
                                        </p:tav>
                                      </p:tavLst>
                                    </p:anim>
                                    <p:anim to="" calcmode="lin" valueType="num">
                                      <p:cBhvr>
                                        <p:cTn id="189" dur="500" fill="hold">
                                          <p:stCondLst>
                                            <p:cond delay="0"/>
                                          </p:stCondLst>
                                        </p:cTn>
                                        <p:tgtEl>
                                          <p:spTgt spid="12"/>
                                        </p:tgtEl>
                                        <p:attrNameLst>
                                          <p:attrName>ppt_w</p:attrName>
                                        </p:attrNameLst>
                                      </p:cBhvr>
                                      <p:tavLst>
                                        <p:tav tm="0">
                                          <p:val>
                                            <p:strVal val="ppt_w"/>
                                          </p:val>
                                        </p:tav>
                                        <p:tav tm="100000">
                                          <p:val>
                                            <p:strVal val="#ppt_w"/>
                                          </p:val>
                                        </p:tav>
                                      </p:tavLst>
                                    </p:anim>
                                    <p:anim to="" calcmode="lin" valueType="num">
                                      <p:cBhvr>
                                        <p:cTn id="190" dur="500" fill="hold">
                                          <p:stCondLst>
                                            <p:cond delay="0"/>
                                          </p:stCondLst>
                                        </p:cTn>
                                        <p:tgtEl>
                                          <p:spTgt spid="12"/>
                                        </p:tgtEl>
                                        <p:attrNameLst>
                                          <p:attrName>ppt_h</p:attrName>
                                        </p:attrNameLst>
                                      </p:cBhvr>
                                      <p:tavLst>
                                        <p:tav tm="0">
                                          <p:val>
                                            <p:strVal val="ppt_h"/>
                                          </p:val>
                                        </p:tav>
                                        <p:tav tm="100000">
                                          <p:val>
                                            <p:strVal val="#ppt_h"/>
                                          </p:val>
                                        </p:tav>
                                      </p:tavLst>
                                    </p:anim>
                                  </p:childTnLst>
                                </p:cTn>
                              </p:par>
                              <p:par>
                                <p:cTn id="191" presetID="35" presetClass="path" presetSubtype="0" accel="50000" decel="50000" fill="hold" grpId="2" nodeType="withEffect">
                                  <p:stCondLst>
                                    <p:cond delay="0"/>
                                  </p:stCondLst>
                                  <p:childTnLst>
                                    <p:anim to="" calcmode="lin" valueType="num">
                                      <p:cBhvr>
                                        <p:cTn id="192"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93"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194"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95"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96" presetID="35" presetClass="path" presetSubtype="0" accel="50000" decel="50000" fill="hold" grpId="2" nodeType="withEffect">
                                  <p:stCondLst>
                                    <p:cond delay="0"/>
                                  </p:stCondLst>
                                  <p:childTnLst>
                                    <p:anim to="" calcmode="lin" valueType="num">
                                      <p:cBhvr>
                                        <p:cTn id="197" dur="500" fill="hold">
                                          <p:stCondLst>
                                            <p:cond delay="0"/>
                                          </p:stCondLst>
                                        </p:cTn>
                                        <p:tgtEl>
                                          <p:spTgt spid="11"/>
                                        </p:tgtEl>
                                        <p:attrNameLst>
                                          <p:attrName>ppt_x</p:attrName>
                                        </p:attrNameLst>
                                      </p:cBhvr>
                                      <p:tavLst>
                                        <p:tav tm="0">
                                          <p:val>
                                            <p:strVal val="ppt_x"/>
                                          </p:val>
                                        </p:tav>
                                        <p:tav tm="100000">
                                          <p:val>
                                            <p:strVal val="#ppt_x+0"/>
                                          </p:val>
                                        </p:tav>
                                      </p:tavLst>
                                    </p:anim>
                                    <p:anim to="" calcmode="lin" valueType="num">
                                      <p:cBhvr>
                                        <p:cTn id="198" dur="500" fill="hold">
                                          <p:stCondLst>
                                            <p:cond delay="0"/>
                                          </p:stCondLst>
                                        </p:cTn>
                                        <p:tgtEl>
                                          <p:spTgt spid="11"/>
                                        </p:tgtEl>
                                        <p:attrNameLst>
                                          <p:attrName>ppt_y</p:attrName>
                                        </p:attrNameLst>
                                      </p:cBhvr>
                                      <p:tavLst>
                                        <p:tav tm="0">
                                          <p:val>
                                            <p:strVal val="ppt_y"/>
                                          </p:val>
                                        </p:tav>
                                        <p:tav tm="100000">
                                          <p:val>
                                            <p:strVal val="#ppt_y+0"/>
                                          </p:val>
                                        </p:tav>
                                      </p:tavLst>
                                    </p:anim>
                                    <p:anim to="" calcmode="lin" valueType="num">
                                      <p:cBhvr>
                                        <p:cTn id="199"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200"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201" presetID="35" presetClass="path" presetSubtype="0" accel="50000" decel="50000" fill="hold" grpId="2" nodeType="withEffect">
                                  <p:stCondLst>
                                    <p:cond delay="0"/>
                                  </p:stCondLst>
                                  <p:childTnLst>
                                    <p:anim to="" calcmode="lin" valueType="num">
                                      <p:cBhvr>
                                        <p:cTn id="202" dur="500" fill="hold">
                                          <p:stCondLst>
                                            <p:cond delay="0"/>
                                          </p:stCondLst>
                                        </p:cTn>
                                        <p:tgtEl>
                                          <p:spTgt spid="5"/>
                                        </p:tgtEl>
                                        <p:attrNameLst>
                                          <p:attrName>ppt_x</p:attrName>
                                        </p:attrNameLst>
                                      </p:cBhvr>
                                      <p:tavLst>
                                        <p:tav tm="0">
                                          <p:val>
                                            <p:strVal val="ppt_x"/>
                                          </p:val>
                                        </p:tav>
                                        <p:tav tm="100000">
                                          <p:val>
                                            <p:strVal val="#ppt_x+0"/>
                                          </p:val>
                                        </p:tav>
                                      </p:tavLst>
                                    </p:anim>
                                    <p:anim to="" calcmode="lin" valueType="num">
                                      <p:cBhvr>
                                        <p:cTn id="203" dur="500" fill="hold">
                                          <p:stCondLst>
                                            <p:cond delay="0"/>
                                          </p:stCondLst>
                                        </p:cTn>
                                        <p:tgtEl>
                                          <p:spTgt spid="5"/>
                                        </p:tgtEl>
                                        <p:attrNameLst>
                                          <p:attrName>ppt_y</p:attrName>
                                        </p:attrNameLst>
                                      </p:cBhvr>
                                      <p:tavLst>
                                        <p:tav tm="0">
                                          <p:val>
                                            <p:strVal val="ppt_y"/>
                                          </p:val>
                                        </p:tav>
                                        <p:tav tm="100000">
                                          <p:val>
                                            <p:strVal val="#ppt_y+0"/>
                                          </p:val>
                                        </p:tav>
                                      </p:tavLst>
                                    </p:anim>
                                    <p:anim to="" calcmode="lin" valueType="num">
                                      <p:cBhvr>
                                        <p:cTn id="204"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205"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206" presetID="35" presetClass="path" presetSubtype="0" accel="50000" decel="50000" fill="hold" grpId="2" nodeType="withEffect">
                                  <p:stCondLst>
                                    <p:cond delay="0"/>
                                  </p:stCondLst>
                                  <p:childTnLst>
                                    <p:anim to="" calcmode="lin" valueType="num">
                                      <p:cBhvr>
                                        <p:cTn id="207" dur="500" fill="hold">
                                          <p:stCondLst>
                                            <p:cond delay="0"/>
                                          </p:stCondLst>
                                        </p:cTn>
                                        <p:tgtEl>
                                          <p:spTgt spid="6"/>
                                        </p:tgtEl>
                                        <p:attrNameLst>
                                          <p:attrName>ppt_x</p:attrName>
                                        </p:attrNameLst>
                                      </p:cBhvr>
                                      <p:tavLst>
                                        <p:tav tm="0">
                                          <p:val>
                                            <p:strVal val="ppt_x"/>
                                          </p:val>
                                        </p:tav>
                                        <p:tav tm="100000">
                                          <p:val>
                                            <p:strVal val="#ppt_x+0"/>
                                          </p:val>
                                        </p:tav>
                                      </p:tavLst>
                                    </p:anim>
                                    <p:anim to="" calcmode="lin" valueType="num">
                                      <p:cBhvr>
                                        <p:cTn id="208" dur="500" fill="hold">
                                          <p:stCondLst>
                                            <p:cond delay="0"/>
                                          </p:stCondLst>
                                        </p:cTn>
                                        <p:tgtEl>
                                          <p:spTgt spid="6"/>
                                        </p:tgtEl>
                                        <p:attrNameLst>
                                          <p:attrName>ppt_y</p:attrName>
                                        </p:attrNameLst>
                                      </p:cBhvr>
                                      <p:tavLst>
                                        <p:tav tm="0">
                                          <p:val>
                                            <p:strVal val="ppt_y"/>
                                          </p:val>
                                        </p:tav>
                                        <p:tav tm="100000">
                                          <p:val>
                                            <p:strVal val="#ppt_y+0"/>
                                          </p:val>
                                        </p:tav>
                                      </p:tavLst>
                                    </p:anim>
                                    <p:anim to="" calcmode="lin" valueType="num">
                                      <p:cBhvr>
                                        <p:cTn id="209"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210"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211" presetID="35" presetClass="path" presetSubtype="0" accel="50000" decel="50000" fill="hold" grpId="2" nodeType="withEffect">
                                  <p:stCondLst>
                                    <p:cond delay="0"/>
                                  </p:stCondLst>
                                  <p:childTnLst>
                                    <p:anim to="" calcmode="lin" valueType="num">
                                      <p:cBhvr>
                                        <p:cTn id="212"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213"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214"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215"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216" presetID="35" presetClass="path" presetSubtype="0" accel="50000" decel="50000" fill="hold" grpId="2" nodeType="withEffect">
                                  <p:stCondLst>
                                    <p:cond delay="0"/>
                                  </p:stCondLst>
                                  <p:childTnLst>
                                    <p:anim to="" calcmode="lin" valueType="num">
                                      <p:cBhvr>
                                        <p:cTn id="217"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218"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219"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220"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221" presetID="35" presetClass="path" presetSubtype="0" accel="50000" decel="50000" fill="hold" grpId="1" nodeType="withEffect">
                                  <p:stCondLst>
                                    <p:cond delay="0"/>
                                  </p:stCondLst>
                                  <p:childTnLst>
                                    <p:anim to="" calcmode="lin" valueType="num">
                                      <p:cBhvr>
                                        <p:cTn id="222" dur="500" fill="hold">
                                          <p:stCondLst>
                                            <p:cond delay="0"/>
                                          </p:stCondLst>
                                        </p:cTn>
                                        <p:tgtEl>
                                          <p:spTgt spid="38"/>
                                        </p:tgtEl>
                                        <p:attrNameLst>
                                          <p:attrName>ppt_x</p:attrName>
                                        </p:attrNameLst>
                                      </p:cBhvr>
                                      <p:tavLst>
                                        <p:tav tm="0">
                                          <p:val>
                                            <p:strVal val="ppt_x"/>
                                          </p:val>
                                        </p:tav>
                                        <p:tav tm="100000">
                                          <p:val>
                                            <p:strVal val="#ppt_x+0"/>
                                          </p:val>
                                        </p:tav>
                                      </p:tavLst>
                                    </p:anim>
                                    <p:anim to="" calcmode="lin" valueType="num">
                                      <p:cBhvr>
                                        <p:cTn id="223" dur="500" fill="hold">
                                          <p:stCondLst>
                                            <p:cond delay="0"/>
                                          </p:stCondLst>
                                        </p:cTn>
                                        <p:tgtEl>
                                          <p:spTgt spid="38"/>
                                        </p:tgtEl>
                                        <p:attrNameLst>
                                          <p:attrName>ppt_y</p:attrName>
                                        </p:attrNameLst>
                                      </p:cBhvr>
                                      <p:tavLst>
                                        <p:tav tm="0">
                                          <p:val>
                                            <p:strVal val="ppt_y"/>
                                          </p:val>
                                        </p:tav>
                                        <p:tav tm="100000">
                                          <p:val>
                                            <p:strVal val="#ppt_y+0"/>
                                          </p:val>
                                        </p:tav>
                                      </p:tavLst>
                                    </p:anim>
                                    <p:anim to="" calcmode="lin" valueType="num">
                                      <p:cBhvr>
                                        <p:cTn id="224" dur="500" fill="hold">
                                          <p:stCondLst>
                                            <p:cond delay="0"/>
                                          </p:stCondLst>
                                        </p:cTn>
                                        <p:tgtEl>
                                          <p:spTgt spid="38"/>
                                        </p:tgtEl>
                                        <p:attrNameLst>
                                          <p:attrName>ppt_w</p:attrName>
                                        </p:attrNameLst>
                                      </p:cBhvr>
                                      <p:tavLst>
                                        <p:tav tm="0">
                                          <p:val>
                                            <p:strVal val="ppt_w"/>
                                          </p:val>
                                        </p:tav>
                                        <p:tav tm="100000">
                                          <p:val>
                                            <p:strVal val="#ppt_w"/>
                                          </p:val>
                                        </p:tav>
                                      </p:tavLst>
                                    </p:anim>
                                    <p:anim to="" calcmode="lin" valueType="num">
                                      <p:cBhvr>
                                        <p:cTn id="225" dur="500" fill="hold">
                                          <p:stCondLst>
                                            <p:cond delay="0"/>
                                          </p:stCondLst>
                                        </p:cTn>
                                        <p:tgtEl>
                                          <p:spTgt spid="38"/>
                                        </p:tgtEl>
                                        <p:attrNameLst>
                                          <p:attrName>ppt_h</p:attrName>
                                        </p:attrNameLst>
                                      </p:cBhvr>
                                      <p:tavLst>
                                        <p:tav tm="0">
                                          <p:val>
                                            <p:strVal val="ppt_h"/>
                                          </p:val>
                                        </p:tav>
                                        <p:tav tm="100000">
                                          <p:val>
                                            <p:strVal val="#ppt_h"/>
                                          </p:val>
                                        </p:tav>
                                      </p:tavLst>
                                    </p:anim>
                                  </p:childTnLst>
                                </p:cTn>
                              </p:par>
                              <p:par>
                                <p:cTn id="226" presetID="35" presetClass="path" presetSubtype="0" accel="50000" decel="50000" fill="hold" grpId="1" nodeType="withEffect">
                                  <p:stCondLst>
                                    <p:cond delay="0"/>
                                  </p:stCondLst>
                                  <p:childTnLst>
                                    <p:anim to="" calcmode="lin" valueType="num">
                                      <p:cBhvr>
                                        <p:cTn id="227" dur="500" fill="hold">
                                          <p:stCondLst>
                                            <p:cond delay="0"/>
                                          </p:stCondLst>
                                        </p:cTn>
                                        <p:tgtEl>
                                          <p:spTgt spid="19"/>
                                        </p:tgtEl>
                                        <p:attrNameLst>
                                          <p:attrName>ppt_x</p:attrName>
                                        </p:attrNameLst>
                                      </p:cBhvr>
                                      <p:tavLst>
                                        <p:tav tm="0">
                                          <p:val>
                                            <p:strVal val="ppt_x"/>
                                          </p:val>
                                        </p:tav>
                                        <p:tav tm="100000">
                                          <p:val>
                                            <p:strVal val="#ppt_x+0"/>
                                          </p:val>
                                        </p:tav>
                                      </p:tavLst>
                                    </p:anim>
                                    <p:anim to="" calcmode="lin" valueType="num">
                                      <p:cBhvr>
                                        <p:cTn id="228" dur="500" fill="hold">
                                          <p:stCondLst>
                                            <p:cond delay="0"/>
                                          </p:stCondLst>
                                        </p:cTn>
                                        <p:tgtEl>
                                          <p:spTgt spid="19"/>
                                        </p:tgtEl>
                                        <p:attrNameLst>
                                          <p:attrName>ppt_y</p:attrName>
                                        </p:attrNameLst>
                                      </p:cBhvr>
                                      <p:tavLst>
                                        <p:tav tm="0">
                                          <p:val>
                                            <p:strVal val="ppt_y"/>
                                          </p:val>
                                        </p:tav>
                                        <p:tav tm="100000">
                                          <p:val>
                                            <p:strVal val="#ppt_y+0"/>
                                          </p:val>
                                        </p:tav>
                                      </p:tavLst>
                                    </p:anim>
                                    <p:anim to="" calcmode="lin" valueType="num">
                                      <p:cBhvr>
                                        <p:cTn id="229" dur="500" fill="hold">
                                          <p:stCondLst>
                                            <p:cond delay="0"/>
                                          </p:stCondLst>
                                        </p:cTn>
                                        <p:tgtEl>
                                          <p:spTgt spid="19"/>
                                        </p:tgtEl>
                                        <p:attrNameLst>
                                          <p:attrName>ppt_w</p:attrName>
                                        </p:attrNameLst>
                                      </p:cBhvr>
                                      <p:tavLst>
                                        <p:tav tm="0">
                                          <p:val>
                                            <p:strVal val="ppt_w"/>
                                          </p:val>
                                        </p:tav>
                                        <p:tav tm="100000">
                                          <p:val>
                                            <p:strVal val="#ppt_w"/>
                                          </p:val>
                                        </p:tav>
                                      </p:tavLst>
                                    </p:anim>
                                    <p:anim to="" calcmode="lin" valueType="num">
                                      <p:cBhvr>
                                        <p:cTn id="230" dur="500" fill="hold">
                                          <p:stCondLst>
                                            <p:cond delay="0"/>
                                          </p:stCondLst>
                                        </p:cTn>
                                        <p:tgtEl>
                                          <p:spTgt spid="19"/>
                                        </p:tgtEl>
                                        <p:attrNameLst>
                                          <p:attrName>ppt_h</p:attrName>
                                        </p:attrNameLst>
                                      </p:cBhvr>
                                      <p:tavLst>
                                        <p:tav tm="0">
                                          <p:val>
                                            <p:strVal val="ppt_h"/>
                                          </p:val>
                                        </p:tav>
                                        <p:tav tm="100000">
                                          <p:val>
                                            <p:strVal val="#ppt_h"/>
                                          </p:val>
                                        </p:tav>
                                      </p:tavLst>
                                    </p:anim>
                                  </p:childTnLst>
                                </p:cTn>
                              </p:par>
                              <p:par>
                                <p:cTn id="231" presetID="35" presetClass="path" presetSubtype="0" accel="50000" decel="50000" fill="hold" grpId="1" nodeType="withEffect">
                                  <p:stCondLst>
                                    <p:cond delay="0"/>
                                  </p:stCondLst>
                                  <p:childTnLst>
                                    <p:anim to="" calcmode="lin" valueType="num">
                                      <p:cBhvr>
                                        <p:cTn id="232" dur="500" fill="hold">
                                          <p:stCondLst>
                                            <p:cond delay="0"/>
                                          </p:stCondLst>
                                        </p:cTn>
                                        <p:tgtEl>
                                          <p:spTgt spid="20"/>
                                        </p:tgtEl>
                                        <p:attrNameLst>
                                          <p:attrName>ppt_x</p:attrName>
                                        </p:attrNameLst>
                                      </p:cBhvr>
                                      <p:tavLst>
                                        <p:tav tm="0">
                                          <p:val>
                                            <p:strVal val="ppt_x"/>
                                          </p:val>
                                        </p:tav>
                                        <p:tav tm="100000">
                                          <p:val>
                                            <p:strVal val="#ppt_x+0"/>
                                          </p:val>
                                        </p:tav>
                                      </p:tavLst>
                                    </p:anim>
                                    <p:anim to="" calcmode="lin" valueType="num">
                                      <p:cBhvr>
                                        <p:cTn id="233" dur="500" fill="hold">
                                          <p:stCondLst>
                                            <p:cond delay="0"/>
                                          </p:stCondLst>
                                        </p:cTn>
                                        <p:tgtEl>
                                          <p:spTgt spid="20"/>
                                        </p:tgtEl>
                                        <p:attrNameLst>
                                          <p:attrName>ppt_y</p:attrName>
                                        </p:attrNameLst>
                                      </p:cBhvr>
                                      <p:tavLst>
                                        <p:tav tm="0">
                                          <p:val>
                                            <p:strVal val="ppt_y"/>
                                          </p:val>
                                        </p:tav>
                                        <p:tav tm="100000">
                                          <p:val>
                                            <p:strVal val="#ppt_y+0"/>
                                          </p:val>
                                        </p:tav>
                                      </p:tavLst>
                                    </p:anim>
                                    <p:anim to="" calcmode="lin" valueType="num">
                                      <p:cBhvr>
                                        <p:cTn id="234" dur="500" fill="hold">
                                          <p:stCondLst>
                                            <p:cond delay="0"/>
                                          </p:stCondLst>
                                        </p:cTn>
                                        <p:tgtEl>
                                          <p:spTgt spid="20"/>
                                        </p:tgtEl>
                                        <p:attrNameLst>
                                          <p:attrName>ppt_w</p:attrName>
                                        </p:attrNameLst>
                                      </p:cBhvr>
                                      <p:tavLst>
                                        <p:tav tm="0">
                                          <p:val>
                                            <p:strVal val="ppt_w"/>
                                          </p:val>
                                        </p:tav>
                                        <p:tav tm="100000">
                                          <p:val>
                                            <p:strVal val="#ppt_w"/>
                                          </p:val>
                                        </p:tav>
                                      </p:tavLst>
                                    </p:anim>
                                    <p:anim to="" calcmode="lin" valueType="num">
                                      <p:cBhvr>
                                        <p:cTn id="235" dur="500" fill="hold">
                                          <p:stCondLst>
                                            <p:cond delay="0"/>
                                          </p:stCondLst>
                                        </p:cTn>
                                        <p:tgtEl>
                                          <p:spTgt spid="20"/>
                                        </p:tgtEl>
                                        <p:attrNameLst>
                                          <p:attrName>ppt_h</p:attrName>
                                        </p:attrNameLst>
                                      </p:cBhvr>
                                      <p:tavLst>
                                        <p:tav tm="0">
                                          <p:val>
                                            <p:strVal val="ppt_h"/>
                                          </p:val>
                                        </p:tav>
                                        <p:tav tm="100000">
                                          <p:val>
                                            <p:strVal val="#ppt_h"/>
                                          </p:val>
                                        </p:tav>
                                      </p:tavLst>
                                    </p:anim>
                                  </p:childTnLst>
                                </p:cTn>
                              </p:par>
                              <p:par>
                                <p:cTn id="236" presetID="35" presetClass="path" presetSubtype="0" accel="50000" decel="50000" fill="hold" grpId="1" nodeType="withEffect">
                                  <p:stCondLst>
                                    <p:cond delay="0"/>
                                  </p:stCondLst>
                                  <p:childTnLst>
                                    <p:anim to="" calcmode="lin" valueType="num">
                                      <p:cBhvr>
                                        <p:cTn id="237" dur="500" fill="hold">
                                          <p:stCondLst>
                                            <p:cond delay="0"/>
                                          </p:stCondLst>
                                        </p:cTn>
                                        <p:tgtEl>
                                          <p:spTgt spid="14"/>
                                        </p:tgtEl>
                                        <p:attrNameLst>
                                          <p:attrName>ppt_x</p:attrName>
                                        </p:attrNameLst>
                                      </p:cBhvr>
                                      <p:tavLst>
                                        <p:tav tm="0">
                                          <p:val>
                                            <p:strVal val="ppt_x"/>
                                          </p:val>
                                        </p:tav>
                                        <p:tav tm="100000">
                                          <p:val>
                                            <p:strVal val="#ppt_x+0"/>
                                          </p:val>
                                        </p:tav>
                                      </p:tavLst>
                                    </p:anim>
                                    <p:anim to="" calcmode="lin" valueType="num">
                                      <p:cBhvr>
                                        <p:cTn id="238" dur="500" fill="hold">
                                          <p:stCondLst>
                                            <p:cond delay="0"/>
                                          </p:stCondLst>
                                        </p:cTn>
                                        <p:tgtEl>
                                          <p:spTgt spid="14"/>
                                        </p:tgtEl>
                                        <p:attrNameLst>
                                          <p:attrName>ppt_y</p:attrName>
                                        </p:attrNameLst>
                                      </p:cBhvr>
                                      <p:tavLst>
                                        <p:tav tm="0">
                                          <p:val>
                                            <p:strVal val="ppt_y"/>
                                          </p:val>
                                        </p:tav>
                                        <p:tav tm="100000">
                                          <p:val>
                                            <p:strVal val="#ppt_y+0"/>
                                          </p:val>
                                        </p:tav>
                                      </p:tavLst>
                                    </p:anim>
                                    <p:anim to="" calcmode="lin" valueType="num">
                                      <p:cBhvr>
                                        <p:cTn id="239" dur="500" fill="hold">
                                          <p:stCondLst>
                                            <p:cond delay="0"/>
                                          </p:stCondLst>
                                        </p:cTn>
                                        <p:tgtEl>
                                          <p:spTgt spid="14"/>
                                        </p:tgtEl>
                                        <p:attrNameLst>
                                          <p:attrName>ppt_w</p:attrName>
                                        </p:attrNameLst>
                                      </p:cBhvr>
                                      <p:tavLst>
                                        <p:tav tm="0">
                                          <p:val>
                                            <p:strVal val="ppt_w"/>
                                          </p:val>
                                        </p:tav>
                                        <p:tav tm="100000">
                                          <p:val>
                                            <p:strVal val="#ppt_w"/>
                                          </p:val>
                                        </p:tav>
                                      </p:tavLst>
                                    </p:anim>
                                    <p:anim to="" calcmode="lin" valueType="num">
                                      <p:cBhvr>
                                        <p:cTn id="240" dur="500" fill="hold">
                                          <p:stCondLst>
                                            <p:cond delay="0"/>
                                          </p:stCondLst>
                                        </p:cTn>
                                        <p:tgtEl>
                                          <p:spTgt spid="14"/>
                                        </p:tgtEl>
                                        <p:attrNameLst>
                                          <p:attrName>ppt_h</p:attrName>
                                        </p:attrNameLst>
                                      </p:cBhvr>
                                      <p:tavLst>
                                        <p:tav tm="0">
                                          <p:val>
                                            <p:strVal val="ppt_h"/>
                                          </p:val>
                                        </p:tav>
                                        <p:tav tm="100000">
                                          <p:val>
                                            <p:strVal val="#ppt_h"/>
                                          </p:val>
                                        </p:tav>
                                      </p:tavLst>
                                    </p:anim>
                                  </p:childTnLst>
                                </p:cTn>
                              </p:par>
                              <p:par>
                                <p:cTn id="241" presetID="35" presetClass="path" presetSubtype="0" accel="50000" decel="50000" fill="hold" grpId="1" nodeType="withEffect">
                                  <p:stCondLst>
                                    <p:cond delay="0"/>
                                  </p:stCondLst>
                                  <p:childTnLst>
                                    <p:anim to="" calcmode="lin" valueType="num">
                                      <p:cBhvr>
                                        <p:cTn id="242" dur="500" fill="hold">
                                          <p:stCondLst>
                                            <p:cond delay="0"/>
                                          </p:stCondLst>
                                        </p:cTn>
                                        <p:tgtEl>
                                          <p:spTgt spid="15"/>
                                        </p:tgtEl>
                                        <p:attrNameLst>
                                          <p:attrName>ppt_x</p:attrName>
                                        </p:attrNameLst>
                                      </p:cBhvr>
                                      <p:tavLst>
                                        <p:tav tm="0">
                                          <p:val>
                                            <p:strVal val="ppt_x"/>
                                          </p:val>
                                        </p:tav>
                                        <p:tav tm="100000">
                                          <p:val>
                                            <p:strVal val="#ppt_x+0"/>
                                          </p:val>
                                        </p:tav>
                                      </p:tavLst>
                                    </p:anim>
                                    <p:anim to="" calcmode="lin" valueType="num">
                                      <p:cBhvr>
                                        <p:cTn id="243" dur="500" fill="hold">
                                          <p:stCondLst>
                                            <p:cond delay="0"/>
                                          </p:stCondLst>
                                        </p:cTn>
                                        <p:tgtEl>
                                          <p:spTgt spid="15"/>
                                        </p:tgtEl>
                                        <p:attrNameLst>
                                          <p:attrName>ppt_y</p:attrName>
                                        </p:attrNameLst>
                                      </p:cBhvr>
                                      <p:tavLst>
                                        <p:tav tm="0">
                                          <p:val>
                                            <p:strVal val="ppt_y"/>
                                          </p:val>
                                        </p:tav>
                                        <p:tav tm="100000">
                                          <p:val>
                                            <p:strVal val="#ppt_y+0"/>
                                          </p:val>
                                        </p:tav>
                                      </p:tavLst>
                                    </p:anim>
                                    <p:anim to="" calcmode="lin" valueType="num">
                                      <p:cBhvr>
                                        <p:cTn id="244" dur="500" fill="hold">
                                          <p:stCondLst>
                                            <p:cond delay="0"/>
                                          </p:stCondLst>
                                        </p:cTn>
                                        <p:tgtEl>
                                          <p:spTgt spid="15"/>
                                        </p:tgtEl>
                                        <p:attrNameLst>
                                          <p:attrName>ppt_w</p:attrName>
                                        </p:attrNameLst>
                                      </p:cBhvr>
                                      <p:tavLst>
                                        <p:tav tm="0">
                                          <p:val>
                                            <p:strVal val="ppt_w"/>
                                          </p:val>
                                        </p:tav>
                                        <p:tav tm="100000">
                                          <p:val>
                                            <p:strVal val="#ppt_w"/>
                                          </p:val>
                                        </p:tav>
                                      </p:tavLst>
                                    </p:anim>
                                    <p:anim to="" calcmode="lin" valueType="num">
                                      <p:cBhvr>
                                        <p:cTn id="245" dur="500" fill="hold">
                                          <p:stCondLst>
                                            <p:cond delay="0"/>
                                          </p:stCondLst>
                                        </p:cTn>
                                        <p:tgtEl>
                                          <p:spTgt spid="15"/>
                                        </p:tgtEl>
                                        <p:attrNameLst>
                                          <p:attrName>ppt_h</p:attrName>
                                        </p:attrNameLst>
                                      </p:cBhvr>
                                      <p:tavLst>
                                        <p:tav tm="0">
                                          <p:val>
                                            <p:strVal val="ppt_h"/>
                                          </p:val>
                                        </p:tav>
                                        <p:tav tm="100000">
                                          <p:val>
                                            <p:strVal val="#ppt_h"/>
                                          </p:val>
                                        </p:tav>
                                      </p:tavLst>
                                    </p:anim>
                                  </p:childTnLst>
                                </p:cTn>
                              </p:par>
                              <p:par>
                                <p:cTn id="246" presetID="35" presetClass="path" presetSubtype="0" accel="50000" decel="50000" fill="hold" grpId="1" nodeType="withEffect">
                                  <p:stCondLst>
                                    <p:cond delay="0"/>
                                  </p:stCondLst>
                                  <p:childTnLst>
                                    <p:anim to="" calcmode="lin" valueType="num">
                                      <p:cBhvr>
                                        <p:cTn id="247" dur="500" fill="hold">
                                          <p:stCondLst>
                                            <p:cond delay="0"/>
                                          </p:stCondLst>
                                        </p:cTn>
                                        <p:tgtEl>
                                          <p:spTgt spid="17"/>
                                        </p:tgtEl>
                                        <p:attrNameLst>
                                          <p:attrName>ppt_x</p:attrName>
                                        </p:attrNameLst>
                                      </p:cBhvr>
                                      <p:tavLst>
                                        <p:tav tm="0">
                                          <p:val>
                                            <p:strVal val="ppt_x"/>
                                          </p:val>
                                        </p:tav>
                                        <p:tav tm="100000">
                                          <p:val>
                                            <p:strVal val="#ppt_x+0"/>
                                          </p:val>
                                        </p:tav>
                                      </p:tavLst>
                                    </p:anim>
                                    <p:anim to="" calcmode="lin" valueType="num">
                                      <p:cBhvr>
                                        <p:cTn id="248" dur="500" fill="hold">
                                          <p:stCondLst>
                                            <p:cond delay="0"/>
                                          </p:stCondLst>
                                        </p:cTn>
                                        <p:tgtEl>
                                          <p:spTgt spid="17"/>
                                        </p:tgtEl>
                                        <p:attrNameLst>
                                          <p:attrName>ppt_y</p:attrName>
                                        </p:attrNameLst>
                                      </p:cBhvr>
                                      <p:tavLst>
                                        <p:tav tm="0">
                                          <p:val>
                                            <p:strVal val="ppt_y"/>
                                          </p:val>
                                        </p:tav>
                                        <p:tav tm="100000">
                                          <p:val>
                                            <p:strVal val="#ppt_y+0"/>
                                          </p:val>
                                        </p:tav>
                                      </p:tavLst>
                                    </p:anim>
                                    <p:anim to="" calcmode="lin" valueType="num">
                                      <p:cBhvr>
                                        <p:cTn id="249" dur="500" fill="hold">
                                          <p:stCondLst>
                                            <p:cond delay="0"/>
                                          </p:stCondLst>
                                        </p:cTn>
                                        <p:tgtEl>
                                          <p:spTgt spid="17"/>
                                        </p:tgtEl>
                                        <p:attrNameLst>
                                          <p:attrName>ppt_w</p:attrName>
                                        </p:attrNameLst>
                                      </p:cBhvr>
                                      <p:tavLst>
                                        <p:tav tm="0">
                                          <p:val>
                                            <p:strVal val="ppt_w"/>
                                          </p:val>
                                        </p:tav>
                                        <p:tav tm="100000">
                                          <p:val>
                                            <p:strVal val="#ppt_w"/>
                                          </p:val>
                                        </p:tav>
                                      </p:tavLst>
                                    </p:anim>
                                    <p:anim to="" calcmode="lin" valueType="num">
                                      <p:cBhvr>
                                        <p:cTn id="250" dur="500" fill="hold">
                                          <p:stCondLst>
                                            <p:cond delay="0"/>
                                          </p:stCondLst>
                                        </p:cTn>
                                        <p:tgtEl>
                                          <p:spTgt spid="17"/>
                                        </p:tgtEl>
                                        <p:attrNameLst>
                                          <p:attrName>ppt_h</p:attrName>
                                        </p:attrNameLst>
                                      </p:cBhvr>
                                      <p:tavLst>
                                        <p:tav tm="0">
                                          <p:val>
                                            <p:strVal val="ppt_h"/>
                                          </p:val>
                                        </p:tav>
                                        <p:tav tm="100000">
                                          <p:val>
                                            <p:strVal val="#ppt_h"/>
                                          </p:val>
                                        </p:tav>
                                      </p:tavLst>
                                    </p:anim>
                                  </p:childTnLst>
                                </p:cTn>
                              </p:par>
                              <p:par>
                                <p:cTn id="251" presetID="35" presetClass="path" presetSubtype="0" accel="50000" decel="50000" fill="hold" grpId="1" nodeType="withEffect">
                                  <p:stCondLst>
                                    <p:cond delay="0"/>
                                  </p:stCondLst>
                                  <p:childTnLst>
                                    <p:anim to="" calcmode="lin" valueType="num">
                                      <p:cBhvr>
                                        <p:cTn id="252" dur="500" fill="hold">
                                          <p:stCondLst>
                                            <p:cond delay="0"/>
                                          </p:stCondLst>
                                        </p:cTn>
                                        <p:tgtEl>
                                          <p:spTgt spid="18"/>
                                        </p:tgtEl>
                                        <p:attrNameLst>
                                          <p:attrName>ppt_x</p:attrName>
                                        </p:attrNameLst>
                                      </p:cBhvr>
                                      <p:tavLst>
                                        <p:tav tm="0">
                                          <p:val>
                                            <p:strVal val="ppt_x"/>
                                          </p:val>
                                        </p:tav>
                                        <p:tav tm="100000">
                                          <p:val>
                                            <p:strVal val="#ppt_x+0"/>
                                          </p:val>
                                        </p:tav>
                                      </p:tavLst>
                                    </p:anim>
                                    <p:anim to="" calcmode="lin" valueType="num">
                                      <p:cBhvr>
                                        <p:cTn id="253" dur="500" fill="hold">
                                          <p:stCondLst>
                                            <p:cond delay="0"/>
                                          </p:stCondLst>
                                        </p:cTn>
                                        <p:tgtEl>
                                          <p:spTgt spid="18"/>
                                        </p:tgtEl>
                                        <p:attrNameLst>
                                          <p:attrName>ppt_y</p:attrName>
                                        </p:attrNameLst>
                                      </p:cBhvr>
                                      <p:tavLst>
                                        <p:tav tm="0">
                                          <p:val>
                                            <p:strVal val="ppt_y"/>
                                          </p:val>
                                        </p:tav>
                                        <p:tav tm="100000">
                                          <p:val>
                                            <p:strVal val="#ppt_y+0"/>
                                          </p:val>
                                        </p:tav>
                                      </p:tavLst>
                                    </p:anim>
                                    <p:anim to="" calcmode="lin" valueType="num">
                                      <p:cBhvr>
                                        <p:cTn id="254" dur="500" fill="hold">
                                          <p:stCondLst>
                                            <p:cond delay="0"/>
                                          </p:stCondLst>
                                        </p:cTn>
                                        <p:tgtEl>
                                          <p:spTgt spid="18"/>
                                        </p:tgtEl>
                                        <p:attrNameLst>
                                          <p:attrName>ppt_w</p:attrName>
                                        </p:attrNameLst>
                                      </p:cBhvr>
                                      <p:tavLst>
                                        <p:tav tm="0">
                                          <p:val>
                                            <p:strVal val="ppt_w"/>
                                          </p:val>
                                        </p:tav>
                                        <p:tav tm="100000">
                                          <p:val>
                                            <p:strVal val="#ppt_w"/>
                                          </p:val>
                                        </p:tav>
                                      </p:tavLst>
                                    </p:anim>
                                    <p:anim to="" calcmode="lin" valueType="num">
                                      <p:cBhvr>
                                        <p:cTn id="255" dur="500" fill="hold">
                                          <p:stCondLst>
                                            <p:cond delay="0"/>
                                          </p:stCondLst>
                                        </p:cTn>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6" grpId="1" animBg="1"/>
      <p:bldP spid="6" grpId="2" animBg="1"/>
      <p:bldP spid="8" grpId="0" animBg="1"/>
      <p:bldP spid="8" grpId="1" animBg="1"/>
      <p:bldP spid="8" grpId="2" animBg="1"/>
      <p:bldP spid="9" grpId="0" animBg="1"/>
      <p:bldP spid="9" grpId="1" animBg="1"/>
      <p:bldP spid="9" grpId="2" animBg="1"/>
      <p:bldP spid="10" grpId="0"/>
      <p:bldP spid="10" grpId="1"/>
      <p:bldP spid="10" grpId="2"/>
      <p:bldP spid="11" grpId="0"/>
      <p:bldP spid="11" grpId="1"/>
      <p:bldP spid="11" grpId="2"/>
      <p:bldP spid="12" grpId="0"/>
      <p:bldP spid="12" grpId="1"/>
      <p:bldP spid="12" grpId="2"/>
      <p:bldP spid="14" grpId="0" animBg="1"/>
      <p:bldP spid="14" grpId="1" animBg="1"/>
      <p:bldP spid="15" grpId="0" animBg="1"/>
      <p:bldP spid="15" grpId="1" animBg="1"/>
      <p:bldP spid="17" grpId="0" animBg="1"/>
      <p:bldP spid="17" grpId="1" animBg="1"/>
      <p:bldP spid="18" grpId="0" animBg="1"/>
      <p:bldP spid="18" grpId="1" animBg="1"/>
      <p:bldP spid="19" grpId="0"/>
      <p:bldP spid="19" grpId="1"/>
      <p:bldP spid="20" grpId="0"/>
      <p:bldP spid="20" grpId="1"/>
      <p:bldP spid="23" grpId="0" animBg="1"/>
      <p:bldP spid="24" grpId="0" animBg="1"/>
      <p:bldP spid="26" grpId="0" animBg="1"/>
      <p:bldP spid="27" grpId="0" animBg="1"/>
      <p:bldP spid="28" grpId="0"/>
      <p:bldP spid="29" grpId="0"/>
      <p:bldP spid="38" grpId="0"/>
      <p:bldP spid="38" grpId="1"/>
      <p:bldP spid="39" grpId="0"/>
      <p:bldP spid="4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100000"/>
          </a:schemeClr>
        </a:solidFill>
        <a:effectLst/>
      </p:bgPr>
    </p:bg>
    <p:spTree>
      <p:nvGrpSpPr>
        <p:cNvPr id="1" name=""/>
        <p:cNvGrpSpPr/>
        <p:nvPr/>
      </p:nvGrpSpPr>
      <p:grpSpPr>
        <a:xfrm>
          <a:off x="0" y="0"/>
          <a:ext cx="0" cy="0"/>
          <a:chOff x="0" y="0"/>
          <a:chExt cx="0" cy="0"/>
        </a:xfrm>
      </p:grpSpPr>
      <p:sp>
        <p:nvSpPr>
          <p:cNvPr id="55" name="任意多边形: 形状 54">
            <a:extLst>
              <a:ext uri="{FF2B5EF4-FFF2-40B4-BE49-F238E27FC236}">
                <a16:creationId xmlns:a16="http://schemas.microsoft.com/office/drawing/2014/main" id="{EDB268C2-8AF1-3953-0AAA-97F8204D19F1}"/>
              </a:ext>
            </a:extLst>
          </p:cNvPr>
          <p:cNvSpPr/>
          <p:nvPr>
            <p:custDataLst>
              <p:tags r:id="rId3"/>
            </p:custDataLst>
          </p:nvPr>
        </p:nvSpPr>
        <p:spPr>
          <a:xfrm flipH="1">
            <a:off x="-9081" y="-1"/>
            <a:ext cx="7145325" cy="5136264"/>
          </a:xfrm>
          <a:custGeom>
            <a:avLst/>
            <a:gdLst>
              <a:gd name="connsiteX0" fmla="*/ 0 w 7145325"/>
              <a:gd name="connsiteY0" fmla="*/ 0 h 5136264"/>
              <a:gd name="connsiteX1" fmla="*/ 7145325 w 7145325"/>
              <a:gd name="connsiteY1" fmla="*/ 0 h 5136264"/>
              <a:gd name="connsiteX2" fmla="*/ 7145325 w 7145325"/>
              <a:gd name="connsiteY2" fmla="*/ 2579627 h 5136264"/>
              <a:gd name="connsiteX3" fmla="*/ 4770705 w 7145325"/>
              <a:gd name="connsiteY3" fmla="*/ 5136264 h 5136264"/>
            </a:gdLst>
            <a:ahLst/>
            <a:cxnLst>
              <a:cxn ang="0">
                <a:pos x="connsiteX0" y="connsiteY0"/>
              </a:cxn>
              <a:cxn ang="0">
                <a:pos x="connsiteX1" y="connsiteY1"/>
              </a:cxn>
              <a:cxn ang="0">
                <a:pos x="connsiteX2" y="connsiteY2"/>
              </a:cxn>
              <a:cxn ang="0">
                <a:pos x="connsiteX3" y="connsiteY3"/>
              </a:cxn>
            </a:cxnLst>
            <a:rect l="l" t="t" r="r" b="b"/>
            <a:pathLst>
              <a:path w="7145325" h="5136264">
                <a:moveTo>
                  <a:pt x="0" y="0"/>
                </a:moveTo>
                <a:lnTo>
                  <a:pt x="7145325" y="0"/>
                </a:lnTo>
                <a:lnTo>
                  <a:pt x="7145325" y="2579627"/>
                </a:lnTo>
                <a:lnTo>
                  <a:pt x="4770705" y="5136264"/>
                </a:lnTo>
                <a:close/>
              </a:path>
            </a:pathLst>
          </a:custGeom>
          <a:solidFill>
            <a:schemeClr val="accent1"/>
          </a:solidFill>
          <a:ln w="8249"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92660FA2-E524-3C56-9083-DDD4F2619E9E}"/>
              </a:ext>
            </a:extLst>
          </p:cNvPr>
          <p:cNvSpPr/>
          <p:nvPr>
            <p:custDataLst>
              <p:tags r:id="rId4"/>
            </p:custDataLst>
          </p:nvPr>
        </p:nvSpPr>
        <p:spPr>
          <a:xfrm flipH="1">
            <a:off x="10798531" y="5357718"/>
            <a:ext cx="1393470" cy="1500282"/>
          </a:xfrm>
          <a:custGeom>
            <a:avLst/>
            <a:gdLst>
              <a:gd name="connsiteX0" fmla="*/ 0 w 1393470"/>
              <a:gd name="connsiteY0" fmla="*/ 0 h 1500282"/>
              <a:gd name="connsiteX1" fmla="*/ 1393470 w 1393470"/>
              <a:gd name="connsiteY1" fmla="*/ 1500282 h 1500282"/>
              <a:gd name="connsiteX2" fmla="*/ 0 w 1393470"/>
              <a:gd name="connsiteY2" fmla="*/ 1500282 h 1500282"/>
            </a:gdLst>
            <a:ahLst/>
            <a:cxnLst>
              <a:cxn ang="0">
                <a:pos x="connsiteX0" y="connsiteY0"/>
              </a:cxn>
              <a:cxn ang="0">
                <a:pos x="connsiteX1" y="connsiteY1"/>
              </a:cxn>
              <a:cxn ang="0">
                <a:pos x="connsiteX2" y="connsiteY2"/>
              </a:cxn>
            </a:cxnLst>
            <a:rect l="l" t="t" r="r" b="b"/>
            <a:pathLst>
              <a:path w="1393470" h="1500282">
                <a:moveTo>
                  <a:pt x="0" y="0"/>
                </a:moveTo>
                <a:lnTo>
                  <a:pt x="1393470" y="1500282"/>
                </a:lnTo>
                <a:lnTo>
                  <a:pt x="0" y="1500282"/>
                </a:lnTo>
                <a:close/>
              </a:path>
            </a:pathLst>
          </a:custGeom>
          <a:solidFill>
            <a:schemeClr val="accent1"/>
          </a:solidFill>
          <a:ln w="8249" cap="flat">
            <a:noFill/>
            <a:prstDash val="solid"/>
            <a:miter/>
          </a:ln>
        </p:spPr>
        <p:txBody>
          <a:bodyPr rtlCol="0" anchor="ctr"/>
          <a:lstStyle/>
          <a:p>
            <a:endParaRPr lang="zh-CN" altLang="en-US"/>
          </a:p>
        </p:txBody>
      </p:sp>
      <p:sp>
        <p:nvSpPr>
          <p:cNvPr id="12" name="矩形 11">
            <a:extLst>
              <a:ext uri="{FF2B5EF4-FFF2-40B4-BE49-F238E27FC236}">
                <a16:creationId xmlns:a16="http://schemas.microsoft.com/office/drawing/2014/main" id="{025B5B1B-0278-BCAF-6F4A-EA8A705F3D7A}"/>
              </a:ext>
            </a:extLst>
          </p:cNvPr>
          <p:cNvSpPr/>
          <p:nvPr>
            <p:custDataLst>
              <p:tags r:id="rId5"/>
            </p:custDataLst>
          </p:nvPr>
        </p:nvSpPr>
        <p:spPr>
          <a:xfrm>
            <a:off x="8127118" y="5523717"/>
            <a:ext cx="3358936" cy="3989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Text1">
            <a:extLst>
              <a:ext uri="{FF2B5EF4-FFF2-40B4-BE49-F238E27FC236}">
                <a16:creationId xmlns:a16="http://schemas.microsoft.com/office/drawing/2014/main" id="{8809FB38-E3E3-DAB0-6783-BE307E45DA20}"/>
              </a:ext>
            </a:extLst>
          </p:cNvPr>
          <p:cNvSpPr txBox="1"/>
          <p:nvPr>
            <p:custDataLst>
              <p:tags r:id="rId6"/>
            </p:custDataLst>
          </p:nvPr>
        </p:nvSpPr>
        <p:spPr>
          <a:xfrm>
            <a:off x="6760724" y="3999580"/>
            <a:ext cx="4561077" cy="828675"/>
          </a:xfrm>
          <a:prstGeom prst="rect">
            <a:avLst/>
          </a:prstGeom>
          <a:noFill/>
        </p:spPr>
        <p:txBody>
          <a:bodyPr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600">
                <a:solidFill>
                  <a:schemeClr val="bg2"/>
                </a:solidFill>
                <a:latin typeface="微软雅黑" panose="020B0503020204020204" charset="-122"/>
                <a:ea typeface="微软雅黑" panose="020B0503020204020204" charset="-122"/>
              </a:rPr>
              <a:t>大数据</a:t>
            </a:r>
            <a:r>
              <a:rPr lang="en-US" altLang="zh-CN" sz="1600">
                <a:solidFill>
                  <a:schemeClr val="bg2"/>
                </a:solidFill>
                <a:latin typeface="微软雅黑" panose="020B0503020204020204" charset="-122"/>
                <a:ea typeface="微软雅黑" panose="020B0503020204020204" charset="-122"/>
              </a:rPr>
              <a:t>——</a:t>
            </a:r>
            <a:r>
              <a:rPr lang="zh-CN" altLang="en-US" sz="1600">
                <a:solidFill>
                  <a:schemeClr val="bg2"/>
                </a:solidFill>
                <a:latin typeface="微软雅黑" panose="020B0503020204020204" charset="-122"/>
                <a:ea typeface="微软雅黑" panose="020B0503020204020204" charset="-122"/>
              </a:rPr>
              <a:t>开启智能时代钥匙</a:t>
            </a:r>
            <a:endParaRPr lang="en-US" altLang="zh-CN" sz="1600" dirty="0">
              <a:solidFill>
                <a:schemeClr val="bg2"/>
              </a:solidFill>
              <a:latin typeface="微软雅黑" panose="020B0503020204020204" charset="-122"/>
              <a:ea typeface="微软雅黑" panose="020B0503020204020204" charset="-122"/>
            </a:endParaRPr>
          </a:p>
        </p:txBody>
      </p:sp>
      <p:sp>
        <p:nvSpPr>
          <p:cNvPr id="14" name="Text2">
            <a:extLst>
              <a:ext uri="{FF2B5EF4-FFF2-40B4-BE49-F238E27FC236}">
                <a16:creationId xmlns:a16="http://schemas.microsoft.com/office/drawing/2014/main" id="{76EE2BA5-E6C2-A053-E7B7-2EF88EFA6D63}"/>
              </a:ext>
            </a:extLst>
          </p:cNvPr>
          <p:cNvSpPr txBox="1"/>
          <p:nvPr>
            <p:custDataLst>
              <p:tags r:id="rId7"/>
            </p:custDataLst>
          </p:nvPr>
        </p:nvSpPr>
        <p:spPr>
          <a:xfrm>
            <a:off x="8542301" y="5522768"/>
            <a:ext cx="2528570" cy="39878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a:solidFill>
                  <a:schemeClr val="tx2"/>
                </a:solidFill>
                <a:latin typeface="微软雅黑" panose="020B0503020204020204" charset="-122"/>
                <a:ea typeface="微软雅黑" panose="020B0503020204020204" charset="-122"/>
              </a:rPr>
              <a:t>分享人</a:t>
            </a:r>
            <a:r>
              <a:rPr lang="en-US" altLang="zh-CN" sz="1600" b="1">
                <a:solidFill>
                  <a:schemeClr val="tx2"/>
                </a:solidFill>
                <a:latin typeface="微软雅黑" panose="020B0503020204020204" charset="-122"/>
                <a:ea typeface="微软雅黑" panose="020B0503020204020204" charset="-122"/>
              </a:rPr>
              <a:t>-DaringGryp..</a:t>
            </a:r>
            <a:endParaRPr lang="en-US" altLang="id-ID" sz="1600" b="1" dirty="0">
              <a:solidFill>
                <a:schemeClr val="tx2"/>
              </a:solidFill>
              <a:uFillTx/>
              <a:latin typeface="微软雅黑" panose="020B0503020204020204" charset="-122"/>
              <a:ea typeface="微软雅黑" panose="020B0503020204020204" charset="-122"/>
            </a:endParaRPr>
          </a:p>
        </p:txBody>
      </p:sp>
      <p:sp>
        <p:nvSpPr>
          <p:cNvPr id="15" name="Text3">
            <a:extLst>
              <a:ext uri="{FF2B5EF4-FFF2-40B4-BE49-F238E27FC236}">
                <a16:creationId xmlns:a16="http://schemas.microsoft.com/office/drawing/2014/main" id="{0AA47F8D-DF61-0620-EDD9-A085F1D7D095}"/>
              </a:ext>
            </a:extLst>
          </p:cNvPr>
          <p:cNvSpPr txBox="1"/>
          <p:nvPr>
            <p:custDataLst>
              <p:tags r:id="rId8"/>
            </p:custDataLst>
          </p:nvPr>
        </p:nvSpPr>
        <p:spPr>
          <a:xfrm>
            <a:off x="8699251" y="5999018"/>
            <a:ext cx="2259330" cy="45593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rPr>
              <a:t>2025/11/2</a:t>
            </a:r>
            <a:endParaRPr lang="en-US" altLang="zh-CN" sz="1600" spc="300" dirty="0">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endParaRPr>
          </a:p>
        </p:txBody>
      </p:sp>
      <p:cxnSp>
        <p:nvCxnSpPr>
          <p:cNvPr id="16" name="直接连接符 15">
            <a:extLst>
              <a:ext uri="{FF2B5EF4-FFF2-40B4-BE49-F238E27FC236}">
                <a16:creationId xmlns:a16="http://schemas.microsoft.com/office/drawing/2014/main" id="{169B01D0-719F-AB4F-F7C9-045FBAA58C92}"/>
              </a:ext>
            </a:extLst>
          </p:cNvPr>
          <p:cNvCxnSpPr/>
          <p:nvPr>
            <p:custDataLst>
              <p:tags r:id="rId9"/>
            </p:custDataLst>
          </p:nvPr>
        </p:nvCxnSpPr>
        <p:spPr>
          <a:xfrm>
            <a:off x="11486268" y="4029288"/>
            <a:ext cx="0" cy="76925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4">
            <a:extLst>
              <a:ext uri="{FF2B5EF4-FFF2-40B4-BE49-F238E27FC236}">
                <a16:creationId xmlns:a16="http://schemas.microsoft.com/office/drawing/2014/main" id="{00C7BC46-AE61-B225-3746-733A428114B4}"/>
              </a:ext>
            </a:extLst>
          </p:cNvPr>
          <p:cNvSpPr txBox="1"/>
          <p:nvPr>
            <p:custDataLst>
              <p:tags r:id="rId10"/>
            </p:custDataLst>
          </p:nvPr>
        </p:nvSpPr>
        <p:spPr>
          <a:xfrm>
            <a:off x="5640573" y="1369109"/>
            <a:ext cx="5845481" cy="2129074"/>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6600" b="1">
                <a:latin typeface="微软雅黑" panose="020B0503020204020204" charset="-122"/>
                <a:ea typeface="微软雅黑" panose="020B0503020204020204" charset="-122"/>
              </a:rPr>
              <a:t>THANK YOU</a:t>
            </a:r>
            <a:endParaRPr lang="zh-CN" altLang="en-US" sz="6600" b="1" dirty="0">
              <a:latin typeface="微软雅黑" panose="020B0503020204020204" charset="-122"/>
              <a:ea typeface="微软雅黑" panose="020B0503020204020204" charset="-122"/>
            </a:endParaRPr>
          </a:p>
        </p:txBody>
      </p:sp>
      <p:sp>
        <p:nvSpPr>
          <p:cNvPr id="44" name="任意多边形: 形状 43">
            <a:extLst>
              <a:ext uri="{FF2B5EF4-FFF2-40B4-BE49-F238E27FC236}">
                <a16:creationId xmlns:a16="http://schemas.microsoft.com/office/drawing/2014/main" id="{05182092-1AC5-4D34-5BF4-80AAC63C3A61}"/>
              </a:ext>
            </a:extLst>
          </p:cNvPr>
          <p:cNvSpPr/>
          <p:nvPr>
            <p:custDataLst>
              <p:tags r:id="rId11"/>
            </p:custDataLst>
          </p:nvPr>
        </p:nvSpPr>
        <p:spPr>
          <a:xfrm flipH="1" flipV="1">
            <a:off x="-9080" y="5460728"/>
            <a:ext cx="1297794" cy="1397272"/>
          </a:xfrm>
          <a:custGeom>
            <a:avLst/>
            <a:gdLst>
              <a:gd name="connsiteX0" fmla="*/ 1297794 w 1297794"/>
              <a:gd name="connsiteY0" fmla="*/ 1397272 h 1397272"/>
              <a:gd name="connsiteX1" fmla="*/ 1297794 w 1297794"/>
              <a:gd name="connsiteY1" fmla="*/ 0 h 1397272"/>
              <a:gd name="connsiteX2" fmla="*/ 0 w 1297794"/>
              <a:gd name="connsiteY2" fmla="*/ 0 h 1397272"/>
            </a:gdLst>
            <a:ahLst/>
            <a:cxnLst>
              <a:cxn ang="0">
                <a:pos x="connsiteX0" y="connsiteY0"/>
              </a:cxn>
              <a:cxn ang="0">
                <a:pos x="connsiteX1" y="connsiteY1"/>
              </a:cxn>
              <a:cxn ang="0">
                <a:pos x="connsiteX2" y="connsiteY2"/>
              </a:cxn>
            </a:cxnLst>
            <a:rect l="l" t="t" r="r" b="b"/>
            <a:pathLst>
              <a:path w="1297794" h="1397272">
                <a:moveTo>
                  <a:pt x="1297794" y="1397272"/>
                </a:moveTo>
                <a:lnTo>
                  <a:pt x="1297794" y="0"/>
                </a:lnTo>
                <a:lnTo>
                  <a:pt x="0" y="0"/>
                </a:lnTo>
                <a:close/>
              </a:path>
            </a:pathLst>
          </a:custGeom>
          <a:solidFill>
            <a:schemeClr val="accent1"/>
          </a:solidFill>
          <a:ln w="8249"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9A4FC3F9-6906-DB7D-779C-8088E586C2D9}"/>
              </a:ext>
            </a:extLst>
          </p:cNvPr>
          <p:cNvSpPr/>
          <p:nvPr>
            <p:custDataLst>
              <p:tags r:id="rId12"/>
            </p:custDataLst>
          </p:nvPr>
        </p:nvSpPr>
        <p:spPr>
          <a:xfrm rot="19042194">
            <a:off x="721287" y="3215484"/>
            <a:ext cx="939044" cy="4563474"/>
          </a:xfrm>
          <a:custGeom>
            <a:avLst/>
            <a:gdLst>
              <a:gd name="connsiteX0" fmla="*/ 939044 w 939044"/>
              <a:gd name="connsiteY0" fmla="*/ 0 h 4563474"/>
              <a:gd name="connsiteX1" fmla="*/ 0 w 939044"/>
              <a:gd name="connsiteY1" fmla="*/ 1020127 h 4563474"/>
              <a:gd name="connsiteX2" fmla="*/ 0 w 939044"/>
              <a:gd name="connsiteY2" fmla="*/ 3699068 h 4563474"/>
              <a:gd name="connsiteX3" fmla="*/ 939044 w 939044"/>
              <a:gd name="connsiteY3" fmla="*/ 4563474 h 4563474"/>
            </a:gdLst>
            <a:ahLst/>
            <a:cxnLst>
              <a:cxn ang="0">
                <a:pos x="connsiteX0" y="connsiteY0"/>
              </a:cxn>
              <a:cxn ang="0">
                <a:pos x="connsiteX1" y="connsiteY1"/>
              </a:cxn>
              <a:cxn ang="0">
                <a:pos x="connsiteX2" y="connsiteY2"/>
              </a:cxn>
              <a:cxn ang="0">
                <a:pos x="connsiteX3" y="connsiteY3"/>
              </a:cxn>
            </a:cxnLst>
            <a:rect l="l" t="t" r="r" b="b"/>
            <a:pathLst>
              <a:path w="939044" h="4563474">
                <a:moveTo>
                  <a:pt x="939044" y="0"/>
                </a:moveTo>
                <a:lnTo>
                  <a:pt x="0" y="1020127"/>
                </a:lnTo>
                <a:lnTo>
                  <a:pt x="0" y="3699068"/>
                </a:lnTo>
                <a:lnTo>
                  <a:pt x="939044" y="456347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25" name="直接连接符 24">
            <a:extLst>
              <a:ext uri="{FF2B5EF4-FFF2-40B4-BE49-F238E27FC236}">
                <a16:creationId xmlns:a16="http://schemas.microsoft.com/office/drawing/2014/main" id="{945FA6ED-0D30-DBCC-6E79-C588CC19154C}"/>
              </a:ext>
            </a:extLst>
          </p:cNvPr>
          <p:cNvCxnSpPr>
            <a:cxnSpLocks/>
          </p:cNvCxnSpPr>
          <p:nvPr>
            <p:custDataLst>
              <p:tags r:id="rId13"/>
            </p:custDataLst>
          </p:nvPr>
        </p:nvCxnSpPr>
        <p:spPr>
          <a:xfrm>
            <a:off x="-9080" y="3228975"/>
            <a:ext cx="3369459" cy="362902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CEE1C3CB-472D-9B87-E5EA-B5B9603C50EE}"/>
              </a:ext>
            </a:extLst>
          </p:cNvPr>
          <p:cNvCxnSpPr>
            <a:cxnSpLocks/>
          </p:cNvCxnSpPr>
          <p:nvPr>
            <p:custDataLst>
              <p:tags r:id="rId14"/>
            </p:custDataLst>
          </p:nvPr>
        </p:nvCxnSpPr>
        <p:spPr>
          <a:xfrm>
            <a:off x="-9080" y="5229225"/>
            <a:ext cx="1562100" cy="162877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任意多边形: 形状 58">
            <a:extLst>
              <a:ext uri="{FF2B5EF4-FFF2-40B4-BE49-F238E27FC236}">
                <a16:creationId xmlns:a16="http://schemas.microsoft.com/office/drawing/2014/main" id="{8FF2BB84-73D6-F1C7-9559-C2AB1AB4C97A}"/>
              </a:ext>
            </a:extLst>
          </p:cNvPr>
          <p:cNvSpPr/>
          <p:nvPr>
            <p:custDataLst>
              <p:tags r:id="rId15"/>
            </p:custDataLst>
          </p:nvPr>
        </p:nvSpPr>
        <p:spPr>
          <a:xfrm flipH="1">
            <a:off x="-9080" y="-1"/>
            <a:ext cx="6700681" cy="4689641"/>
          </a:xfrm>
          <a:custGeom>
            <a:avLst/>
            <a:gdLst>
              <a:gd name="connsiteX0" fmla="*/ 0 w 7145325"/>
              <a:gd name="connsiteY0" fmla="*/ 0 h 5136264"/>
              <a:gd name="connsiteX1" fmla="*/ 7145325 w 7145325"/>
              <a:gd name="connsiteY1" fmla="*/ 0 h 5136264"/>
              <a:gd name="connsiteX2" fmla="*/ 7145325 w 7145325"/>
              <a:gd name="connsiteY2" fmla="*/ 2579627 h 5136264"/>
              <a:gd name="connsiteX3" fmla="*/ 4770705 w 7145325"/>
              <a:gd name="connsiteY3" fmla="*/ 5136264 h 5136264"/>
              <a:gd name="connsiteX0" fmla="*/ 0 w 7145325"/>
              <a:gd name="connsiteY0" fmla="*/ 0 h 4838324"/>
              <a:gd name="connsiteX1" fmla="*/ 7145325 w 7145325"/>
              <a:gd name="connsiteY1" fmla="*/ 0 h 4838324"/>
              <a:gd name="connsiteX2" fmla="*/ 7145325 w 7145325"/>
              <a:gd name="connsiteY2" fmla="*/ 2579627 h 4838324"/>
              <a:gd name="connsiteX3" fmla="*/ 4635278 w 7145325"/>
              <a:gd name="connsiteY3" fmla="*/ 4838324 h 4838324"/>
              <a:gd name="connsiteX4" fmla="*/ 0 w 7145325"/>
              <a:gd name="connsiteY4" fmla="*/ 0 h 4838324"/>
              <a:gd name="connsiteX0" fmla="*/ 0 w 7145325"/>
              <a:gd name="connsiteY0" fmla="*/ 0 h 4838324"/>
              <a:gd name="connsiteX1" fmla="*/ 7145325 w 7145325"/>
              <a:gd name="connsiteY1" fmla="*/ 0 h 4838324"/>
              <a:gd name="connsiteX2" fmla="*/ 7145325 w 7145325"/>
              <a:gd name="connsiteY2" fmla="*/ 2200430 h 4838324"/>
              <a:gd name="connsiteX3" fmla="*/ 4635278 w 7145325"/>
              <a:gd name="connsiteY3" fmla="*/ 4838324 h 4838324"/>
              <a:gd name="connsiteX4" fmla="*/ 0 w 7145325"/>
              <a:gd name="connsiteY4" fmla="*/ 0 h 4838324"/>
              <a:gd name="connsiteX0" fmla="*/ 0 w 7145325"/>
              <a:gd name="connsiteY0" fmla="*/ 0 h 5000837"/>
              <a:gd name="connsiteX1" fmla="*/ 7145325 w 7145325"/>
              <a:gd name="connsiteY1" fmla="*/ 0 h 5000837"/>
              <a:gd name="connsiteX2" fmla="*/ 7145325 w 7145325"/>
              <a:gd name="connsiteY2" fmla="*/ 2200430 h 5000837"/>
              <a:gd name="connsiteX3" fmla="*/ 4635278 w 7145325"/>
              <a:gd name="connsiteY3" fmla="*/ 5000837 h 5000837"/>
              <a:gd name="connsiteX4" fmla="*/ 0 w 7145325"/>
              <a:gd name="connsiteY4" fmla="*/ 0 h 5000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5325" h="5000837">
                <a:moveTo>
                  <a:pt x="0" y="0"/>
                </a:moveTo>
                <a:lnTo>
                  <a:pt x="7145325" y="0"/>
                </a:lnTo>
                <a:lnTo>
                  <a:pt x="7145325" y="2200430"/>
                </a:lnTo>
                <a:lnTo>
                  <a:pt x="4635278" y="5000837"/>
                </a:lnTo>
                <a:lnTo>
                  <a:pt x="0" y="0"/>
                </a:lnTo>
                <a:close/>
              </a:path>
            </a:pathLst>
          </a:custGeom>
          <a:gradFill>
            <a:gsLst>
              <a:gs pos="40000">
                <a:schemeClr val="accent2">
                  <a:alpha val="20000"/>
                </a:schemeClr>
              </a:gs>
              <a:gs pos="100000">
                <a:schemeClr val="accent2"/>
              </a:gs>
            </a:gsLst>
            <a:lin ang="5400000" scaled="1"/>
          </a:gradFill>
          <a:ln w="8249" cap="flat">
            <a:noFill/>
            <a:prstDash val="solid"/>
            <a:miter/>
          </a:ln>
          <a:effectLst>
            <a:outerShdw blurRad="50800" dist="38100" dir="5400000" algn="t" rotWithShape="0">
              <a:schemeClr val="accent2">
                <a:lumMod val="50000"/>
                <a:alpha val="40000"/>
              </a:schemeClr>
            </a:outerShdw>
          </a:effectLst>
        </p:spPr>
        <p:txBody>
          <a:bodyPr rtlCol="0" anchor="ctr"/>
          <a:lstStyle/>
          <a:p>
            <a:endParaRPr lang="zh-CN" altLang="en-US"/>
          </a:p>
        </p:txBody>
      </p:sp>
      <p:pic>
        <p:nvPicPr>
          <p:cNvPr id="57" name="shape 56">
            <a:extLst>
              <a:ext uri="{FF2B5EF4-FFF2-40B4-BE49-F238E27FC236}">
                <a16:creationId xmlns:a16="http://schemas.microsoft.com/office/drawing/2014/main" id="{D75233AE-EADE-69BB-7F51-F685DD4913B4}"/>
              </a:ext>
            </a:extLst>
          </p:cNvPr>
          <p:cNvPicPr>
            <a:picLocks noChangeAspect="1"/>
          </p:cNvPicPr>
          <p:nvPr>
            <p:custDataLst>
              <p:tags r:id="rId16"/>
            </p:custDataLst>
          </p:nvPr>
        </p:nvPicPr>
        <p:blipFill rotWithShape="1">
          <a:blip r:embed="rId20">
            <a:extLst>
              <a:ext uri="{28A0092B-C50C-407E-A947-70E740481C1C}">
                <a14:useLocalDpi xmlns:a14="http://schemas.microsoft.com/office/drawing/2010/main" val="0"/>
              </a:ext>
            </a:extLst>
          </a:blip>
          <a:srcRect l="8082" r="8082"/>
          <a:stretch>
            <a:fillRect/>
          </a:stretch>
        </p:blipFill>
        <p:spPr>
          <a:xfrm flipH="1">
            <a:off x="-9081" y="-1"/>
            <a:ext cx="6288853" cy="4214265"/>
          </a:xfrm>
          <a:custGeom>
            <a:avLst/>
            <a:gdLst>
              <a:gd name="connsiteX0" fmla="*/ 0 w 6288853"/>
              <a:gd name="connsiteY0" fmla="*/ 0 h 4214265"/>
              <a:gd name="connsiteX1" fmla="*/ 6288853 w 6288853"/>
              <a:gd name="connsiteY1" fmla="*/ 0 h 4214265"/>
              <a:gd name="connsiteX2" fmla="*/ 6288853 w 6288853"/>
              <a:gd name="connsiteY2" fmla="*/ 1657624 h 4214265"/>
              <a:gd name="connsiteX3" fmla="*/ 3914232 w 6288853"/>
              <a:gd name="connsiteY3" fmla="*/ 4214265 h 4214265"/>
            </a:gdLst>
            <a:ahLst/>
            <a:cxnLst>
              <a:cxn ang="0">
                <a:pos x="connsiteX0" y="connsiteY0"/>
              </a:cxn>
              <a:cxn ang="0">
                <a:pos x="connsiteX1" y="connsiteY1"/>
              </a:cxn>
              <a:cxn ang="0">
                <a:pos x="connsiteX2" y="connsiteY2"/>
              </a:cxn>
              <a:cxn ang="0">
                <a:pos x="connsiteX3" y="connsiteY3"/>
              </a:cxn>
            </a:cxnLst>
            <a:rect l="l" t="t" r="r" b="b"/>
            <a:pathLst>
              <a:path w="6288853" h="4214265">
                <a:moveTo>
                  <a:pt x="0" y="0"/>
                </a:moveTo>
                <a:lnTo>
                  <a:pt x="6288853" y="0"/>
                </a:lnTo>
                <a:lnTo>
                  <a:pt x="6288853" y="1657624"/>
                </a:lnTo>
                <a:lnTo>
                  <a:pt x="3914232" y="4214265"/>
                </a:lnTo>
                <a:close/>
              </a:path>
            </a:pathLst>
          </a:custGeom>
          <a:effectLst>
            <a:outerShdw blurRad="76200" dist="63500" dir="5400000" algn="t" rotWithShape="0">
              <a:schemeClr val="accent1">
                <a:lumMod val="50000"/>
                <a:alpha val="70000"/>
              </a:schemeClr>
            </a:outerShdw>
          </a:effectLst>
        </p:spPr>
      </p:pic>
      <p:cxnSp>
        <p:nvCxnSpPr>
          <p:cNvPr id="61" name="直接连接符 60">
            <a:extLst>
              <a:ext uri="{FF2B5EF4-FFF2-40B4-BE49-F238E27FC236}">
                <a16:creationId xmlns:a16="http://schemas.microsoft.com/office/drawing/2014/main" id="{CE333D47-8165-3AF7-0648-600C90DBA156}"/>
              </a:ext>
            </a:extLst>
          </p:cNvPr>
          <p:cNvCxnSpPr/>
          <p:nvPr>
            <p:custDataLst>
              <p:tags r:id="rId17"/>
            </p:custDataLst>
          </p:nvPr>
        </p:nvCxnSpPr>
        <p:spPr>
          <a:xfrm flipH="1">
            <a:off x="7318820" y="1168400"/>
            <a:ext cx="4103948" cy="0"/>
          </a:xfrm>
          <a:prstGeom prst="line">
            <a:avLst/>
          </a:prstGeom>
          <a:ln w="38100"/>
        </p:spPr>
        <p:style>
          <a:lnRef idx="1">
            <a:schemeClr val="accent1"/>
          </a:lnRef>
          <a:fillRef idx="0">
            <a:schemeClr val="accent1"/>
          </a:fillRef>
          <a:effectRef idx="0">
            <a:schemeClr val="accent1"/>
          </a:effectRef>
          <a:fontRef idx="minor">
            <a:schemeClr val="tx1"/>
          </a:fontRef>
        </p:style>
      </p:cxnSp>
    </p:spTree>
    <p:custDataLst>
      <p:custData r:id="rId1"/>
      <p:tags r:id="rId2"/>
    </p:custDataLst>
    <p:extLst>
      <p:ext uri="{BB962C8B-B14F-4D97-AF65-F5344CB8AC3E}">
        <p14:creationId xmlns:p14="http://schemas.microsoft.com/office/powerpoint/2010/main" val="787243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strVal val="4/3*#ppt_w"/>
                                          </p:val>
                                        </p:tav>
                                        <p:tav tm="100000">
                                          <p:val>
                                            <p:strVal val="#ppt_w"/>
                                          </p:val>
                                        </p:tav>
                                      </p:tavLst>
                                    </p:anim>
                                    <p:anim calcmode="lin" valueType="num">
                                      <p:cBhvr>
                                        <p:cTn id="8" dur="500" fill="hold"/>
                                        <p:tgtEl>
                                          <p:spTgt spid="17"/>
                                        </p:tgtEl>
                                        <p:attrNameLst>
                                          <p:attrName>ppt_h</p:attrName>
                                        </p:attrNameLst>
                                      </p:cBhvr>
                                      <p:tavLst>
                                        <p:tav tm="0">
                                          <p:val>
                                            <p:strVal val="4/3*#ppt_h"/>
                                          </p:val>
                                        </p:tav>
                                        <p:tav tm="100000">
                                          <p:val>
                                            <p:strVal val="#ppt_h"/>
                                          </p:val>
                                        </p:tav>
                                      </p:tavLst>
                                    </p:anim>
                                  </p:childTnLst>
                                </p:cTn>
                              </p:par>
                              <p:par>
                                <p:cTn id="9" presetID="23" presetClass="entr" presetSubtype="288"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strVal val="4/3*#ppt_w"/>
                                          </p:val>
                                        </p:tav>
                                        <p:tav tm="100000">
                                          <p:val>
                                            <p:strVal val="#ppt_w"/>
                                          </p:val>
                                        </p:tav>
                                      </p:tavLst>
                                    </p:anim>
                                    <p:anim calcmode="lin" valueType="num">
                                      <p:cBhvr>
                                        <p:cTn id="12" dur="500" fill="hold"/>
                                        <p:tgtEl>
                                          <p:spTgt spid="55"/>
                                        </p:tgtEl>
                                        <p:attrNameLst>
                                          <p:attrName>ppt_h</p:attrName>
                                        </p:attrNameLst>
                                      </p:cBhvr>
                                      <p:tavLst>
                                        <p:tav tm="0">
                                          <p:val>
                                            <p:strVal val="4/3*#ppt_h"/>
                                          </p:val>
                                        </p:tav>
                                        <p:tav tm="100000">
                                          <p:val>
                                            <p:strVal val="#ppt_h"/>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1000"/>
                                        <p:tgtEl>
                                          <p:spTgt spid="14"/>
                                        </p:tgtEl>
                                      </p:cBhvr>
                                    </p:animEffect>
                                    <p:anim calcmode="lin" valueType="num">
                                      <p:cBhvr>
                                        <p:cTn id="21" dur="1000" fill="hold"/>
                                        <p:tgtEl>
                                          <p:spTgt spid="14"/>
                                        </p:tgtEl>
                                        <p:attrNameLst>
                                          <p:attrName>ppt_x</p:attrName>
                                        </p:attrNameLst>
                                      </p:cBhvr>
                                      <p:tavLst>
                                        <p:tav tm="0">
                                          <p:val>
                                            <p:strVal val="#ppt_x"/>
                                          </p:val>
                                        </p:tav>
                                        <p:tav tm="100000">
                                          <p:val>
                                            <p:strVal val="#ppt_x"/>
                                          </p:val>
                                        </p:tav>
                                      </p:tavLst>
                                    </p:anim>
                                    <p:anim calcmode="lin" valueType="num">
                                      <p:cBhvr>
                                        <p:cTn id="22" dur="1000" fill="hold"/>
                                        <p:tgtEl>
                                          <p:spTgt spid="1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1000" fill="hold"/>
                                        <p:tgtEl>
                                          <p:spTgt spid="15"/>
                                        </p:tgtEl>
                                        <p:attrNameLst>
                                          <p:attrName>ppt_y</p:attrName>
                                        </p:attrNameLst>
                                      </p:cBhvr>
                                      <p:tavLst>
                                        <p:tav tm="0">
                                          <p:val>
                                            <p:strVal val="#ppt_y+.1"/>
                                          </p:val>
                                        </p:tav>
                                        <p:tav tm="100000">
                                          <p:val>
                                            <p:strVal val="#ppt_y"/>
                                          </p:val>
                                        </p:tav>
                                      </p:tavLst>
                                    </p:anim>
                                  </p:childTnLst>
                                </p:cTn>
                              </p:par>
                              <p:par>
                                <p:cTn id="28" presetID="0" presetClass="entr" presetSubtype="0" fill="hold" grpId="0" nodeType="withEffect">
                                  <p:stCondLst>
                                    <p:cond delay="0"/>
                                  </p:stCondLst>
                                  <p:childTnLst>
                                    <p:set>
                                      <p:cBhvr>
                                        <p:cTn id="29" dur="1" fill="hold">
                                          <p:stCondLst>
                                            <p:cond delay="0"/>
                                          </p:stCondLst>
                                        </p:cTn>
                                        <p:tgtEl>
                                          <p:spTgt spid="52"/>
                                        </p:tgtEl>
                                        <p:attrNameLst>
                                          <p:attrName>style.visibility</p:attrName>
                                        </p:attrNameLst>
                                      </p:cBhvr>
                                      <p:to>
                                        <p:strVal val="visible"/>
                                      </p:to>
                                    </p:set>
                                    <p:anim to="" calcmode="lin" valueType="num">
                                      <p:cBhvr>
                                        <p:cTn id="30" dur="500" fill="hold">
                                          <p:stCondLst>
                                            <p:cond delay="0"/>
                                          </p:stCondLst>
                                        </p:cTn>
                                        <p:tgtEl>
                                          <p:spTgt spid="52"/>
                                        </p:tgtEl>
                                        <p:attrNameLst>
                                          <p:attrName>ppt_x</p:attrName>
                                        </p:attrNameLst>
                                      </p:cBhvr>
                                      <p:tavLst>
                                        <p:tav tm="0" fmla="((floor(#ppt_x-0.5)+ceil(#ppt_x-0.5))*0.5+0.5)+(#ppt_x- ((floor(#ppt_x-0.5)+ceil(#ppt_x-0.5))*0.5+0.5))*$">
                                          <p:val>
                                            <p:strVal val="0"/>
                                          </p:val>
                                        </p:tav>
                                        <p:tav tm="100000">
                                          <p:val>
                                            <p:strVal val="1"/>
                                          </p:val>
                                        </p:tav>
                                      </p:tavLst>
                                    </p:anim>
                                    <p:anim to="" calcmode="lin" valueType="num">
                                      <p:cBhvr>
                                        <p:cTn id="31" dur="500" fill="hold">
                                          <p:stCondLst>
                                            <p:cond delay="0"/>
                                          </p:stCondLst>
                                        </p:cTn>
                                        <p:tgtEl>
                                          <p:spTgt spid="52"/>
                                        </p:tgtEl>
                                        <p:attrNameLst>
                                          <p:attrName>ppt_y</p:attrName>
                                        </p:attrNameLst>
                                      </p:cBhvr>
                                      <p:tavLst>
                                        <p:tav tm="0" fmla="((floor(#ppt_y-0.5)+ceil(#ppt_y-0.5))*0.5+0.5)+(#ppt_y- ((floor(#ppt_y-0.5)+ceil(#ppt_y-0.5))*0.5+0.5))*$">
                                          <p:val>
                                            <p:strVal val="0"/>
                                          </p:val>
                                        </p:tav>
                                        <p:tav tm="100000">
                                          <p:val>
                                            <p:strVal val="1"/>
                                          </p:val>
                                        </p:tav>
                                      </p:tavLst>
                                    </p:anim>
                                    <p:anim to="" calcmode="lin" valueType="num">
                                      <p:cBhvr>
                                        <p:cTn id="32" dur="500" fill="hold">
                                          <p:stCondLst>
                                            <p:cond delay="0"/>
                                          </p:stCondLst>
                                        </p:cTn>
                                        <p:tgtEl>
                                          <p:spTgt spid="52"/>
                                        </p:tgtEl>
                                        <p:attrNameLst>
                                          <p:attrName>style.opacity</p:attrName>
                                        </p:attrNameLst>
                                      </p:cBhvr>
                                      <p:tavLst>
                                        <p:tav tm="0">
                                          <p:val>
                                            <p:strVal val="0"/>
                                          </p:val>
                                        </p:tav>
                                        <p:tav tm="100000">
                                          <p:val>
                                            <p:strVal val="1"/>
                                          </p:val>
                                        </p:tav>
                                      </p:tavLst>
                                    </p:anim>
                                    <p:anim to="" calcmode="lin" valueType="num">
                                      <p:cBhvr>
                                        <p:cTn id="33" dur="500" fill="hold">
                                          <p:stCondLst>
                                            <p:cond delay="0"/>
                                          </p:stCondLst>
                                        </p:cTn>
                                        <p:tgtEl>
                                          <p:spTgt spid="52"/>
                                        </p:tgtEl>
                                        <p:attrNameLst>
                                          <p:attrName>ppt_w</p:attrName>
                                        </p:attrNameLst>
                                      </p:cBhvr>
                                      <p:tavLst>
                                        <p:tav tm="0">
                                          <p:val>
                                            <p:strVal val="#ppt_w*2"/>
                                          </p:val>
                                        </p:tav>
                                        <p:tav tm="100000">
                                          <p:val>
                                            <p:strVal val="#ppt_w"/>
                                          </p:val>
                                        </p:tav>
                                      </p:tavLst>
                                    </p:anim>
                                    <p:anim to="" calcmode="lin" valueType="num">
                                      <p:cBhvr>
                                        <p:cTn id="34" dur="500" fill="hold">
                                          <p:stCondLst>
                                            <p:cond delay="0"/>
                                          </p:stCondLst>
                                        </p:cTn>
                                        <p:tgtEl>
                                          <p:spTgt spid="52"/>
                                        </p:tgtEl>
                                        <p:attrNameLst>
                                          <p:attrName>ppt_h</p:attrName>
                                        </p:attrNameLst>
                                      </p:cBhvr>
                                      <p:tavLst>
                                        <p:tav tm="0">
                                          <p:val>
                                            <p:strVal val="#ppt_h*2"/>
                                          </p:val>
                                        </p:tav>
                                        <p:tav tm="100000">
                                          <p:val>
                                            <p:strVal val="#ppt_h"/>
                                          </p:val>
                                        </p:tav>
                                      </p:tavLst>
                                    </p:anim>
                                  </p:childTnLst>
                                </p:cTn>
                              </p:par>
                              <p:par>
                                <p:cTn id="35" presetID="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to="" calcmode="lin" valueType="num">
                                      <p:cBhvr>
                                        <p:cTn id="37" dur="500" fill="hold">
                                          <p:stCondLst>
                                            <p:cond delay="0"/>
                                          </p:stCondLst>
                                        </p:cTn>
                                        <p:tgtEl>
                                          <p:spTgt spid="12"/>
                                        </p:tgtEl>
                                        <p:attrNameLst>
                                          <p:attrName>ppt_x</p:attrName>
                                        </p:attrNameLst>
                                      </p:cBhvr>
                                      <p:tavLst>
                                        <p:tav tm="0" fmla="((floor(#ppt_x-0.5)+ceil(#ppt_x-0.5))*0.5+0.5)+(#ppt_x- ((floor(#ppt_x-0.5)+ceil(#ppt_x-0.5))*0.5+0.5))*$">
                                          <p:val>
                                            <p:strVal val="0"/>
                                          </p:val>
                                        </p:tav>
                                        <p:tav tm="100000">
                                          <p:val>
                                            <p:strVal val="1"/>
                                          </p:val>
                                        </p:tav>
                                      </p:tavLst>
                                    </p:anim>
                                    <p:anim to="" calcmode="lin" valueType="num">
                                      <p:cBhvr>
                                        <p:cTn id="38" dur="500" fill="hold">
                                          <p:stCondLst>
                                            <p:cond delay="0"/>
                                          </p:stCondLst>
                                        </p:cTn>
                                        <p:tgtEl>
                                          <p:spTgt spid="12"/>
                                        </p:tgtEl>
                                        <p:attrNameLst>
                                          <p:attrName>ppt_y</p:attrName>
                                        </p:attrNameLst>
                                      </p:cBhvr>
                                      <p:tavLst>
                                        <p:tav tm="0" fmla="((floor(#ppt_y-0.5)+ceil(#ppt_y-0.5))*0.5+0.5)+(#ppt_y- ((floor(#ppt_y-0.5)+ceil(#ppt_y-0.5))*0.5+0.5))*$">
                                          <p:val>
                                            <p:strVal val="0"/>
                                          </p:val>
                                        </p:tav>
                                        <p:tav tm="100000">
                                          <p:val>
                                            <p:strVal val="1"/>
                                          </p:val>
                                        </p:tav>
                                      </p:tavLst>
                                    </p:anim>
                                    <p:anim to="" calcmode="lin" valueType="num">
                                      <p:cBhvr>
                                        <p:cTn id="39" dur="500" fill="hold">
                                          <p:stCondLst>
                                            <p:cond delay="0"/>
                                          </p:stCondLst>
                                        </p:cTn>
                                        <p:tgtEl>
                                          <p:spTgt spid="12"/>
                                        </p:tgtEl>
                                        <p:attrNameLst>
                                          <p:attrName>style.opacity</p:attrName>
                                        </p:attrNameLst>
                                      </p:cBhvr>
                                      <p:tavLst>
                                        <p:tav tm="0">
                                          <p:val>
                                            <p:strVal val="0"/>
                                          </p:val>
                                        </p:tav>
                                        <p:tav tm="100000">
                                          <p:val>
                                            <p:strVal val="1"/>
                                          </p:val>
                                        </p:tav>
                                      </p:tavLst>
                                    </p:anim>
                                    <p:anim to="" calcmode="lin" valueType="num">
                                      <p:cBhvr>
                                        <p:cTn id="40" dur="500" fill="hold">
                                          <p:stCondLst>
                                            <p:cond delay="0"/>
                                          </p:stCondLst>
                                        </p:cTn>
                                        <p:tgtEl>
                                          <p:spTgt spid="12"/>
                                        </p:tgtEl>
                                        <p:attrNameLst>
                                          <p:attrName>ppt_w</p:attrName>
                                        </p:attrNameLst>
                                      </p:cBhvr>
                                      <p:tavLst>
                                        <p:tav tm="0">
                                          <p:val>
                                            <p:strVal val="#ppt_w*2"/>
                                          </p:val>
                                        </p:tav>
                                        <p:tav tm="100000">
                                          <p:val>
                                            <p:strVal val="#ppt_w"/>
                                          </p:val>
                                        </p:tav>
                                      </p:tavLst>
                                    </p:anim>
                                    <p:anim to="" calcmode="lin" valueType="num">
                                      <p:cBhvr>
                                        <p:cTn id="41" dur="500" fill="hold">
                                          <p:stCondLst>
                                            <p:cond delay="0"/>
                                          </p:stCondLst>
                                        </p:cTn>
                                        <p:tgtEl>
                                          <p:spTgt spid="12"/>
                                        </p:tgtEl>
                                        <p:attrNameLst>
                                          <p:attrName>ppt_h</p:attrName>
                                        </p:attrNameLst>
                                      </p:cBhvr>
                                      <p:tavLst>
                                        <p:tav tm="0">
                                          <p:val>
                                            <p:strVal val="#ppt_h*2"/>
                                          </p:val>
                                        </p:tav>
                                        <p:tav tm="100000">
                                          <p:val>
                                            <p:strVal val="#ppt_h"/>
                                          </p:val>
                                        </p:tav>
                                      </p:tavLst>
                                    </p:anim>
                                  </p:childTnLst>
                                </p:cTn>
                              </p:par>
                              <p:par>
                                <p:cTn id="42" presetID="0" presetClass="entr" presetSubtype="0" fill="hold" nodeType="withEffect">
                                  <p:stCondLst>
                                    <p:cond delay="16"/>
                                  </p:stCondLst>
                                  <p:childTnLst>
                                    <p:set>
                                      <p:cBhvr>
                                        <p:cTn id="43" dur="1" fill="hold">
                                          <p:stCondLst>
                                            <p:cond delay="0"/>
                                          </p:stCondLst>
                                        </p:cTn>
                                        <p:tgtEl>
                                          <p:spTgt spid="16"/>
                                        </p:tgtEl>
                                        <p:attrNameLst>
                                          <p:attrName>style.visibility</p:attrName>
                                        </p:attrNameLst>
                                      </p:cBhvr>
                                      <p:to>
                                        <p:strVal val="visible"/>
                                      </p:to>
                                    </p:set>
                                    <p:animMotion origin="layout" path="M 0 -1.8338624 L 0 0 E" pathEditMode="relative">
                                      <p:cBhvr from="" to="">
                                        <p:cTn id="44" dur="200" fill="hold">
                                          <p:stCondLst>
                                            <p:cond delay="0"/>
                                          </p:stCondLst>
                                        </p:cTn>
                                        <p:tgtEl>
                                          <p:spTgt spid="16"/>
                                        </p:tgtEl>
                                        <p:attrNameLst>
                                          <p:attrName>ppt_x</p:attrName>
                                          <p:attrName>ppt_y</p:attrName>
                                        </p:attrNameLst>
                                      </p:cBhvr>
                                    </p:animMotion>
                                  </p:childTnLst>
                                </p:cTn>
                              </p:par>
                              <p:par>
                                <p:cTn id="45" presetID="0"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 to="" calcmode="lin" valueType="num">
                                      <p:cBhvr>
                                        <p:cTn id="47" dur="500" fill="hold">
                                          <p:stCondLst>
                                            <p:cond delay="0"/>
                                          </p:stCondLst>
                                        </p:cTn>
                                        <p:tgtEl>
                                          <p:spTgt spid="44"/>
                                        </p:tgtEl>
                                        <p:attrNameLst>
                                          <p:attrName>ppt_x</p:attrName>
                                        </p:attrNameLst>
                                      </p:cBhvr>
                                      <p:tavLst>
                                        <p:tav tm="0" fmla="((floor(#ppt_x-0.5)+ceil(#ppt_x-0.5))*0.5+0.5)+(#ppt_x- ((floor(#ppt_x-0.5)+ceil(#ppt_x-0.5))*0.5+0.5))*$">
                                          <p:val>
                                            <p:strVal val="0"/>
                                          </p:val>
                                        </p:tav>
                                        <p:tav tm="100000">
                                          <p:val>
                                            <p:strVal val="1"/>
                                          </p:val>
                                        </p:tav>
                                      </p:tavLst>
                                    </p:anim>
                                    <p:anim to="" calcmode="lin" valueType="num">
                                      <p:cBhvr>
                                        <p:cTn id="48" dur="500" fill="hold">
                                          <p:stCondLst>
                                            <p:cond delay="0"/>
                                          </p:stCondLst>
                                        </p:cTn>
                                        <p:tgtEl>
                                          <p:spTgt spid="44"/>
                                        </p:tgtEl>
                                        <p:attrNameLst>
                                          <p:attrName>ppt_y</p:attrName>
                                        </p:attrNameLst>
                                      </p:cBhvr>
                                      <p:tavLst>
                                        <p:tav tm="0" fmla="((floor(#ppt_y-0.5)+ceil(#ppt_y-0.5))*0.5+0.5)+(#ppt_y- ((floor(#ppt_y-0.5)+ceil(#ppt_y-0.5))*0.5+0.5))*$">
                                          <p:val>
                                            <p:strVal val="0"/>
                                          </p:val>
                                        </p:tav>
                                        <p:tav tm="100000">
                                          <p:val>
                                            <p:strVal val="1"/>
                                          </p:val>
                                        </p:tav>
                                      </p:tavLst>
                                    </p:anim>
                                    <p:anim to="" calcmode="lin" valueType="num">
                                      <p:cBhvr>
                                        <p:cTn id="49" dur="500" fill="hold">
                                          <p:stCondLst>
                                            <p:cond delay="0"/>
                                          </p:stCondLst>
                                        </p:cTn>
                                        <p:tgtEl>
                                          <p:spTgt spid="44"/>
                                        </p:tgtEl>
                                        <p:attrNameLst>
                                          <p:attrName>style.opacity</p:attrName>
                                        </p:attrNameLst>
                                      </p:cBhvr>
                                      <p:tavLst>
                                        <p:tav tm="0">
                                          <p:val>
                                            <p:strVal val="0"/>
                                          </p:val>
                                        </p:tav>
                                        <p:tav tm="100000">
                                          <p:val>
                                            <p:strVal val="1"/>
                                          </p:val>
                                        </p:tav>
                                      </p:tavLst>
                                    </p:anim>
                                    <p:anim to="" calcmode="lin" valueType="num">
                                      <p:cBhvr>
                                        <p:cTn id="50" dur="500" fill="hold">
                                          <p:stCondLst>
                                            <p:cond delay="0"/>
                                          </p:stCondLst>
                                        </p:cTn>
                                        <p:tgtEl>
                                          <p:spTgt spid="44"/>
                                        </p:tgtEl>
                                        <p:attrNameLst>
                                          <p:attrName>ppt_w</p:attrName>
                                        </p:attrNameLst>
                                      </p:cBhvr>
                                      <p:tavLst>
                                        <p:tav tm="0">
                                          <p:val>
                                            <p:strVal val="#ppt_w*2"/>
                                          </p:val>
                                        </p:tav>
                                        <p:tav tm="100000">
                                          <p:val>
                                            <p:strVal val="#ppt_w"/>
                                          </p:val>
                                        </p:tav>
                                      </p:tavLst>
                                    </p:anim>
                                    <p:anim to="" calcmode="lin" valueType="num">
                                      <p:cBhvr>
                                        <p:cTn id="51" dur="500" fill="hold">
                                          <p:stCondLst>
                                            <p:cond delay="0"/>
                                          </p:stCondLst>
                                        </p:cTn>
                                        <p:tgtEl>
                                          <p:spTgt spid="44"/>
                                        </p:tgtEl>
                                        <p:attrNameLst>
                                          <p:attrName>ppt_h</p:attrName>
                                        </p:attrNameLst>
                                      </p:cBhvr>
                                      <p:tavLst>
                                        <p:tav tm="0">
                                          <p:val>
                                            <p:strVal val="#ppt_h*2"/>
                                          </p:val>
                                        </p:tav>
                                        <p:tav tm="100000">
                                          <p:val>
                                            <p:strVal val="#ppt_h"/>
                                          </p:val>
                                        </p:tav>
                                      </p:tavLst>
                                    </p:anim>
                                  </p:childTnLst>
                                </p:cTn>
                              </p:par>
                              <p:par>
                                <p:cTn id="52" presetID="0" presetClass="entr" presetSubtype="0"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 to="" calcmode="lin" valueType="num">
                                      <p:cBhvr>
                                        <p:cTn id="54" dur="500" fill="hold">
                                          <p:stCondLst>
                                            <p:cond delay="0"/>
                                          </p:stCondLst>
                                        </p:cTn>
                                        <p:tgtEl>
                                          <p:spTgt spid="46"/>
                                        </p:tgtEl>
                                        <p:attrNameLst>
                                          <p:attrName>ppt_x</p:attrName>
                                        </p:attrNameLst>
                                      </p:cBhvr>
                                      <p:tavLst>
                                        <p:tav tm="0" fmla="((floor(#ppt_x-0.5)+ceil(#ppt_x-0.5))*0.5+0.5)+(#ppt_x- ((floor(#ppt_x-0.5)+ceil(#ppt_x-0.5))*0.5+0.5))*$">
                                          <p:val>
                                            <p:strVal val="0"/>
                                          </p:val>
                                        </p:tav>
                                        <p:tav tm="100000">
                                          <p:val>
                                            <p:strVal val="1"/>
                                          </p:val>
                                        </p:tav>
                                      </p:tavLst>
                                    </p:anim>
                                    <p:anim to="" calcmode="lin" valueType="num">
                                      <p:cBhvr>
                                        <p:cTn id="55" dur="500" fill="hold">
                                          <p:stCondLst>
                                            <p:cond delay="0"/>
                                          </p:stCondLst>
                                        </p:cTn>
                                        <p:tgtEl>
                                          <p:spTgt spid="46"/>
                                        </p:tgtEl>
                                        <p:attrNameLst>
                                          <p:attrName>ppt_y</p:attrName>
                                        </p:attrNameLst>
                                      </p:cBhvr>
                                      <p:tavLst>
                                        <p:tav tm="0" fmla="((floor(#ppt_y-0.5)+ceil(#ppt_y-0.5))*0.5+0.5)+(#ppt_y- ((floor(#ppt_y-0.5)+ceil(#ppt_y-0.5))*0.5+0.5))*$">
                                          <p:val>
                                            <p:strVal val="0"/>
                                          </p:val>
                                        </p:tav>
                                        <p:tav tm="100000">
                                          <p:val>
                                            <p:strVal val="1"/>
                                          </p:val>
                                        </p:tav>
                                      </p:tavLst>
                                    </p:anim>
                                    <p:anim to="" calcmode="lin" valueType="num">
                                      <p:cBhvr>
                                        <p:cTn id="56" dur="500" fill="hold">
                                          <p:stCondLst>
                                            <p:cond delay="0"/>
                                          </p:stCondLst>
                                        </p:cTn>
                                        <p:tgtEl>
                                          <p:spTgt spid="46"/>
                                        </p:tgtEl>
                                        <p:attrNameLst>
                                          <p:attrName>style.opacity</p:attrName>
                                        </p:attrNameLst>
                                      </p:cBhvr>
                                      <p:tavLst>
                                        <p:tav tm="0">
                                          <p:val>
                                            <p:strVal val="0"/>
                                          </p:val>
                                        </p:tav>
                                        <p:tav tm="100000">
                                          <p:val>
                                            <p:strVal val="1"/>
                                          </p:val>
                                        </p:tav>
                                      </p:tavLst>
                                    </p:anim>
                                    <p:anim to="" calcmode="lin" valueType="num">
                                      <p:cBhvr>
                                        <p:cTn id="57" dur="500" fill="hold">
                                          <p:stCondLst>
                                            <p:cond delay="0"/>
                                          </p:stCondLst>
                                        </p:cTn>
                                        <p:tgtEl>
                                          <p:spTgt spid="46"/>
                                        </p:tgtEl>
                                        <p:attrNameLst>
                                          <p:attrName>ppt_w</p:attrName>
                                        </p:attrNameLst>
                                      </p:cBhvr>
                                      <p:tavLst>
                                        <p:tav tm="0">
                                          <p:val>
                                            <p:strVal val="#ppt_w*2"/>
                                          </p:val>
                                        </p:tav>
                                        <p:tav tm="100000">
                                          <p:val>
                                            <p:strVal val="#ppt_w"/>
                                          </p:val>
                                        </p:tav>
                                      </p:tavLst>
                                    </p:anim>
                                    <p:anim to="" calcmode="lin" valueType="num">
                                      <p:cBhvr>
                                        <p:cTn id="58" dur="500" fill="hold">
                                          <p:stCondLst>
                                            <p:cond delay="0"/>
                                          </p:stCondLst>
                                        </p:cTn>
                                        <p:tgtEl>
                                          <p:spTgt spid="46"/>
                                        </p:tgtEl>
                                        <p:attrNameLst>
                                          <p:attrName>ppt_h</p:attrName>
                                        </p:attrNameLst>
                                      </p:cBhvr>
                                      <p:tavLst>
                                        <p:tav tm="0">
                                          <p:val>
                                            <p:strVal val="#ppt_h*2"/>
                                          </p:val>
                                        </p:tav>
                                        <p:tav tm="100000">
                                          <p:val>
                                            <p:strVal val="#ppt_h"/>
                                          </p:val>
                                        </p:tav>
                                      </p:tavLst>
                                    </p:anim>
                                  </p:childTnLst>
                                </p:cTn>
                              </p:par>
                              <p:par>
                                <p:cTn id="59" presetID="0" presetClass="entr" presetSubtype="0" fill="hold" nodeType="withEffect">
                                  <p:stCondLst>
                                    <p:cond delay="90"/>
                                  </p:stCondLst>
                                  <p:childTnLst>
                                    <p:set>
                                      <p:cBhvr>
                                        <p:cTn id="60" dur="1" fill="hold">
                                          <p:stCondLst>
                                            <p:cond delay="0"/>
                                          </p:stCondLst>
                                        </p:cTn>
                                        <p:tgtEl>
                                          <p:spTgt spid="25"/>
                                        </p:tgtEl>
                                        <p:attrNameLst>
                                          <p:attrName>style.visibility</p:attrName>
                                        </p:attrNameLst>
                                      </p:cBhvr>
                                      <p:to>
                                        <p:strVal val="visible"/>
                                      </p:to>
                                    </p:set>
                                    <p:animMotion origin="layout" path="M -0.81864834 -1.5673041 L 0 0 E" pathEditMode="relative">
                                      <p:cBhvr from="" to="">
                                        <p:cTn id="61" dur="200" fill="hold">
                                          <p:stCondLst>
                                            <p:cond delay="0"/>
                                          </p:stCondLst>
                                        </p:cTn>
                                        <p:tgtEl>
                                          <p:spTgt spid="25"/>
                                        </p:tgtEl>
                                        <p:attrNameLst>
                                          <p:attrName>ppt_x</p:attrName>
                                          <p:attrName>ppt_y</p:attrName>
                                        </p:attrNameLst>
                                      </p:cBhvr>
                                    </p:animMotion>
                                  </p:childTnLst>
                                </p:cTn>
                              </p:par>
                              <p:par>
                                <p:cTn id="62" presetID="0" presetClass="entr" presetSubtype="0" fill="hold" nodeType="withEffect">
                                  <p:stCondLst>
                                    <p:cond delay="97"/>
                                  </p:stCondLst>
                                  <p:childTnLst>
                                    <p:set>
                                      <p:cBhvr>
                                        <p:cTn id="63" dur="1" fill="hold">
                                          <p:stCondLst>
                                            <p:cond delay="0"/>
                                          </p:stCondLst>
                                        </p:cTn>
                                        <p:tgtEl>
                                          <p:spTgt spid="28"/>
                                        </p:tgtEl>
                                        <p:attrNameLst>
                                          <p:attrName>style.visibility</p:attrName>
                                        </p:attrNameLst>
                                      </p:cBhvr>
                                      <p:to>
                                        <p:strVal val="visible"/>
                                      </p:to>
                                    </p:set>
                                    <p:animMotion origin="layout" path="M -0.7562057 -1.4018793 L 0 0 E" pathEditMode="relative">
                                      <p:cBhvr from="" to="">
                                        <p:cTn id="64" dur="200" fill="hold">
                                          <p:stCondLst>
                                            <p:cond delay="0"/>
                                          </p:stCondLst>
                                        </p:cTn>
                                        <p:tgtEl>
                                          <p:spTgt spid="28"/>
                                        </p:tgtEl>
                                        <p:attrNameLst>
                                          <p:attrName>ppt_x</p:attrName>
                                          <p:attrName>ppt_y</p:attrName>
                                        </p:attrNameLst>
                                      </p:cBhvr>
                                    </p:animMotion>
                                  </p:childTnLst>
                                </p:cTn>
                              </p:par>
                              <p:par>
                                <p:cTn id="65" presetID="0" presetClass="entr" presetSubtype="0"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anim to="" calcmode="lin" valueType="num">
                                      <p:cBhvr>
                                        <p:cTn id="67" dur="500" fill="hold">
                                          <p:stCondLst>
                                            <p:cond delay="0"/>
                                          </p:stCondLst>
                                        </p:cTn>
                                        <p:tgtEl>
                                          <p:spTgt spid="59"/>
                                        </p:tgtEl>
                                        <p:attrNameLst>
                                          <p:attrName>ppt_x</p:attrName>
                                        </p:attrNameLst>
                                      </p:cBhvr>
                                      <p:tavLst>
                                        <p:tav tm="0" fmla="((floor(#ppt_x-0.5)+ceil(#ppt_x-0.5))*0.5+0.5)+(#ppt_x- ((floor(#ppt_x-0.5)+ceil(#ppt_x-0.5))*0.5+0.5))*$">
                                          <p:val>
                                            <p:strVal val="0"/>
                                          </p:val>
                                        </p:tav>
                                        <p:tav tm="100000">
                                          <p:val>
                                            <p:strVal val="1"/>
                                          </p:val>
                                        </p:tav>
                                      </p:tavLst>
                                    </p:anim>
                                    <p:anim to="" calcmode="lin" valueType="num">
                                      <p:cBhvr>
                                        <p:cTn id="68" dur="500" fill="hold">
                                          <p:stCondLst>
                                            <p:cond delay="0"/>
                                          </p:stCondLst>
                                        </p:cTn>
                                        <p:tgtEl>
                                          <p:spTgt spid="59"/>
                                        </p:tgtEl>
                                        <p:attrNameLst>
                                          <p:attrName>ppt_y</p:attrName>
                                        </p:attrNameLst>
                                      </p:cBhvr>
                                      <p:tavLst>
                                        <p:tav tm="0" fmla="((floor(#ppt_y-0.5)+ceil(#ppt_y-0.5))*0.5+0.5)+(#ppt_y- ((floor(#ppt_y-0.5)+ceil(#ppt_y-0.5))*0.5+0.5))*$">
                                          <p:val>
                                            <p:strVal val="0"/>
                                          </p:val>
                                        </p:tav>
                                        <p:tav tm="100000">
                                          <p:val>
                                            <p:strVal val="1"/>
                                          </p:val>
                                        </p:tav>
                                      </p:tavLst>
                                    </p:anim>
                                    <p:anim to="" calcmode="lin" valueType="num">
                                      <p:cBhvr>
                                        <p:cTn id="69" dur="500" fill="hold">
                                          <p:stCondLst>
                                            <p:cond delay="0"/>
                                          </p:stCondLst>
                                        </p:cTn>
                                        <p:tgtEl>
                                          <p:spTgt spid="59"/>
                                        </p:tgtEl>
                                        <p:attrNameLst>
                                          <p:attrName>style.opacity</p:attrName>
                                        </p:attrNameLst>
                                      </p:cBhvr>
                                      <p:tavLst>
                                        <p:tav tm="0">
                                          <p:val>
                                            <p:strVal val="0"/>
                                          </p:val>
                                        </p:tav>
                                        <p:tav tm="100000">
                                          <p:val>
                                            <p:strVal val="1"/>
                                          </p:val>
                                        </p:tav>
                                      </p:tavLst>
                                    </p:anim>
                                    <p:anim to="" calcmode="lin" valueType="num">
                                      <p:cBhvr>
                                        <p:cTn id="70" dur="500" fill="hold">
                                          <p:stCondLst>
                                            <p:cond delay="0"/>
                                          </p:stCondLst>
                                        </p:cTn>
                                        <p:tgtEl>
                                          <p:spTgt spid="59"/>
                                        </p:tgtEl>
                                        <p:attrNameLst>
                                          <p:attrName>ppt_w</p:attrName>
                                        </p:attrNameLst>
                                      </p:cBhvr>
                                      <p:tavLst>
                                        <p:tav tm="0">
                                          <p:val>
                                            <p:strVal val="#ppt_w*2"/>
                                          </p:val>
                                        </p:tav>
                                        <p:tav tm="100000">
                                          <p:val>
                                            <p:strVal val="#ppt_w"/>
                                          </p:val>
                                        </p:tav>
                                      </p:tavLst>
                                    </p:anim>
                                    <p:anim to="" calcmode="lin" valueType="num">
                                      <p:cBhvr>
                                        <p:cTn id="71" dur="500" fill="hold">
                                          <p:stCondLst>
                                            <p:cond delay="0"/>
                                          </p:stCondLst>
                                        </p:cTn>
                                        <p:tgtEl>
                                          <p:spTgt spid="59"/>
                                        </p:tgtEl>
                                        <p:attrNameLst>
                                          <p:attrName>ppt_h</p:attrName>
                                        </p:attrNameLst>
                                      </p:cBhvr>
                                      <p:tavLst>
                                        <p:tav tm="0">
                                          <p:val>
                                            <p:strVal val="#ppt_h*2"/>
                                          </p:val>
                                        </p:tav>
                                        <p:tav tm="100000">
                                          <p:val>
                                            <p:strVal val="#ppt_h"/>
                                          </p:val>
                                        </p:tav>
                                      </p:tavLst>
                                    </p:anim>
                                  </p:childTnLst>
                                </p:cTn>
                              </p:par>
                              <p:par>
                                <p:cTn id="72" presetID="0" presetClass="entr" presetSubtype="0" fill="hold" nodeType="withEffect">
                                  <p:stCondLst>
                                    <p:cond delay="0"/>
                                  </p:stCondLst>
                                  <p:childTnLst>
                                    <p:set>
                                      <p:cBhvr>
                                        <p:cTn id="73" dur="1" fill="hold">
                                          <p:stCondLst>
                                            <p:cond delay="0"/>
                                          </p:stCondLst>
                                        </p:cTn>
                                        <p:tgtEl>
                                          <p:spTgt spid="57"/>
                                        </p:tgtEl>
                                        <p:attrNameLst>
                                          <p:attrName>style.visibility</p:attrName>
                                        </p:attrNameLst>
                                      </p:cBhvr>
                                      <p:to>
                                        <p:strVal val="visible"/>
                                      </p:to>
                                    </p:set>
                                    <p:anim to="" calcmode="lin" valueType="num">
                                      <p:cBhvr>
                                        <p:cTn id="74" dur="500" fill="hold">
                                          <p:stCondLst>
                                            <p:cond delay="0"/>
                                          </p:stCondLst>
                                        </p:cTn>
                                        <p:tgtEl>
                                          <p:spTgt spid="57"/>
                                        </p:tgtEl>
                                        <p:attrNameLst>
                                          <p:attrName>ppt_x</p:attrName>
                                        </p:attrNameLst>
                                      </p:cBhvr>
                                      <p:tavLst>
                                        <p:tav tm="0" fmla="((floor(#ppt_x-0.5)+ceil(#ppt_x-0.5))*0.5+0.5)+(#ppt_x- ((floor(#ppt_x-0.5)+ceil(#ppt_x-0.5))*0.5+0.5))*$">
                                          <p:val>
                                            <p:strVal val="0"/>
                                          </p:val>
                                        </p:tav>
                                        <p:tav tm="100000">
                                          <p:val>
                                            <p:strVal val="1"/>
                                          </p:val>
                                        </p:tav>
                                      </p:tavLst>
                                    </p:anim>
                                    <p:anim to="" calcmode="lin" valueType="num">
                                      <p:cBhvr>
                                        <p:cTn id="75" dur="500" fill="hold">
                                          <p:stCondLst>
                                            <p:cond delay="0"/>
                                          </p:stCondLst>
                                        </p:cTn>
                                        <p:tgtEl>
                                          <p:spTgt spid="57"/>
                                        </p:tgtEl>
                                        <p:attrNameLst>
                                          <p:attrName>ppt_y</p:attrName>
                                        </p:attrNameLst>
                                      </p:cBhvr>
                                      <p:tavLst>
                                        <p:tav tm="0" fmla="((floor(#ppt_y-0.5)+ceil(#ppt_y-0.5))*0.5+0.5)+(#ppt_y- ((floor(#ppt_y-0.5)+ceil(#ppt_y-0.5))*0.5+0.5))*$">
                                          <p:val>
                                            <p:strVal val="0"/>
                                          </p:val>
                                        </p:tav>
                                        <p:tav tm="100000">
                                          <p:val>
                                            <p:strVal val="1"/>
                                          </p:val>
                                        </p:tav>
                                      </p:tavLst>
                                    </p:anim>
                                    <p:anim to="" calcmode="lin" valueType="num">
                                      <p:cBhvr>
                                        <p:cTn id="76" dur="500" fill="hold">
                                          <p:stCondLst>
                                            <p:cond delay="0"/>
                                          </p:stCondLst>
                                        </p:cTn>
                                        <p:tgtEl>
                                          <p:spTgt spid="57"/>
                                        </p:tgtEl>
                                        <p:attrNameLst>
                                          <p:attrName>style.opacity</p:attrName>
                                        </p:attrNameLst>
                                      </p:cBhvr>
                                      <p:tavLst>
                                        <p:tav tm="0">
                                          <p:val>
                                            <p:strVal val="0"/>
                                          </p:val>
                                        </p:tav>
                                        <p:tav tm="100000">
                                          <p:val>
                                            <p:strVal val="1"/>
                                          </p:val>
                                        </p:tav>
                                      </p:tavLst>
                                    </p:anim>
                                    <p:anim to="" calcmode="lin" valueType="num">
                                      <p:cBhvr>
                                        <p:cTn id="77" dur="500" fill="hold">
                                          <p:stCondLst>
                                            <p:cond delay="0"/>
                                          </p:stCondLst>
                                        </p:cTn>
                                        <p:tgtEl>
                                          <p:spTgt spid="57"/>
                                        </p:tgtEl>
                                        <p:attrNameLst>
                                          <p:attrName>ppt_w</p:attrName>
                                        </p:attrNameLst>
                                      </p:cBhvr>
                                      <p:tavLst>
                                        <p:tav tm="0">
                                          <p:val>
                                            <p:strVal val="#ppt_w*2"/>
                                          </p:val>
                                        </p:tav>
                                        <p:tav tm="100000">
                                          <p:val>
                                            <p:strVal val="#ppt_w"/>
                                          </p:val>
                                        </p:tav>
                                      </p:tavLst>
                                    </p:anim>
                                    <p:anim to="" calcmode="lin" valueType="num">
                                      <p:cBhvr>
                                        <p:cTn id="78" dur="500" fill="hold">
                                          <p:stCondLst>
                                            <p:cond delay="0"/>
                                          </p:stCondLst>
                                        </p:cTn>
                                        <p:tgtEl>
                                          <p:spTgt spid="57"/>
                                        </p:tgtEl>
                                        <p:attrNameLst>
                                          <p:attrName>ppt_h</p:attrName>
                                        </p:attrNameLst>
                                      </p:cBhvr>
                                      <p:tavLst>
                                        <p:tav tm="0">
                                          <p:val>
                                            <p:strVal val="#ppt_h*2"/>
                                          </p:val>
                                        </p:tav>
                                        <p:tav tm="100000">
                                          <p:val>
                                            <p:strVal val="#ppt_h"/>
                                          </p:val>
                                        </p:tav>
                                      </p:tavLst>
                                    </p:anim>
                                  </p:childTnLst>
                                </p:cTn>
                              </p:par>
                              <p:par>
                                <p:cTn id="79" presetID="0" presetClass="entr" presetSubtype="0" fill="hold" nodeType="withEffect">
                                  <p:stCondLst>
                                    <p:cond delay="8"/>
                                  </p:stCondLst>
                                  <p:childTnLst>
                                    <p:set>
                                      <p:cBhvr>
                                        <p:cTn id="80" dur="1" fill="hold">
                                          <p:stCondLst>
                                            <p:cond delay="0"/>
                                          </p:stCondLst>
                                        </p:cTn>
                                        <p:tgtEl>
                                          <p:spTgt spid="61"/>
                                        </p:tgtEl>
                                        <p:attrNameLst>
                                          <p:attrName>style.visibility</p:attrName>
                                        </p:attrNameLst>
                                      </p:cBhvr>
                                      <p:to>
                                        <p:strVal val="visible"/>
                                      </p:to>
                                    </p:set>
                                    <p:animMotion origin="layout" path="M 1.1683049 0 L 0 0 E" pathEditMode="relative">
                                      <p:cBhvr from="" to="">
                                        <p:cTn id="81" dur="200" fill="hold">
                                          <p:stCondLst>
                                            <p:cond delay="0"/>
                                          </p:stCondLst>
                                        </p:cTn>
                                        <p:tgtEl>
                                          <p:spTgt spid="6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2" grpId="0" animBg="1"/>
      <p:bldP spid="12" grpId="0" animBg="1"/>
      <p:bldP spid="13" grpId="0"/>
      <p:bldP spid="14" grpId="0"/>
      <p:bldP spid="15" grpId="0"/>
      <p:bldP spid="17" grpId="0"/>
      <p:bldP spid="44" grpId="0" animBg="1"/>
      <p:bldP spid="46" grpId="0" animBg="1"/>
      <p:bldP spid="5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AG_USER_ID" val="908878"/>
  <p:tag name="TAG_AIGCCREATORID" val="AIGC生成内容仅供参考-2025/11/2 21:13:23 -908878"/>
  <p:tag name="TAG_IS_CUSTEMPLATE" val="False"/>
  <p:tag name="TAG_COVER_TYPE" val="插图"/>
  <p:tag name="TAG_COVER_THEME_COLOR" val="绿色"/>
  <p:tag name="TAG_PRESENTATION_IMAGESTYLE" val="商务"/>
  <p:tag name="TAG_CHATPPT_ID" val="fa3f1b03e68341a59805a6d5500edb11"/>
  <p:tag name="TAG_PRESENTATION_TEMPLATE" val="{&quot;image&quot;:&quot;&quot;,&quot;sub_images&quot;:[],&quot;title&quot;:&quot;\u5927\u6570\u636E\u2014\u2014\u5F00\u542F\u667A\u80FD\u65F6\u4EE3\u94A5\u5319&quot;,&quot;style&quot;:&quot;\u5546\u52A1&quot;,&quot;template_type&quot;:&quot;\u63D2\u56FE&quot;,&quot;isVector&quot;:false,&quot;color&quot;:&quot;\u7EFF\u8272&quot;,&quot;colorList&quot;:[&quot;#000000&quot;,&quot;#FFFFFF&quot;,&quot;#FFFFFF&quot;,&quot;#000000&quot;,&quot;#7FD231&quot;,&quot;#A0DF5A&quot;,&quot;#C7F169&quot;,&quot;#DDFE81&quot;,&quot;#009900&quot;,&quot;#70AD47&quot;,&quot;#0563C1&quot;,&quot;#954F72&quot;],&quot;scene&quot;:&quot;normal&quot;,&quot;group&quot;:&quot;group_6389483934571943229&quot;,&quot;cover_id&quot;:&quot;hqeydMnqFSyd&quot;,&quot;end_id&quot;:&quot;sQYUHvRsb7jd&quot;,&quot;catalog_id&quot;:&quot;eSeNrtYpABDn&quot;,&quot;chapter_id&quot;:&quot;HCFXUAKBMS4S&quot;,&quot;content_ids&quot;:[],&quot;picture_url&quot;:&quot;&quot;,&quot;isuse&quot;:false,&quot;theme_colors&quot;:[],&quot;company&quot;:&quot;\u5927\u6570\u636E&quot;,&quot;logo_left&quot;:false,&quot;logoLight&quot;:&quot;&quot;,&quot;logoDark&quot;:&quot;&quot;,&quot;school&quot;:&quot;&quot;,&quot;isCollect&quot;:false,&quot;data_id&quot;:&quot;44d3ebd703752a1f43ce3548f1c93583&quot;,&quot;userName&quot;:&quot;DaringGryphon6500&quot;,&quot;authorName&quot;:&quot;&quot;,&quot;json&quot;:&quot;https://file.static.yoojober.cn/chatppt/template/json/20251014/68edd3d652cc4.json&quot;,&quot;index&quot;:4}"/>
  <p:tag name="TAG_PRESENTATION_COMPANY" val="大数据"/>
  <p:tag name="TAG_PRESENTATION_SCENE" val="normal"/>
  <p:tag name="TAG_FILE_CATALOG" val="{&quot;title&quot;:&quot;大数据——开启智能时代钥匙&quot;,&quot;catalogs&quot;:[{&quot;catalog&quot;:&quot;大数据概述&quot;,&quot;level&quot;:1,&quot;content&quot;:&quot;&quot;,&quot;picture&quot;:[],&quot;contentType&quot;:&quot;&quot;,&quot;slideType&quot;:&quot;&quot;,&quot;is_leaf&quot;:false,&quot;remark&quot;:&quot;&quot;,&quot;cite_id&quot;:&quot;&quot;,&quot;index&quot;:0,&quot;directoryIndex&quot;:1,&quot;previewIndex&quot;:1},{&quot;catalog&quot;:&quot;大数据的定义&quot;,&quot;level&quot;:3,&quot;content&quot;:&quot;大数据是指规模超出传统处理能力的存储、检索和分析的非结构化数据集。\r&quot;,&quot;picture&quot;:[],&quot;contentType&quot;:&quot;&quot;,&quot;slideType&quot;:&quot;&quot;,&quot;is_leaf&quot;:true,&quot;remark&quot;:&quot;&quot;,&quot;cite_id&quot;:&quot;&quot;,&quot;index&quot;:1,&quot;previewIndex&quot;:2},{&quot;catalog&quot;:&quot;大数据的特征&quot;,&quot;level&quot;:3,&quot;content&quot;:&quot;4V特征：Volume（量）、Velocity（速）、Variety（异）、Veracity（准），体现大数据的全面性。\r&quot;,&quot;picture&quot;:[],&quot;contentType&quot;:&quot;&quot;,&quot;slideType&quot;:&quot;&quot;,&quot;is_leaf&quot;:true,&quot;remark&quot;:&quot;&quot;,&quot;cite_id&quot;:&quot;&quot;,&quot;index&quot;:2,&quot;previewIndex&quot;:2},{&quot;catalog&quot;:&quot;大数据的应用挑战&quot;,&quot;level&quot;:3,&quot;content&quot;:&quot;数据隐私保护和伦理问题是应用中面临的显著挑战，需加强法规建设和技术保护。\r&quot;,&quot;picture&quot;:[],&quot;contentType&quot;:&quot;&quot;,&quot;slideType&quot;:&quot;&quot;,&quot;is_leaf&quot;:true,&quot;remark&quot;:&quot;&quot;,&quot;cite_id&quot;:&quot;&quot;,&quot;index&quot;:3,&quot;previewIndex&quot;:2},{&quot;catalog&quot;:&quot;大数据技术发展&quot;,&quot;level&quot;:1,&quot;content&quot;:&quot;&quot;,&quot;picture&quot;:[],&quot;contentType&quot;:&quot;&quot;,&quot;slideType&quot;:&quot;&quot;,&quot;is_leaf&quot;:false,&quot;remark&quot;:&quot;&quot;,&quot;cite_id&quot;:&quot;&quot;,&quot;index&quot;:4,&quot;directoryIndex&quot;:2,&quot;previewIndex&quot;:1},{&quot;catalog&quot;:&quot;关键技术的演变&quot;,&quot;level&quot;:3,&quot;content&quot;:&quot;从Hadoop到Spark，技术迭代快速，提升数据处理效率和实时能力。\r&quot;,&quot;picture&quot;:[],&quot;contentType&quot;:&quot;&quot;,&quot;slideType&quot;:&quot;&quot;,&quot;is_leaf&quot;:true,&quot;remark&quot;:&quot;&quot;,&quot;cite_id&quot;:&quot;&quot;,&quot;index&quot;:5,&quot;previewIndex&quot;:2},{&quot;catalog&quot;:&quot;云计算与大数据融合&quot;,&quot;level&quot;:3,&quot;content&quot;:&quot;大数据与云计算结合，提供了弹性计算和存储资源，降低了成本。\r&quot;,&quot;picture&quot;:[],&quot;contentType&quot;:&quot;&quot;,&quot;slideType&quot;:&quot;&quot;,&quot;is_leaf&quot;:true,&quot;remark&quot;:&quot;&quot;,&quot;cite_id&quot;:&quot;&quot;,&quot;index&quot;:6,&quot;previewIndex&quot;:2},{&quot;catalog&quot;:&quot;实时大数据处理&quot;,&quot;level&quot;:3,&quot;content&quot;:&quot;实时流处理技术发展，使大数据分析实现秒级响应，决策更加及时。\r&quot;,&quot;picture&quot;:[],&quot;contentType&quot;:&quot;&quot;,&quot;slideType&quot;:&quot;&quot;,&quot;is_leaf&quot;:true,&quot;remark&quot;:&quot;&quot;,&quot;cite_id&quot;:&quot;&quot;,&quot;index&quot;:7,&quot;previewIndex&quot;:2},{&quot;catalog&quot;:&quot;大数据在各领域的应用&quot;,&quot;level&quot;:1,&quot;content&quot;:&quot;&quot;,&quot;picture&quot;:[],&quot;contentType&quot;:&quot;&quot;,&quot;slideType&quot;:&quot;&quot;,&quot;is_leaf&quot;:false,&quot;remark&quot;:&quot;&quot;,&quot;cite_id&quot;:&quot;&quot;,&quot;index&quot;:8,&quot;directoryIndex&quot;:3,&quot;previewIndex&quot;:1},{&quot;catalog&quot;:&quot;金融领域的应用&quot;,&quot;level&quot;:3,&quot;content&quot;:&quot;金融大数据用于风险控制、信贷评估，提升了金融服务的准确性和效率。\r&quot;,&quot;picture&quot;:[],&quot;contentType&quot;:&quot;&quot;,&quot;slideType&quot;:&quot;&quot;,&quot;is_leaf&quot;:true,&quot;remark&quot;:&quot;&quot;,&quot;cite_id&quot;:&quot;&quot;,&quot;index&quot;:9,&quot;previewIndex&quot;:2},{&quot;catalog&quot;:&quot;医疗健康领域的应用&quot;,&quot;level&quot;:3,&quot;content&quot;:&quot;大数据在医疗领域用于疾病预测、远程监控，改善了患者的治疗效果和生活质量。\r&quot;,&quot;picture&quot;:[],&quot;contentType&quot;:&quot;&quot;,&quot;slideType&quot;:&quot;&quot;,&quot;is_leaf&quot;:true,&quot;remark&quot;:&quot;&quot;,&quot;cite_id&quot;:&quot;&quot;,&quot;index&quot;:10,&quot;previewIndex&quot;:2},{&quot;catalog&quot;:&quot;零售领域的应用&quot;,&quot;level&quot;:3,&quot;content&quot;:&quot;大数据分析消费者行为，助力精准营销和个性化推荐，提升销售额。\r&quot;,&quot;picture&quot;:[],&quot;contentType&quot;:&quot;&quot;,&quot;slideType&quot;:&quot;&quot;,&quot;is_leaf&quot;:true,&quot;remark&quot;:&quot;&quot;,&quot;cite_id&quot;:&quot;&quot;,&quot;index&quot;:11,&quot;previewIndex&quot;:2},{&quot;catalog&quot;:&quot;大数据带来的变革&quot;,&quot;level&quot;:1,&quot;content&quot;:&quot;&quot;,&quot;picture&quot;:[],&quot;contentType&quot;:&quot;&quot;,&quot;slideType&quot;:&quot;&quot;,&quot;is_leaf&quot;:false,&quot;remark&quot;:&quot;&quot;,&quot;cite_id&quot;:&quot;&quot;,&quot;index&quot;:12,&quot;directoryIndex&quot;:4,&quot;previewIndex&quot;:1},{&quot;catalog&quot;:&quot;智能决策的支持&quot;,&quot;level&quot;:3,&quot;content&quot;:&quot;大数据分析助力企业智能决策，通过数据驱动提高决策效率和准确性。\r&quot;,&quot;picture&quot;:[],&quot;contentType&quot;:&quot;&quot;,&quot;slideType&quot;:&quot;&quot;,&quot;is_leaf&quot;:true,&quot;remark&quot;:&quot;&quot;,&quot;cite_id&quot;:&quot;&quot;,&quot;index&quot;:13,&quot;previewIndex&quot;:2},{&quot;catalog&quot;:&quot;城市管理的优化&quot;,&quot;level&quot;:3,&quot;content&quot;:&quot;智慧城市建设中，大数据用于交通、环境等管理，提升了城市运行效率。\r&quot;,&quot;picture&quot;:[],&quot;contentType&quot;:&quot;&quot;,&quot;slideType&quot;:&quot;&quot;,&quot;is_leaf&quot;:true,&quot;remark&quot;:&quot;&quot;,&quot;cite_id&quot;:&quot;&quot;,&quot;index&quot;:14,&quot;previewIndex&quot;:2},{&quot;catalog&quot;:&quot;医疗诊断的革新&quot;,&quot;level&quot;:3,&quot;content&quot;:&quot;AI辅助医疗诊断通过大数据分析，提高疾病诊断的准确性和效率。\r&quot;,&quot;picture&quot;:[],&quot;contentType&quot;:&quot;&quot;,&quot;slideType&quot;:&quot;&quot;,&quot;is_leaf&quot;:true,&quot;remark&quot;:&quot;&quot;,&quot;cite_id&quot;:&quot;&quot;,&quot;index&quot;:15,&quot;previewIndex&quot;:2},{&quot;catalog&quot;:&quot;面临的机遇与挑战&quot;,&quot;level&quot;:1,&quot;content&quot;:&quot;&quot;,&quot;picture&quot;:[],&quot;contentType&quot;:&quot;&quot;,&quot;slideType&quot;:&quot;&quot;,&quot;is_leaf&quot;:false,&quot;remark&quot;:&quot;&quot;,&quot;cite_id&quot;:&quot;&quot;,&quot;index&quot;:16,&quot;directoryIndex&quot;:5,&quot;previewIndex&quot;:1},{&quot;catalog&quot;:&quot;数据安全的挑战&quot;,&quot;level&quot;:3,&quot;content&quot;:&quot;随着数据应用的深化，数据泄露事件频发，对数据安全提出了更高要求。\r&quot;,&quot;picture&quot;:[],&quot;contentType&quot;:&quot;&quot;,&quot;slideType&quot;:&quot;&quot;,&quot;is_leaf&quot;:true,&quot;remark&quot;:&quot;&quot;,&quot;cite_id&quot;:&quot;&quot;,&quot;index&quot;:17,&quot;previewIndex&quot;:2},{&quot;catalog&quot;:&quot;人才短缺的挑战&quot;,&quot;level&quot;:3,&quot;content&quot;:&quot;大数据领域需要大量专业人才，当前人才供给不足，制约行业发展。\r&quot;,&quot;picture&quot;:[],&quot;contentType&quot;:&quot;&quot;,&quot;slideType&quot;:&quot;&quot;,&quot;is_leaf&quot;:true,&quot;remark&quot;:&quot;&quot;,&quot;cite_id&quot;:&quot;&quot;,&quot;index&quot;:18,&quot;previewIndex&quot;:2},{&quot;catalog&quot;:&quot;法规与标准的缺失&quot;,&quot;level&quot;:3,&quot;content&quot;:&quot;缺乏统一的大数据法规和标准，导致数据共享和互操作性面临障碍。\r&quot;,&quot;picture&quot;:[],&quot;contentType&quot;:&quot;&quot;,&quot;slideType&quot;:&quot;&quot;,&quot;is_leaf&quot;:true,&quot;remark&quot;:&quot;&quot;,&quot;cite_id&quot;:&quot;&quot;,&quot;index&quot;:19,&quot;previewIndex&quot;:2},{&quot;catalog&quot;:&quot;未来展望与发展趋势&quot;,&quot;level&quot;:1,&quot;content&quot;:&quot;&quot;,&quot;picture&quot;:[],&quot;contentType&quot;:&quot;&quot;,&quot;slideType&quot;:&quot;&quot;,&quot;is_leaf&quot;:false,&quot;remark&quot;:&quot;&quot;,&quot;cite_id&quot;:&quot;&quot;,&quot;index&quot;:20,&quot;directoryIndex&quot;:6,&quot;previewIndex&quot;:1},{&quot;catalog&quot;:&quot;人工智能与大数据的融合&quot;,&quot;level&quot;:3,&quot;content&quot;:&quot;AI技术进一步融合大数据，推动智能化应用的快速发展。\r&quot;,&quot;picture&quot;:[],&quot;contentType&quot;:&quot;&quot;,&quot;slideType&quot;:&quot;&quot;,&quot;is_leaf&quot;:true,&quot;remark&quot;:&quot;&quot;,&quot;cite_id&quot;:&quot;&quot;,&quot;index&quot;:21,&quot;previewIndex&quot;:2},{&quot;catalog&quot;:&quot;大数据分析的深化与个性化&quot;,&quot;level&quot;:3,&quot;content&quot;:&quot;数据分析将更加深入和个性化，满足不同行业和企业的特定需求。\r&quot;,&quot;picture&quot;:[],&quot;contentType&quot;:&quot;&quot;,&quot;slideType&quot;:&quot;&quot;,&quot;is_leaf&quot;:true,&quot;remark&quot;:&quot;&quot;,&quot;cite_id&quot;:&quot;&quot;,&quot;index&quot;:22,&quot;previewIndex&quot;:2},{&quot;catalog&quot;:&quot;全球大数据合作与交流&quot;,&quot;level&quot;:3,&quot;content&quot;:&quot;国际合作加强，共同应对大数据时代的挑战，促进全球数据治理的标准化。\r&quot;,&quot;picture&quot;:[],&quot;contentType&quot;:&quot;&quot;,&quot;slideType&quot;:&quot;&quot;,&quot;is_leaf&quot;:true,&quot;remark&quot;:&quot;&quot;,&quot;cite_id&quot;:&quot;&quot;,&quot;index&quot;:23,&quot;previewIndex&quot;:2}],&quot;enable_update_title&quot;:false}"/>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 name="TAG_PPT_THEMETITLE" val="大数据——开启智能时代钥匙"/>
  <p:tag name="TAG_PPT_THEMEWORD" val="大数据 介绍"/>
  <p:tag name="TAG_PRESENTATION_STYLE" val="商务"/>
  <p:tag name="TAG_CHATPPT" val="1"/>
  <p:tag name="TAG_CHATPAGE_CATLOG_NUM" val="6"/>
</p:tagLst>
</file>

<file path=ppt/tags/tag2.xml><?xml version="1.0" encoding="utf-8"?>
<p:tagLst xmlns:a="http://schemas.openxmlformats.org/drawingml/2006/main" xmlns:r="http://schemas.openxmlformats.org/officeDocument/2006/relationships" xmlns:p="http://schemas.openxmlformats.org/presentationml/2006/main">
  <p:tag name="YOO_CHATPAGE_TYPE" val="TAG_CHATPAGE_COVER"/>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4.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5.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6.xml><?xml version="1.0" encoding="utf-8"?>
<p:tagLst xmlns:a="http://schemas.openxmlformats.org/drawingml/2006/main" xmlns:r="http://schemas.openxmlformats.org/officeDocument/2006/relationships" xmlns:p="http://schemas.openxmlformats.org/presentationml/2006/main">
  <p:tag name="TAG_CHATSHAPE_LINK" val="sp:翻译"/>
  <p:tag name="TAG_CHATSHAPE_SUBTITLE_TYPE" val="TAG_CHATSHAPE_SUBTITLE_ENGLISH"/>
  <p:tag name="YOO_CHATSHAPE_TYPE" val="YOO_CHATSHAPE_SUBTITLE"/>
</p:tagLst>
</file>

<file path=ppt/tags/tag7.xml><?xml version="1.0" encoding="utf-8"?>
<p:tagLst xmlns:a="http://schemas.openxmlformats.org/drawingml/2006/main" xmlns:r="http://schemas.openxmlformats.org/officeDocument/2006/relationships" xmlns:p="http://schemas.openxmlformats.org/presentationml/2006/main">
  <p:tag name="YOO_CHATSHAPE_TYPE" val="YOO_CHATSHAPE_AUTHOR"/>
  <p:tag name="YOO_CHATSHAPE_AUTHOR" val="DaringGryp.."/>
  <p:tag name="TAG_CHATSHAPE_AUTHOR_NICK" val="DaringGryp.."/>
</p:tagLst>
</file>

<file path=ppt/tags/tag8.xml><?xml version="1.0" encoding="utf-8"?>
<p:tagLst xmlns:a="http://schemas.openxmlformats.org/drawingml/2006/main" xmlns:r="http://schemas.openxmlformats.org/officeDocument/2006/relationships" xmlns:p="http://schemas.openxmlformats.org/presentationml/2006/main">
  <p:tag name="YOO_CHATSHAPE_TYPE" val="YOO_CHATSHAPE_DATE"/>
  <p:tag name="YOO_CHATSHAPE_DATE" val="2025/11/2"/>
</p:tagLst>
</file>

<file path=ppt/tags/tag9.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0.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1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4.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5.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xml><?xml version="1.0" encoding="utf-8"?>
<p:tagLst xmlns:a="http://schemas.openxmlformats.org/drawingml/2006/main" xmlns:r="http://schemas.openxmlformats.org/officeDocument/2006/relationships" xmlns:p="http://schemas.openxmlformats.org/presentationml/2006/main">
  <p:tag name="YOO_CHATSHAPE_TYPE" val="YOO_CHATSHAPE_IMAGE"/>
  <p:tag name="TAG_CONTENT_SUBINDEX" val="56"/>
</p:tagLst>
</file>

<file path=ppt/tags/tag17.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8.xml><?xml version="1.0" encoding="utf-8"?>
<p:tagLst xmlns:a="http://schemas.openxmlformats.org/drawingml/2006/main" xmlns:r="http://schemas.openxmlformats.org/officeDocument/2006/relationships" xmlns:p="http://schemas.openxmlformats.org/presentationml/2006/main">
  <p:tag name="YOO_CHATPAGE_TYPE" val="TAG_CHATPAGE_CATALOG"/>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9.xml><?xml version="1.0" encoding="utf-8"?>
<p:tagLst xmlns:a="http://schemas.openxmlformats.org/drawingml/2006/main" xmlns:r="http://schemas.openxmlformats.org/officeDocument/2006/relationships" xmlns:p="http://schemas.openxmlformats.org/presentationml/2006/main">
  <p:tag name="YOO_CHATSHAPE_TYPE" val="YOO_CHATSHAPE_IMAGE"/>
  <p:tag name="TAG_CONTENT_SUBINDEX" val="3"/>
</p:tagLst>
</file>

<file path=ppt/tags/tag20.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1.xml><?xml version="1.0" encoding="utf-8"?>
<p:tagLst xmlns:a="http://schemas.openxmlformats.org/drawingml/2006/main" xmlns:r="http://schemas.openxmlformats.org/officeDocument/2006/relationships" xmlns:p="http://schemas.openxmlformats.org/presentationml/2006/main">
  <p:tag name="TAG_CONTENT_SUBINDEX" val="26"/>
  <p:tag name="YOO_CHATSHAPE_TYPE" val="YOO_CHATSHAPE_SUBTITLE"/>
</p:tagLst>
</file>

<file path=ppt/tags/tag22.xml><?xml version="1.0" encoding="utf-8"?>
<p:tagLst xmlns:a="http://schemas.openxmlformats.org/drawingml/2006/main" xmlns:r="http://schemas.openxmlformats.org/officeDocument/2006/relationships" xmlns:p="http://schemas.openxmlformats.org/presentationml/2006/main">
  <p:tag name="TAG_CONTENT_SUBINDEX" val="27"/>
  <p:tag name="YOO_CHATSHAPE_TYPE" val="YOO_CHATSHAPE_SUBTITLE"/>
</p:tagLst>
</file>

<file path=ppt/tags/tag2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4.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DIAGRAM_INDEX" val="377fa9379806401aa494cb1f40797160"/>
  <p:tag name="TAG_CHAT_DIAGRAM_ID" val="bab963e5-d096-49fa-bd0b-2b813184543c"/>
  <p:tag name="TAG_CONTENT_GROUPCOUNT" val="6"/>
  <p:tag name="TAG_CONTENT_GROUPINDEX" val="1"/>
  <p:tag name="TAG_CONTENT_SUBINDEX" val="1"/>
</p:tagLst>
</file>

<file path=ppt/tags/tag25.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DIAGRAM_INDEX" val="377fa9379806401aa494cb1f40797160"/>
  <p:tag name="TAG_CHAT_DIAGRAM_ID" val="bab963e5-d096-49fa-bd0b-2b813184543c"/>
  <p:tag name="TAG_CONTENT_GROUPCOUNT" val="6"/>
  <p:tag name="TAG_CONTENT_GROUPINDEX" val="2"/>
  <p:tag name="TAG_CONTENT_SUBINDEX" val="2"/>
</p:tagLst>
</file>

<file path=ppt/tags/tag26.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DIAGRAM_INDEX" val="377fa9379806401aa494cb1f40797160"/>
  <p:tag name="TAG_CHAT_DIAGRAM_ID" val="bab963e5-d096-49fa-bd0b-2b813184543c"/>
  <p:tag name="TAG_CONTENT_GROUPCOUNT" val="6"/>
  <p:tag name="TAG_CONTENT_GROUPINDEX" val="3"/>
  <p:tag name="TAG_CONTENT_SUBINDEX" val="3"/>
</p:tagLst>
</file>

<file path=ppt/tags/tag27.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DIAGRAM_INDEX" val="377fa9379806401aa494cb1f40797160"/>
  <p:tag name="TAG_CHAT_DIAGRAM_ID" val="bab963e5-d096-49fa-bd0b-2b813184543c"/>
  <p:tag name="TAG_CONTENT_GROUPCOUNT" val="6"/>
  <p:tag name="TAG_CONTENT_GROUPINDEX" val="4"/>
  <p:tag name="TAG_CONTENT_SUBINDEX" val="4"/>
</p:tagLst>
</file>

<file path=ppt/tags/tag28.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DIAGRAM_INDEX" val="377fa9379806401aa494cb1f40797160"/>
  <p:tag name="TAG_CHAT_DIAGRAM_ID" val="bab963e5-d096-49fa-bd0b-2b813184543c"/>
  <p:tag name="TAG_CONTENT_GROUPCOUNT" val="6"/>
  <p:tag name="TAG_CONTENT_GROUPINDEX" val="5"/>
  <p:tag name="TAG_CONTENT_SUBINDEX" val="5"/>
</p:tagLst>
</file>

<file path=ppt/tags/tag29.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0.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3.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DIAGRAM_INDEX" val="377fa9379806401aa494cb1f40797160"/>
  <p:tag name="TAG_CHAT_DIAGRAM_ID" val="bab963e5-d096-49fa-bd0b-2b813184543c"/>
  <p:tag name="TAG_CONTENT_GROUPCOUNT" val="6"/>
  <p:tag name="TAG_CONTENT_GROUPINDEX" val="6"/>
  <p:tag name="TAG_CONTENT_SUBINDEX" val="6"/>
</p:tagLst>
</file>

<file path=ppt/tags/tag34.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b07ff79456ec4384a693a660772543ae"/>
</p:tagLst>
</file>

<file path=ppt/tags/tag35.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6"/>
  <p:tag name="YOO_CHATSHAPE_TYPE" val="YOO_CHATSHAPE_NUM"/>
  <p:tag name="YOO_CHAT_DIAGRAM_SHAPETYPE" val="YOO_CHAT_DIAGRAM_NUM"/>
  <p:tag name="TAG_CHAT_DIAGRAM_ID" val="66736851-bb04-4929-845e-02b37c77259f"/>
  <p:tag name="TAG_CHAT_DIAGRAM_ALIGN" val="VAlign"/>
  <p:tag name="TAG_CHAT_DIAGRAM_GROUP" val="6"/>
  <p:tag name="TAG_CONTENT_GROUPINDEX" val="6"/>
</p:tagLst>
</file>

<file path=ppt/tags/tag36.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6"/>
  <p:tag name="YOO_CHATSHAPE_TYPE" val="YOO_CHATSHAPE_ITEM"/>
  <p:tag name="YOO_CHAT_DIAGRAM_SHAPETYPE" val="YOO_CHATSHAPE_DIAGRAM_TITLE"/>
  <p:tag name="TAG_CHAT_DIAGRAM_ID" val="66736851-bb04-4929-845e-02b37c77259f"/>
  <p:tag name="TAG_CHAT_DIAGRAM_ALIGN" val="VAlign"/>
  <p:tag name="TAG_CHAT_DIAGRAM_GROUP" val="6"/>
  <p:tag name="TAG_CONTENT_GROUPINDEX" val="6"/>
</p:tagLst>
</file>

<file path=ppt/tags/tag37.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5"/>
  <p:tag name="YOO_CHATSHAPE_TYPE" val="YOO_CHATSHAPE_NUM"/>
  <p:tag name="YOO_CHAT_DIAGRAM_SHAPETYPE" val="YOO_CHAT_DIAGRAM_NUM"/>
  <p:tag name="TAG_CHAT_DIAGRAM_ID" val="66736851-bb04-4929-845e-02b37c77259f"/>
  <p:tag name="TAG_CHAT_DIAGRAM_ALIGN" val="VAlign"/>
  <p:tag name="TAG_CHAT_DIAGRAM_GROUP" val="5"/>
  <p:tag name="TAG_CONTENT_GROUPINDEX" val="5"/>
</p:tagLst>
</file>

<file path=ppt/tags/tag38.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5"/>
  <p:tag name="YOO_CHATSHAPE_TYPE" val="YOO_CHATSHAPE_ITEM"/>
  <p:tag name="YOO_CHAT_DIAGRAM_SHAPETYPE" val="YOO_CHATSHAPE_DIAGRAM_TITLE"/>
  <p:tag name="TAG_CHAT_DIAGRAM_ID" val="66736851-bb04-4929-845e-02b37c77259f"/>
  <p:tag name="TAG_CHAT_DIAGRAM_ALIGN" val="VAlign"/>
  <p:tag name="TAG_CHAT_DIAGRAM_GROUP" val="5"/>
  <p:tag name="TAG_CONTENT_GROUPINDEX" val="5"/>
</p:tagLst>
</file>

<file path=ppt/tags/tag39.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4"/>
  <p:tag name="YOO_CHATSHAPE_TYPE" val="YOO_CHATSHAPE_NUM"/>
  <p:tag name="YOO_CHAT_DIAGRAM_SHAPETYPE" val="YOO_CHAT_DIAGRAM_NUM"/>
  <p:tag name="TAG_CHAT_DIAGRAM_ID" val="66736851-bb04-4929-845e-02b37c77259f"/>
  <p:tag name="TAG_CHAT_DIAGRAM_ALIGN" val="VAlign"/>
  <p:tag name="TAG_CHAT_DIAGRAM_GROUP" val="4"/>
  <p:tag name="TAG_CONTENT_GROUPINDEX" val="4"/>
</p:tagLst>
</file>

<file path=ppt/tags/tag40.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4"/>
  <p:tag name="YOO_CHATSHAPE_TYPE" val="YOO_CHATSHAPE_ITEM"/>
  <p:tag name="YOO_CHAT_DIAGRAM_SHAPETYPE" val="YOO_CHATSHAPE_DIAGRAM_TITLE"/>
  <p:tag name="TAG_CHAT_DIAGRAM_ID" val="66736851-bb04-4929-845e-02b37c77259f"/>
  <p:tag name="TAG_CHAT_DIAGRAM_ALIGN" val="VAlign"/>
  <p:tag name="TAG_CHAT_DIAGRAM_GROUP" val="4"/>
  <p:tag name="TAG_CONTENT_GROUPINDEX" val="4"/>
</p:tagLst>
</file>

<file path=ppt/tags/tag41.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3"/>
  <p:tag name="YOO_CHATSHAPE_TYPE" val="YOO_CHATSHAPE_NUM"/>
  <p:tag name="YOO_CHAT_DIAGRAM_SHAPETYPE" val="YOO_CHAT_DIAGRAM_NUM"/>
  <p:tag name="TAG_CHAT_DIAGRAM_ID" val="66736851-bb04-4929-845e-02b37c77259f"/>
  <p:tag name="TAG_CHAT_DIAGRAM_ALIGN" val="VAlign"/>
  <p:tag name="TAG_CHAT_DIAGRAM_GROUP" val="3"/>
  <p:tag name="TAG_CONTENT_GROUPINDEX" val="3"/>
</p:tagLst>
</file>

<file path=ppt/tags/tag42.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3"/>
  <p:tag name="YOO_CHATSHAPE_TYPE" val="YOO_CHATSHAPE_ITEM"/>
  <p:tag name="YOO_CHAT_DIAGRAM_SHAPETYPE" val="YOO_CHATSHAPE_DIAGRAM_TITLE"/>
  <p:tag name="TAG_CHAT_DIAGRAM_ID" val="66736851-bb04-4929-845e-02b37c77259f"/>
  <p:tag name="TAG_CHAT_DIAGRAM_ALIGN" val="VAlign"/>
  <p:tag name="TAG_CHAT_DIAGRAM_GROUP" val="3"/>
  <p:tag name="TAG_CONTENT_GROUPINDEX" val="3"/>
</p:tagLst>
</file>

<file path=ppt/tags/tag43.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2"/>
  <p:tag name="YOO_CHATSHAPE_TYPE" val="YOO_CHATSHAPE_NUM"/>
  <p:tag name="YOO_CHAT_DIAGRAM_SHAPETYPE" val="YOO_CHAT_DIAGRAM_NUM"/>
  <p:tag name="TAG_CHAT_DIAGRAM_ID" val="66736851-bb04-4929-845e-02b37c77259f"/>
  <p:tag name="TAG_CHAT_DIAGRAM_ALIGN" val="VAlign"/>
  <p:tag name="TAG_CHAT_DIAGRAM_GROUP" val="2"/>
  <p:tag name="TAG_CONTENT_GROUPINDEX" val="2"/>
</p:tagLst>
</file>

<file path=ppt/tags/tag44.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2"/>
  <p:tag name="YOO_CHATSHAPE_TYPE" val="YOO_CHATSHAPE_ITEM"/>
  <p:tag name="YOO_CHAT_DIAGRAM_SHAPETYPE" val="YOO_CHATSHAPE_DIAGRAM_TITLE"/>
  <p:tag name="TAG_CHAT_DIAGRAM_ID" val="66736851-bb04-4929-845e-02b37c77259f"/>
  <p:tag name="TAG_CHAT_DIAGRAM_ALIGN" val="VAlign"/>
  <p:tag name="TAG_CHAT_DIAGRAM_GROUP" val="2"/>
  <p:tag name="TAG_CONTENT_GROUPINDEX" val="2"/>
</p:tagLst>
</file>

<file path=ppt/tags/tag45.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1"/>
  <p:tag name="YOO_CHATSHAPE_TYPE" val="YOO_CHATSHAPE_NUM"/>
  <p:tag name="YOO_CHAT_DIAGRAM_SHAPETYPE" val="YOO_CHAT_DIAGRAM_NUM"/>
  <p:tag name="TAG_CHAT_DIAGRAM_ID" val="66736851-bb04-4929-845e-02b37c77259f"/>
  <p:tag name="TAG_CHAT_DIAGRAM_ALIGN" val="VAlign"/>
  <p:tag name="TAG_CHAT_DIAGRAM_GROUP" val="1"/>
  <p:tag name="TAG_CONTENT_GROUPINDEX" val="1"/>
</p:tagLst>
</file>

<file path=ppt/tags/tag46.xml><?xml version="1.0" encoding="utf-8"?>
<p:tagLst xmlns:a="http://schemas.openxmlformats.org/drawingml/2006/main" xmlns:r="http://schemas.openxmlformats.org/officeDocument/2006/relationships" xmlns:p="http://schemas.openxmlformats.org/presentationml/2006/main">
  <p:tag name="TAG_CONTENT_DIAGRAM_INDEX" val="377fa9379806401aa494cb1f40797160"/>
  <p:tag name="TAG_CHAT_DIAGRAM_ALIGN_COLNUM" val="1"/>
  <p:tag name="TAG_CHAT_DIAGRAM_LAYOUT" val="0"/>
  <p:tag name="TAG_CONTENT_GROUPCOUNT" val="6"/>
  <p:tag name="TAG_CONTENT_SUBINDEX" val="1"/>
  <p:tag name="YOO_CHATSHAPE_TYPE" val="YOO_CHATSHAPE_ITEM"/>
  <p:tag name="YOO_CHAT_DIAGRAM_SHAPETYPE" val="YOO_CHATSHAPE_DIAGRAM_TITLE"/>
  <p:tag name="TAG_CHAT_DIAGRAM_ID" val="66736851-bb04-4929-845e-02b37c77259f"/>
  <p:tag name="TAG_CHAT_DIAGRAM_ALIGN" val="VAlign"/>
  <p:tag name="TAG_CHAT_DIAGRAM_GROUP" val="1"/>
  <p:tag name="TAG_CONTENT_GROUPINDEX" val="1"/>
</p:tagLst>
</file>

<file path=ppt/tags/tag47.xml><?xml version="1.0" encoding="utf-8"?>
<p:tagLst xmlns:a="http://schemas.openxmlformats.org/drawingml/2006/main" xmlns:r="http://schemas.openxmlformats.org/officeDocument/2006/relationships" xmlns:p="http://schemas.openxmlformats.org/presentationml/2006/main">
  <p:tag name="TAG_CONTENT_TYPE" val="二级大纲3"/>
  <p:tag name="YOO_CHATPAGE_TYPE" val="TAG_CHATPAGE_MULTCONTENT"/>
  <p:tag name="YOO_CHATSHAPE_TITLE" val="大数据概述"/>
  <p:tag name="TAG_CHATPAGE_CATALOG" val="大数据概述"/>
  <p:tag name="YOO_CHATSHAPE_NUM" val="1"/>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48.xml><?xml version="1.0" encoding="utf-8"?>
<p:tagLst xmlns:a="http://schemas.openxmlformats.org/drawingml/2006/main" xmlns:r="http://schemas.openxmlformats.org/officeDocument/2006/relationships" xmlns:p="http://schemas.openxmlformats.org/presentationml/2006/main">
  <p:tag name="YOO_CHATSHAPE_TYPE" val="YOO_CHATSHAPE_SUBTITLE"/>
  <p:tag name="TAG_CONTENT_DIAGRAM_INDEX" val="b07ff79456ec4384a693a660772543ae"/>
  <p:tag name="TAG_CHATSHAPE_LINK" val="sp:简述"/>
</p:tagLst>
</file>

<file path=ppt/tags/tag49.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NUM"/>
  <p:tag name="TAG_CONTENT_GROUPINDEX" val="1"/>
  <p:tag name="TAG_CONTENT_DIAGRAM_INDEX" val="ca82105bf6404567883ea7c7b44386e8"/>
  <p:tag name="TAG_CONTENT_SUBINDEX" val="1"/>
</p:tagLst>
</file>

<file path=ppt/tags/tag50.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1"/>
  <p:tag name="TAG_CONTENT_DIAGRAM_INDEX" val="ca82105bf6404567883ea7c7b44386e8"/>
  <p:tag name="TAG_CONTENT_SUBINDEX" val="1"/>
</p:tagLst>
</file>

<file path=ppt/tags/tag51.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1"/>
  <p:tag name="TAG_CONTENT_DIAGRAM_INDEX" val="ca82105bf6404567883ea7c7b44386e8"/>
  <p:tag name="TAG_CONTENT_SUBINDEX" val="1"/>
</p:tagLst>
</file>

<file path=ppt/tags/tag52.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NUM"/>
  <p:tag name="TAG_CONTENT_GROUPINDEX" val="2"/>
  <p:tag name="TAG_CONTENT_DIAGRAM_INDEX" val="ca82105bf6404567883ea7c7b44386e8"/>
  <p:tag name="TAG_CONTENT_SUBINDEX" val="2"/>
</p:tagLst>
</file>

<file path=ppt/tags/tag53.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2"/>
  <p:tag name="TAG_CONTENT_DIAGRAM_INDEX" val="ca82105bf6404567883ea7c7b44386e8"/>
  <p:tag name="TAG_CONTENT_SUBINDEX" val="2"/>
</p:tagLst>
</file>

<file path=ppt/tags/tag54.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2"/>
  <p:tag name="TAG_CONTENT_DIAGRAM_INDEX" val="ca82105bf6404567883ea7c7b44386e8"/>
  <p:tag name="TAG_CONTENT_SUBINDEX" val="2"/>
</p:tagLst>
</file>

<file path=ppt/tags/tag55.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NUM"/>
  <p:tag name="TAG_CONTENT_GROUPINDEX" val="3"/>
  <p:tag name="TAG_CONTENT_DIAGRAM_INDEX" val="ca82105bf6404567883ea7c7b44386e8"/>
  <p:tag name="TAG_CONTENT_SUBINDEX" val="3"/>
</p:tagLst>
</file>

<file path=ppt/tags/tag56.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3"/>
  <p:tag name="TAG_CONTENT_DIAGRAM_INDEX" val="ca82105bf6404567883ea7c7b44386e8"/>
  <p:tag name="TAG_CONTENT_SUBINDEX" val="3"/>
</p:tagLst>
</file>

<file path=ppt/tags/tag57.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3"/>
  <p:tag name="TAG_CONTENT_DIAGRAM_INDEX" val="ca82105bf6404567883ea7c7b44386e8"/>
  <p:tag name="TAG_CONTENT_SUBINDEX" val="3"/>
</p:tagLst>
</file>

<file path=ppt/tags/tag5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ca82105bf6404567883ea7c7b44386e8"/>
  <p:tag name="TAG_CONTENT_SUBINDEX" val="1"/>
</p:tagLst>
</file>

<file path=ppt/tags/tag59.xml><?xml version="1.0" encoding="utf-8"?>
<p:tagLst xmlns:a="http://schemas.openxmlformats.org/drawingml/2006/main" xmlns:r="http://schemas.openxmlformats.org/officeDocument/2006/relationships" xmlns:p="http://schemas.openxmlformats.org/presentationml/2006/main">
  <p:tag name="TAG_CHATSHAPE_IMAGE_FILE" val="C:\Users\qbz95\AppData\Roaming\BIYOO\temp\a1b756c0766e441ca360e70e27c4fea8.cc0"/>
  <p:tag name="TAG_CHATSHAPE_IMAGE_URL" val="https://image.yoojober.com/motion/resource-photo/ori/d8d/d8d79d7634a4ab0b3f373399be1eea90.jpg-chatppt.cc0"/>
  <p:tag name="YOO_CHATSHAPE_TYPE" val="YOO_CHATSHAPE_IMAGE"/>
  <p:tag name="TAG_CONTENT_DIAGRAM_INDEX" val="b07ff79456ec4384a693a660772543ae"/>
</p:tagLst>
</file>

<file path=ppt/tags/tag60.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ca82105bf6404567883ea7c7b44386e8"/>
  <p:tag name="TAG_CONTENT_SUBINDEX" val="2"/>
</p:tagLst>
</file>

<file path=ppt/tags/tag61.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ca82105bf6404567883ea7c7b44386e8"/>
  <p:tag name="TAG_CONTENT_SUBINDEX" val="1"/>
  <p:tag name="TAG_CHATSHAPE_LINK" val="sp:子标题1"/>
</p:tagLst>
</file>

<file path=ppt/tags/tag62.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ca82105bf6404567883ea7c7b44386e8"/>
  <p:tag name="TAG_CONTENT_SUBINDEX" val="1"/>
  <p:tag name="TAG_CHATSHAPE_LINK" val="sp:子标题1"/>
</p:tagLst>
</file>

<file path=ppt/tags/tag63.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ca82105bf6404567883ea7c7b44386e8"/>
  <p:tag name="TAG_CONTENT_SUBINDEX" val="1"/>
  <p:tag name="TAG_CHATSHAPE_LINK" val="sp:子标题1"/>
</p:tagLst>
</file>

<file path=ppt/tags/tag64.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ca82105bf6404567883ea7c7b44386e8"/>
  <p:tag name="TAG_CONTENT_SUBINDEX" val="2"/>
  <p:tag name="TAG_CHATSHAPE_LINK" val="sp:子标题2"/>
</p:tagLst>
</file>

<file path=ppt/tags/tag65.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ca82105bf6404567883ea7c7b44386e8"/>
  <p:tag name="TAG_CONTENT_SUBINDEX" val="2"/>
  <p:tag name="TAG_CHATSHAPE_LINK" val="sp:子标题2"/>
</p:tagLst>
</file>

<file path=ppt/tags/tag66.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ca82105bf6404567883ea7c7b44386e8"/>
  <p:tag name="TAG_CONTENT_SUBINDEX" val="2"/>
  <p:tag name="TAG_CHATSHAPE_LINK" val="sp:子标题2"/>
</p:tagLst>
</file>

<file path=ppt/tags/tag67.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ca82105bf6404567883ea7c7b44386e8"/>
  <p:tag name="TAG_CONTENT_SUBINDEX" val="3"/>
  <p:tag name="TAG_CHATSHAPE_LINK" val="sp:子标题3"/>
</p:tagLst>
</file>

<file path=ppt/tags/tag6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ca82105bf6404567883ea7c7b44386e8"/>
  <p:tag name="TAG_CONTENT_SUBINDEX" val="3"/>
  <p:tag name="TAG_CHATSHAPE_LINK" val="sp:子标题3"/>
</p:tagLst>
</file>

<file path=ppt/tags/tag69.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ca82105bf6404567883ea7c7b44386e8"/>
  <p:tag name="TAG_CONTENT_SUBINDEX" val="3"/>
  <p:tag name="TAG_CHATSHAPE_LINK" val="sp:子标题3"/>
</p:tagLst>
</file>

<file path=ppt/tags/tag70.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b07ff79456ec4384a693a660772543ae"/>
</p:tagLst>
</file>

<file path=ppt/tags/tag71.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72.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1bcc7291f3184127b9efac284a31b7ef"/>
</p:tagLst>
</file>

<file path=ppt/tags/tag73.xml><?xml version="1.0" encoding="utf-8"?>
<p:tagLst xmlns:a="http://schemas.openxmlformats.org/drawingml/2006/main" xmlns:r="http://schemas.openxmlformats.org/officeDocument/2006/relationships" xmlns:p="http://schemas.openxmlformats.org/presentationml/2006/main">
  <p:tag name="TAG_CONTENT_TYPE" val="1标题1内容0图"/>
  <p:tag name="YOO_CHATPAGE_TYPE" val="TAG_CHATPAGE_CONTENT"/>
  <p:tag name="YOO_CHATSHAPE_TITLE" val="大数据技术发展"/>
  <p:tag name="TAG_CHATPAGE_CATALOG" val="大数据技术发展"/>
  <p:tag name="YOO_CHATSHAPE_NUM" val="2"/>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74.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1bcc7291f3184127b9efac284a31b7ef"/>
</p:tagLst>
</file>

<file path=ppt/tags/tag75.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1bcc7291f3184127b9efac284a31b7ef"/>
</p:tagLst>
</file>

<file path=ppt/tags/tag76.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1bcc7291f3184127b9efac284a31b7ef"/>
</p:tagLst>
</file>

<file path=ppt/tags/tag77.xml><?xml version="1.0" encoding="utf-8"?>
<p:tagLst xmlns:a="http://schemas.openxmlformats.org/drawingml/2006/main" xmlns:r="http://schemas.openxmlformats.org/officeDocument/2006/relationships" xmlns:p="http://schemas.openxmlformats.org/presentationml/2006/main">
  <p:tag name="YOO_CHATSHAPE_TYPE" val="YOO_CHATSHAPE_CONTENT"/>
  <p:tag name="TAG_CONTENT_DIAGRAM_INDEX" val="1bcc7291f3184127b9efac284a31b7ef"/>
</p:tagLst>
</file>

<file path=ppt/tags/tag78.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79.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13285c54e27d470fa7ba7f7cbf788b9f"/>
</p:tagLst>
</file>

<file path=ppt/tags/tag80.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8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8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83.xml><?xml version="1.0" encoding="utf-8"?>
<p:tagLst xmlns:a="http://schemas.openxmlformats.org/drawingml/2006/main" xmlns:r="http://schemas.openxmlformats.org/officeDocument/2006/relationships" xmlns:p="http://schemas.openxmlformats.org/presentationml/2006/main">
  <p:tag name="TAG_CONTENT_TYPE" val="二级大纲3"/>
  <p:tag name="YOO_CHATPAGE_TYPE" val="TAG_CHATPAGE_MULTCONTENT"/>
  <p:tag name="YOO_CHATSHAPE_TITLE" val="大数据在各领域的应用"/>
  <p:tag name="TAG_CHATPAGE_CATALOG" val="大数据在各领域的应用"/>
  <p:tag name="YOO_CHATSHAPE_NUM" val="3"/>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84.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13285c54e27d470fa7ba7f7cbf788b9f"/>
</p:tagLst>
</file>

<file path=ppt/tags/tag85.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df340848df7444a187e20fc285541a7c"/>
  <p:tag name="TAG_CONTENT_SUBINDEX" val="1"/>
  <p:tag name="TAG_CHATSHAPE_LINK" val="sp:子标题1"/>
</p:tagLst>
</file>

<file path=ppt/tags/tag86.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df340848df7444a187e20fc285541a7c"/>
  <p:tag name="TAG_CONTENT_SUBINDEX" val="3"/>
  <p:tag name="TAG_CHATSHAPE_LINK" val="sp:子标题3"/>
</p:tagLst>
</file>

<file path=ppt/tags/tag87.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df340848df7444a187e20fc285541a7c"/>
  <p:tag name="TAG_CONTENT_SUBINDEX" val="2"/>
  <p:tag name="TAG_CHATSHAPE_LINK" val="sp:子标题2"/>
</p:tagLst>
</file>

<file path=ppt/tags/tag8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df340848df7444a187e20fc285541a7c"/>
  <p:tag name="TAG_CONTENT_SUBINDEX" val="3"/>
  <p:tag name="TAG_CHATSHAPE_LINK" val="sp:子标题3"/>
</p:tagLst>
</file>

<file path=ppt/tags/tag89.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9.9478 28.8071C13.8691 37.6813 21.9325 41.1902 28 44.0001C30.6324 45.2192 31.3283 40.2832 30.2772 37.3091C29.3933 34.8081 27.6256 32.0048 27.6256 32.0048H34.7316C36.665 32.0048 38.2322 30.4376 38.2322 28.5042C38.2322 26.5709 36.665 25.0036 34.7316 25.0036H36.4994C38.4327 25.0036 40 23.4364 40 21.5031C40 19.5697 38.4327 18.0025 36.4994 18.0025H32.9639C34.8972 18.0025 36.4644 16.4352 36.4644 14.5019C36.4644 12.5685 34.8972 11.0013 32.9639 11.0013H30.3122C32.2455 11.0013 33.8128 9.43401 33.8128 7.50068C33.8128 5.56735 32.2481 4.00008 30.3148 4.00008H19.6706C16.577 4.00008 12.5995 5.80317 9.9478 10.8044C7.40591 15.5985 7.29614 22.8061 9.9478 28.8071Z&quot; fill=&quot;#2F88FF&quot; stroke=&quot;black&quot; stroke-width=&quot;4&quot; stroke-linecap=&quot;round&quot; stroke-linejoin=&quot;round&quot;/&gt;&#10;&lt;/svg&gt;"/>
  <p:tag name="YOO_CHATSHAPE_ICON_STRING" val="大数据在各领域的应用"/>
  <p:tag name="YOO_CHATSHAPE_TYPE" val="YOO_CHATSHAPE_ICON"/>
  <p:tag name="TAG_CONTENT_GROUPINDEX" val="3"/>
  <p:tag name="TAG_CONTENT_DIAGRAM_INDEX" val="df340848df7444a187e20fc285541a7c"/>
  <p:tag name="TAG_CONTENT_SUBINDEX" val="3"/>
</p:tagLst>
</file>

<file path=ppt/tags/tag90.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df340848df7444a187e20fc285541a7c"/>
  <p:tag name="TAG_CONTENT_SUBINDEX" val="1"/>
  <p:tag name="TAG_CHATSHAPE_LINK" val="sp:子标题1"/>
</p:tagLst>
</file>

<file path=ppt/tags/tag91.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35 32.1333V34C35 35.6569 33.6569 37 32 37H7C5.34315 37 4 35.6569 4 34V31.1333L44 12&quot; stroke=&quot;black&quot; stroke-width=&quot;4&quot; stroke-linecap=&quot;round&quot; stroke-linejoin=&quot;round&quot;/&gt;&#10;&lt;path d=&quot;M35 15.8667V14C35 12.3431 33.6569 11 32 11H7C5.34315 11 4 12.3431 4 14V16.8667L44 36&quot; stroke=&quot;black&quot; stroke-width=&quot;4&quot; stroke-linecap=&quot;round&quot; stroke-linejoin=&quot;round&quot;/&gt;&#10;&lt;/svg&gt;"/>
  <p:tag name="YOO_CHATSHAPE_ICON_STRING" val="大数据在各领域的应用"/>
  <p:tag name="YOO_CHATSHAPE_TYPE" val="YOO_CHATSHAPE_ICON"/>
  <p:tag name="TAG_CONTENT_GROUPINDEX" val="1"/>
  <p:tag name="TAG_CONTENT_DIAGRAM_INDEX" val="df340848df7444a187e20fc285541a7c"/>
  <p:tag name="TAG_CONTENT_SUBINDEX" val="1"/>
</p:tagLst>
</file>

<file path=ppt/tags/tag92.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df340848df7444a187e20fc285541a7c"/>
  <p:tag name="TAG_CONTENT_SUBINDEX" val="2"/>
  <p:tag name="TAG_CHATSHAPE_LINK" val="sp:子标题2"/>
</p:tagLst>
</file>

<file path=ppt/tags/tag93.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18 4H6C4.89543 4 4 4.89543 4 6V18C4 19.1046 4.89543 20 6 20H18C19.1046 20 20 19.1046 20 18V6C20 4.89543 19.1046 4 18 4Z&quot; fill=&quot;#2F88FF&quot; stroke=&quot;black&quot; stroke-width=&quot;4&quot; stroke-linejoin=&quot;round&quot;/&gt;&#10;&lt;path d=&quot;M18 28H6C4.89543 28 4 28.8954 4 30V42C4 43.1046 4.89543 44 6 44H18C19.1046 44 20 43.1046 20 42V30C20 28.8954 19.1046 28 18 28Z&quot; fill=&quot;#2F88FF&quot; stroke=&quot;black&quot; stroke-width=&quot;4&quot; stroke-linejoin=&quot;round&quot;/&gt;&#10;&lt;path d=&quot;M42 4H30C28.8954 4 28 4.89543 28 6V18C28 19.1046 28.8954 20 30 20H42C43.1046 20 44 19.1046 44 18V6C44 4.89543 43.1046 4 42 4Z&quot; fill=&quot;#2F88FF&quot; stroke=&quot;black&quot; stroke-width=&quot;4&quot; stroke-linejoin=&quot;round&quot;/&gt;&#10;&lt;path d=&quot;M28 28H44&quot; stroke=&quot;black&quot; stroke-width=&quot;4&quot; stroke-linecap=&quot;round&quot; stroke-linejoin=&quot;round&quot;/&gt;&#10;&lt;path d=&quot;M36 36H44&quot; stroke=&quot;black&quot; stroke-width=&quot;4&quot; stroke-linecap=&quot;round&quot; stroke-linejoin=&quot;round&quot;/&gt;&#10;&lt;path d=&quot;M28 44H44&quot; stroke=&quot;black&quot; stroke-width=&quot;4&quot; stroke-linecap=&quot;round&quot; stroke-linejoin=&quot;round&quot;/&gt;&#10;&lt;/svg&gt;"/>
  <p:tag name="YOO_CHATSHAPE_ICON_STRING" val="大数据在各领域的应用"/>
  <p:tag name="YOO_CHATSHAPE_TYPE" val="YOO_CHATSHAPE_ICON"/>
  <p:tag name="TAG_CONTENT_GROUPINDEX" val="2"/>
  <p:tag name="TAG_CONTENT_DIAGRAM_INDEX" val="df340848df7444a187e20fc285541a7c"/>
  <p:tag name="TAG_CONTENT_SUBINDEX" val="2"/>
</p:tagLst>
</file>

<file path=ppt/tags/tag94.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1"/>
  <p:tag name="TAG_CONTENT_DIAGRAM_INDEX" val="df340848df7444a187e20fc285541a7c"/>
  <p:tag name="TAG_CONTENT_SUBINDEX" val="1"/>
</p:tagLst>
</file>

<file path=ppt/tags/tag95.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1"/>
  <p:tag name="TAG_CONTENT_DIAGRAM_INDEX" val="df340848df7444a187e20fc285541a7c"/>
  <p:tag name="TAG_CONTENT_SUBINDEX" val="1"/>
</p:tagLst>
</file>

<file path=ppt/tags/tag96.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2"/>
  <p:tag name="TAG_CONTENT_DIAGRAM_INDEX" val="df340848df7444a187e20fc285541a7c"/>
  <p:tag name="TAG_CONTENT_SUBINDEX" val="2"/>
</p:tagLst>
</file>

<file path=ppt/tags/tag97.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2"/>
  <p:tag name="TAG_CONTENT_DIAGRAM_INDEX" val="df340848df7444a187e20fc285541a7c"/>
  <p:tag name="TAG_CONTENT_SUBINDEX" val="2"/>
</p:tagLst>
</file>

<file path=ppt/tags/tag9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3"/>
  <p:tag name="TAG_CONTENT_DIAGRAM_INDEX" val="df340848df7444a187e20fc285541a7c"/>
  <p:tag name="TAG_CONTENT_SUBINDEX" val="3"/>
</p:tagLst>
</file>

<file path=ppt/tags/tag99.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3"/>
  <p:tag name="TAG_CONTENT_DIAGRAM_INDEX" val="df340848df7444a187e20fc285541a7c"/>
  <p:tag name="TAG_CONTENT_SUBINDEX" val="3"/>
</p:tagLst>
</file>

<file path=ppt/tags/tag100.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44 38V10C44 8.89543 43.1046 8 42 8H6C4.89543 8 4 8.89543 4 10V38C4 39.1046 4.89543 40 6 40H42C43.1046 40 44 39.1046 44 38Z&quot; fill=&quot;#2F88FF&quot; stroke=&quot;black&quot; stroke-width=&quot;4&quot; stroke-linecap=&quot;round&quot; stroke-linejoin=&quot;round&quot;/&gt;&#10;&lt;path d=&quot;M24.9999 8C24.9999 8 19.9999 18 20.9999 25H26.9999L27.9999 40&quot; stroke=&quot;white&quot; stroke-width=&quot;4&quot; stroke-linecap=&quot;round&quot; stroke-linejoin=&quot;round&quot;/&gt;&#10;&lt;path d=&quot;M34 40H22&quot; stroke=&quot;black&quot; stroke-width=&quot;4&quot; stroke-linecap=&quot;round&quot; stroke-linejoin=&quot;round&quot;/&gt;&#10;&lt;path d=&quot;M30 8H18&quot; stroke=&quot;black&quot; stroke-width=&quot;4&quot; stroke-linecap=&quot;round&quot; stroke-linejoin=&quot;round&quot;/&gt;&#10;&lt;path d=&quot;M34 16V18&quot; stroke=&quot;white&quot; stroke-width=&quot;4&quot; stroke-linecap=&quot;round&quot; stroke-linejoin=&quot;round&quot;/&gt;&#10;&lt;path d=&quot;M14 16V18&quot; stroke=&quot;white&quot; stroke-width=&quot;4&quot; stroke-linecap=&quot;round&quot; stroke-linejoin=&quot;round&quot;/&gt;&#10;&lt;path d=&quot;M13 29C13 29 17.1905 32 24 32C30.8095 32 35 29 35 29&quot; stroke=&quot;white&quot; stroke-width=&quot;4&quot; stroke-linecap=&quot;round&quot; stroke-linejoin=&quot;round&quot;/&gt;&#10;&lt;/svg&gt;"/>
  <p:tag name="YOO_CHATSHAPE_ICON_STRING" val="大数据在各领域的应用"/>
  <p:tag name="YOO_CHATSHAPE_TYPE" val="YOO_CHATSHAPE_ICON"/>
  <p:tag name="TAG_CONTENT_DIAGRAM_INDEX" val="13285c54e27d470fa7ba7f7cbf788b9f"/>
</p:tagLst>
</file>

<file path=ppt/tags/tag101.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102.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a184e65444bb42cd87ce2edd27c46a63"/>
</p:tagLst>
</file>

<file path=ppt/tags/tag103.xml><?xml version="1.0" encoding="utf-8"?>
<p:tagLst xmlns:a="http://schemas.openxmlformats.org/drawingml/2006/main" xmlns:r="http://schemas.openxmlformats.org/officeDocument/2006/relationships" xmlns:p="http://schemas.openxmlformats.org/presentationml/2006/main">
  <p:tag name="TAG_CONTENT_TYPE" val="二级大纲3"/>
  <p:tag name="YOO_CHATPAGE_TYPE" val="TAG_CHATPAGE_MULTCONTENT"/>
  <p:tag name="YOO_CHATSHAPE_TITLE" val="大数据带来的变革"/>
  <p:tag name="TAG_CHATPAGE_CATALOG" val="大数据带来的变革"/>
  <p:tag name="YOO_CHATSHAPE_NUM" val="4"/>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04.xml><?xml version="1.0" encoding="utf-8"?>
<p:tagLst xmlns:a="http://schemas.openxmlformats.org/drawingml/2006/main" xmlns:r="http://schemas.openxmlformats.org/officeDocument/2006/relationships" xmlns:p="http://schemas.openxmlformats.org/presentationml/2006/main">
  <p:tag name="TAG_CHATSHAPE_IMAGE_FILE" val="C:\Users\qbz95\AppData\Roaming\BIYOO\temp\71d5f7d186c740619badf2e4115437e9.cc0"/>
  <p:tag name="TAG_CHATSHAPE_IMAGE_URL" val="https://image.yoojober.com/motion/resource-photo/a835765b53cc7499e08d3e75aa361f31.jpeg-chatppt.cc0"/>
  <p:tag name="YOO_CHATSHAPE_TYPE" val="YOO_CHATSHAPE_IMAGE"/>
  <p:tag name="TAG_CONTENT_DIAGRAM_INDEX" val="a184e65444bb42cd87ce2edd27c46a63"/>
</p:tagLst>
</file>

<file path=ppt/tags/tag105.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a184e65444bb42cd87ce2edd27c46a63"/>
</p:tagLst>
</file>

<file path=ppt/tags/tag106.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a184e65444bb42cd87ce2edd27c46a63"/>
</p:tagLst>
</file>

<file path=ppt/tags/tag107.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a184e65444bb42cd87ce2edd27c46a63"/>
</p:tagLst>
</file>

<file path=ppt/tags/tag10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95712dc0d2244e7687d6fbc401402a84"/>
</p:tagLst>
</file>

<file path=ppt/tags/tag109.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circle cx=&quot;24&quot; cy=&quot;12&quot; r=&quot;8&quot; fill=&quot;#2F88FF&quot; stroke=&quot;black&quot; stroke-width=&quot;4&quot; stroke-linecap=&quot;round&quot; stroke-linejoin=&quot;round&quot;/&gt;&#10;&lt;path d=&quot;M42 44C42 34.0589 33.9411 26 24 26C14.0589 26 6 34.0589 6 44&quot; stroke=&quot;black&quot; stroke-width=&quot;4&quot; stroke-linecap=&quot;round&quot; stroke-linejoin=&quot;round&quot;/&gt;&#10;&lt;path d=&quot;M19 39H29&quot; stroke=&quot;black&quot; stroke-width=&quot;4&quot; stroke-linecap=&quot;round&quot; stroke-linejoin=&quot;round&quot;/&gt;&#10;&lt;/svg&gt;"/>
  <p:tag name="YOO_CHATSHAPE_ICON_STRING" val="大数据带来的变革"/>
  <p:tag name="YOO_CHATSHAPE_TYPE" val="YOO_CHATSHAPE_ICON"/>
  <p:tag name="TAG_CONTENT_GROUPINDEX" val="1"/>
  <p:tag name="TAG_CONTENT_DIAGRAM_INDEX" val="95712dc0d2244e7687d6fbc401402a84"/>
  <p:tag name="TAG_CONTENT_SUBINDEX" val="1"/>
</p:tagLst>
</file>

<file path=ppt/tags/tag110.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95712dc0d2244e7687d6fbc401402a84"/>
</p:tagLst>
</file>

<file path=ppt/tags/tag111.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19 41C13.5 38.25 8.00129 31 5.00063 26C1.99996 21 8.3132 16.3125 12.0004 20C15.6876 23.6875 16.0004 24 16.0004 24V7.50001C16.0004 5.56701 17.5674 4 19.5004 4C21.4334 4 23.0004 5.56701 23.0004 7.50001V17C23.0004 15.067 24.5674 13.5 26.5004 13.5C28.4334 13.5 30.0004 15.067 30.0004 17V18.5C30.0004 16.567 31.5674 15 33.5004 15C35.4334 15 37.0004 16.567 37.0004 18.5V13.5C37.0004 11.567 38.5674 10 40.5004 10C42.4334 10 44.0004 11.567 44.0004 13.5V30.115C44.0004 32.0123 43.5785 33.9039 42.4268 35.4116C41.1327 37.1056 39.0179 39.3539 36 41C30.4999 44 24.5 43.75 19 41Z&quot; fill=&quot;#2F88FF&quot; stroke=&quot;black&quot; stroke-width=&quot;4&quot; stroke-linecap=&quot;round&quot; stroke-linejoin=&quot;round&quot;/&gt;&#10;&lt;/svg&gt;"/>
  <p:tag name="YOO_CHATSHAPE_ICON_STRING" val="大数据带来的变革"/>
  <p:tag name="YOO_CHATSHAPE_TYPE" val="YOO_CHATSHAPE_ICON"/>
  <p:tag name="TAG_CONTENT_GROUPINDEX" val="3"/>
  <p:tag name="TAG_CONTENT_DIAGRAM_INDEX" val="95712dc0d2244e7687d6fbc401402a84"/>
  <p:tag name="TAG_CONTENT_SUBINDEX" val="3"/>
</p:tagLst>
</file>

<file path=ppt/tags/tag112.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95712dc0d2244e7687d6fbc401402a84"/>
</p:tagLst>
</file>

<file path=ppt/tags/tag113.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circle cx=&quot;24&quot; cy=&quot;16&quot; r=&quot;6&quot; fill=&quot;#2F88FF&quot; stroke=&quot;black&quot; stroke-width=&quot;4&quot; stroke-linecap=&quot;round&quot; stroke-linejoin=&quot;round&quot;/&gt;&#10;&lt;path d=&quot;M36 36C36 29.3726 30.6274 24 24 24C17.3726 24 12 29.3726 12 36&quot; stroke=&quot;black&quot; stroke-width=&quot;4&quot; stroke-linecap=&quot;round&quot; stroke-linejoin=&quot;round&quot;/&gt;&#10;&lt;path d=&quot;M36 4H44V12&quot; stroke=&quot;black&quot; stroke-width=&quot;4&quot; stroke-linecap=&quot;round&quot; stroke-linejoin=&quot;round&quot;/&gt;&#10;&lt;path d=&quot;M12 4H4V12&quot; stroke=&quot;black&quot; stroke-width=&quot;4&quot; stroke-linecap=&quot;round&quot; stroke-linejoin=&quot;round&quot;/&gt;&#10;&lt;path d=&quot;M36 44H44V36&quot; stroke=&quot;black&quot; stroke-width=&quot;4&quot; stroke-linecap=&quot;round&quot; stroke-linejoin=&quot;round&quot;/&gt;&#10;&lt;path d=&quot;M12 44H4V36&quot; stroke=&quot;black&quot; stroke-width=&quot;4&quot; stroke-linecap=&quot;round&quot; stroke-linejoin=&quot;round&quot;/&gt;&#10;&lt;/svg&gt;"/>
  <p:tag name="YOO_CHATSHAPE_ICON_STRING" val="大数据带来的变革"/>
  <p:tag name="YOO_CHATSHAPE_TYPE" val="YOO_CHATSHAPE_ICON"/>
  <p:tag name="TAG_CONTENT_GROUPINDEX" val="2"/>
  <p:tag name="TAG_CONTENT_DIAGRAM_INDEX" val="95712dc0d2244e7687d6fbc401402a84"/>
  <p:tag name="TAG_CONTENT_SUBINDEX" val="2"/>
</p:tagLst>
</file>

<file path=ppt/tags/tag114.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1"/>
  <p:tag name="TAG_CONTENT_DIAGRAM_INDEX" val="95712dc0d2244e7687d6fbc401402a84"/>
  <p:tag name="TAG_CONTENT_SUBINDEX" val="1"/>
</p:tagLst>
</file>

<file path=ppt/tags/tag115.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1"/>
  <p:tag name="TAG_CONTENT_DIAGRAM_INDEX" val="95712dc0d2244e7687d6fbc401402a84"/>
  <p:tag name="TAG_CONTENT_SUBINDEX" val="1"/>
</p:tagLst>
</file>

<file path=ppt/tags/tag116.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2"/>
  <p:tag name="TAG_CONTENT_DIAGRAM_INDEX" val="95712dc0d2244e7687d6fbc401402a84"/>
  <p:tag name="TAG_CONTENT_SUBINDEX" val="2"/>
</p:tagLst>
</file>

<file path=ppt/tags/tag117.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2"/>
  <p:tag name="TAG_CONTENT_DIAGRAM_INDEX" val="95712dc0d2244e7687d6fbc401402a84"/>
  <p:tag name="TAG_CONTENT_SUBINDEX" val="2"/>
</p:tagLst>
</file>

<file path=ppt/tags/tag11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3"/>
  <p:tag name="TAG_CONTENT_DIAGRAM_INDEX" val="95712dc0d2244e7687d6fbc401402a84"/>
  <p:tag name="TAG_CONTENT_SUBINDEX" val="3"/>
</p:tagLst>
</file>

<file path=ppt/tags/tag119.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3"/>
  <p:tag name="TAG_CONTENT_DIAGRAM_INDEX" val="95712dc0d2244e7687d6fbc401402a84"/>
  <p:tag name="TAG_CONTENT_SUBINDEX" val="3"/>
</p:tagLst>
</file>

<file path=ppt/tags/tag120.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a184e65444bb42cd87ce2edd27c46a63"/>
</p:tagLst>
</file>

<file path=ppt/tags/tag121.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122.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5b647d28540f4ab5a524c3e482196688"/>
</p:tagLst>
</file>

<file path=ppt/tags/tag123.xml><?xml version="1.0" encoding="utf-8"?>
<p:tagLst xmlns:a="http://schemas.openxmlformats.org/drawingml/2006/main" xmlns:r="http://schemas.openxmlformats.org/officeDocument/2006/relationships" xmlns:p="http://schemas.openxmlformats.org/presentationml/2006/main">
  <p:tag name="TAG_CONTENT_TYPE" val="1标题1内容0图"/>
  <p:tag name="YOO_CHATPAGE_TYPE" val="TAG_CHATPAGE_CONTENT"/>
  <p:tag name="YOO_CHATSHAPE_TITLE" val="面临的机遇与挑战"/>
  <p:tag name="TAG_CHATPAGE_CATALOG" val="面临的机遇与挑战"/>
  <p:tag name="YOO_CHATSHAPE_NUM" val="5"/>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24.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5b647d28540f4ab5a524c3e482196688"/>
</p:tagLst>
</file>

<file path=ppt/tags/tag125.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5b647d28540f4ab5a524c3e482196688"/>
</p:tagLst>
</file>

<file path=ppt/tags/tag126.xml><?xml version="1.0" encoding="utf-8"?>
<p:tagLst xmlns:a="http://schemas.openxmlformats.org/drawingml/2006/main" xmlns:r="http://schemas.openxmlformats.org/officeDocument/2006/relationships" xmlns:p="http://schemas.openxmlformats.org/presentationml/2006/main">
  <p:tag name="YOO_CHATSHAPE_TYPE" val="YOO_CHATSHAPE_CONTENT"/>
  <p:tag name="TAG_CONTENT_DIAGRAM_INDEX" val="5b647d28540f4ab5a524c3e482196688"/>
</p:tagLst>
</file>

<file path=ppt/tags/tag127.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5b647d28540f4ab5a524c3e482196688"/>
</p:tagLst>
</file>

<file path=ppt/tags/tag128.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129.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f8b0d72f4d6a43ee9334aa71db2559e7"/>
</p:tagLst>
</file>

<file path=ppt/tags/tag130.xml><?xml version="1.0" encoding="utf-8"?>
<p:tagLst xmlns:a="http://schemas.openxmlformats.org/drawingml/2006/main" xmlns:r="http://schemas.openxmlformats.org/officeDocument/2006/relationships" xmlns:p="http://schemas.openxmlformats.org/presentationml/2006/main">
  <p:tag name="TAG_CONTENT_TYPE" val="二级大纲3"/>
  <p:tag name="YOO_CHATPAGE_TYPE" val="TAG_CHATPAGE_MULTCONTENT"/>
  <p:tag name="YOO_CHATSHAPE_TITLE" val="未来展望与发展趋势"/>
  <p:tag name="TAG_CHATPAGE_CATALOG" val="未来展望与发展趋势"/>
  <p:tag name="YOO_CHATSHAPE_NUM" val="6"/>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31.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26c612902a4f4cbabba4489808019e78"/>
  <p:tag name="TAG_CONTENT_SUBINDEX" val="4"/>
</p:tagLst>
</file>

<file path=ppt/tags/tag132.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26c612902a4f4cbabba4489808019e78"/>
  <p:tag name="TAG_CONTENT_SUBINDEX" val="3"/>
</p:tagLst>
</file>

<file path=ppt/tags/tag133.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26c612902a4f4cbabba4489808019e78"/>
  <p:tag name="TAG_CONTENT_SUBINDEX" val="1"/>
</p:tagLst>
</file>

<file path=ppt/tags/tag134.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1"/>
  <p:tag name="TAG_CONTENT_DIAGRAM_INDEX" val="26c612902a4f4cbabba4489808019e78"/>
  <p:tag name="TAG_CONTENT_SUBINDEX" val="2"/>
</p:tagLst>
</file>

<file path=ppt/tags/tag135.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1"/>
  <p:tag name="TAG_CONTENT_DIAGRAM_INDEX" val="26c612902a4f4cbabba4489808019e78"/>
  <p:tag name="TAG_CONTENT_SUBINDEX" val="1"/>
</p:tagLst>
</file>

<file path=ppt/tags/tag136.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NUM"/>
  <p:tag name="TAG_CONTENT_GROUPINDEX" val="1"/>
  <p:tag name="TAG_CONTENT_DIAGRAM_INDEX" val="26c612902a4f4cbabba4489808019e78"/>
</p:tagLst>
</file>

<file path=ppt/tags/tag137.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1"/>
  <p:tag name="TAG_CONTENT_DIAGRAM_INDEX" val="26c612902a4f4cbabba4489808019e78"/>
  <p:tag name="TAG_CONTENT_SUBINDEX" val="1"/>
</p:tagLst>
</file>

<file path=ppt/tags/tag13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26c612902a4f4cbabba4489808019e78"/>
  <p:tag name="TAG_CONTENT_SUBINDEX" val="4"/>
</p:tagLst>
</file>

<file path=ppt/tags/tag139.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26c612902a4f4cbabba4489808019e78"/>
  <p:tag name="TAG_CONTENT_SUBINDEX" val="3"/>
</p:tagLst>
</file>

<file path=ppt/tags/tag140.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26c612902a4f4cbabba4489808019e78"/>
  <p:tag name="TAG_CONTENT_SUBINDEX" val="1"/>
</p:tagLst>
</file>

<file path=ppt/tags/tag141.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2"/>
  <p:tag name="TAG_CONTENT_DIAGRAM_INDEX" val="26c612902a4f4cbabba4489808019e78"/>
  <p:tag name="TAG_CONTENT_SUBINDEX" val="2"/>
</p:tagLst>
</file>

<file path=ppt/tags/tag142.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2"/>
  <p:tag name="TAG_CONTENT_DIAGRAM_INDEX" val="26c612902a4f4cbabba4489808019e78"/>
  <p:tag name="TAG_CONTENT_SUBINDEX" val="2"/>
</p:tagLst>
</file>

<file path=ppt/tags/tag143.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NUM"/>
  <p:tag name="TAG_CONTENT_GROUPINDEX" val="2"/>
  <p:tag name="TAG_CONTENT_DIAGRAM_INDEX" val="26c612902a4f4cbabba4489808019e78"/>
</p:tagLst>
</file>

<file path=ppt/tags/tag144.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26c612902a4f4cbabba4489808019e78"/>
  <p:tag name="TAG_CONTENT_SUBINDEX" val="4"/>
</p:tagLst>
</file>

<file path=ppt/tags/tag145.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26c612902a4f4cbabba4489808019e78"/>
  <p:tag name="TAG_CONTENT_SUBINDEX" val="3"/>
</p:tagLst>
</file>

<file path=ppt/tags/tag146.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26c612902a4f4cbabba4489808019e78"/>
  <p:tag name="TAG_CONTENT_SUBINDEX" val="1"/>
</p:tagLst>
</file>

<file path=ppt/tags/tag147.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DECORATE"/>
  <p:tag name="TAG_CONTENT_GROUPINDEX" val="3"/>
  <p:tag name="TAG_CONTENT_DIAGRAM_INDEX" val="26c612902a4f4cbabba4489808019e78"/>
  <p:tag name="TAG_CONTENT_SUBINDEX" val="2"/>
</p:tagLst>
</file>

<file path=ppt/tags/tag148.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TITLE"/>
  <p:tag name="TAG_CONTENT_GROUPINDEX" val="3"/>
  <p:tag name="TAG_CONTENT_DIAGRAM_INDEX" val="26c612902a4f4cbabba4489808019e78"/>
  <p:tag name="TAG_CONTENT_SUBINDEX" val="3"/>
</p:tagLst>
</file>

<file path=ppt/tags/tag149.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NUM"/>
  <p:tag name="TAG_CONTENT_GROUPINDEX" val="3"/>
  <p:tag name="TAG_CONTENT_DIAGRAM_INDEX" val="26c612902a4f4cbabba4489808019e78"/>
</p:tagLst>
</file>

<file path=ppt/tags/tag150.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2"/>
  <p:tag name="TAG_CONTENT_DIAGRAM_INDEX" val="26c612902a4f4cbabba4489808019e78"/>
  <p:tag name="TAG_CONTENT_SUBINDEX" val="2"/>
</p:tagLst>
</file>

<file path=ppt/tags/tag151.xml><?xml version="1.0" encoding="utf-8"?>
<p:tagLst xmlns:a="http://schemas.openxmlformats.org/drawingml/2006/main" xmlns:r="http://schemas.openxmlformats.org/officeDocument/2006/relationships" xmlns:p="http://schemas.openxmlformats.org/presentationml/2006/main">
  <p:tag name="TAG_CONTENT_GROUPCOUNT" val="3"/>
  <p:tag name="YOO_CHATSHAPE_TYPE" val="YOO_CHATSHAPE_CHILDCONTENT"/>
  <p:tag name="TAG_CONTENT_GROUPINDEX" val="3"/>
  <p:tag name="TAG_CONTENT_DIAGRAM_INDEX" val="26c612902a4f4cbabba4489808019e78"/>
  <p:tag name="TAG_CONTENT_SUBINDEX" val="3"/>
</p:tagLst>
</file>

<file path=ppt/tags/tag152.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f8b0d72f4d6a43ee9334aa71db2559e7"/>
</p:tagLst>
</file>

<file path=ppt/tags/tag153.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f8b0d72f4d6a43ee9334aa71db2559e7"/>
</p:tagLst>
</file>

<file path=ppt/tags/tag154.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155.xml><?xml version="1.0" encoding="utf-8"?>
<p:tagLst xmlns:a="http://schemas.openxmlformats.org/drawingml/2006/main" xmlns:r="http://schemas.openxmlformats.org/officeDocument/2006/relationships" xmlns:p="http://schemas.openxmlformats.org/presentationml/2006/main">
  <p:tag name="YOO_CHATPAGE_TYPE" val="TAG_CHATPAGE_END"/>
  <p:tag name="TAG_AIGCCREATORID" val="AIGC生成内容仅供参考-2025/11/2 21:14:24 -908878"/>
  <p:tag name="YOO_PROTECTION_DATA" val="\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56.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57.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58.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59.xml><?xml version="1.0" encoding="utf-8"?>
<p:tagLst xmlns:a="http://schemas.openxmlformats.org/drawingml/2006/main" xmlns:r="http://schemas.openxmlformats.org/officeDocument/2006/relationships" xmlns:p="http://schemas.openxmlformats.org/presentationml/2006/main">
  <p:tag name="TAG_CHATSHAPE_LINK" val="sp:翻译"/>
  <p:tag name="YOO_CHATSHAPE_TYPE" val="YOO_CHATSHAPE_SUBTITLE"/>
</p:tagLst>
</file>

<file path=ppt/tags/tag160.xml><?xml version="1.0" encoding="utf-8"?>
<p:tagLst xmlns:a="http://schemas.openxmlformats.org/drawingml/2006/main" xmlns:r="http://schemas.openxmlformats.org/officeDocument/2006/relationships" xmlns:p="http://schemas.openxmlformats.org/presentationml/2006/main">
  <p:tag name="YOO_CHATSHAPE_TYPE" val="YOO_CHATSHAPE_AUTHOR"/>
  <p:tag name="YOO_CHATSHAPE_AUTHOR" val="DaringGryp.."/>
</p:tagLst>
</file>

<file path=ppt/tags/tag161.xml><?xml version="1.0" encoding="utf-8"?>
<p:tagLst xmlns:a="http://schemas.openxmlformats.org/drawingml/2006/main" xmlns:r="http://schemas.openxmlformats.org/officeDocument/2006/relationships" xmlns:p="http://schemas.openxmlformats.org/presentationml/2006/main">
  <p:tag name="YOO_CHATSHAPE_TYPE" val="YOO_CHATSHAPE_DATE"/>
  <p:tag name="YOO_CHATSHAPE_DATE" val="2025/11/2"/>
  <p:tag name="YOO_CHATSHAPE_AUTHOR" val="DaringGryp.."/>
</p:tagLst>
</file>

<file path=ppt/tags/tag16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3.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164.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5.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6.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7.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8.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9.xml><?xml version="1.0" encoding="utf-8"?>
<p:tagLst xmlns:a="http://schemas.openxmlformats.org/drawingml/2006/main" xmlns:r="http://schemas.openxmlformats.org/officeDocument/2006/relationships" xmlns:p="http://schemas.openxmlformats.org/presentationml/2006/main">
  <p:tag name="YOO_CHATSHAPE_TYPE" val="YOO_CHATSHAPE_IMAGE"/>
  <p:tag name="TAG_CONTENT_SUBINDEX" val="56"/>
</p:tagLst>
</file>

<file path=ppt/tags/tag170.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heme/theme1.xml><?xml version="1.0" encoding="utf-8"?>
<a:theme xmlns:a="http://schemas.openxmlformats.org/drawingml/2006/main" name="a62bbe416f06021167518afa6e767fc8_hqeydMnqFSyd">
  <a:themeElements>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_1428950988">
  <a:themeElements>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_1261052128">
  <a:themeElements>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_-1699296068">
  <a:themeElements>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主题​​_-1487283959">
  <a:themeElements>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主题​​_-1627691655">
  <a:themeElements>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主题​​_-340429296">
  <a:themeElements>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8.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29.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0.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8.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39.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0.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8.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49.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0.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8.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59.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0.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8.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69.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0.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1.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2.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3.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4.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5.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6.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ppt/theme/themeOverride77.xml><?xml version="1.0" encoding="utf-8"?>
<a:themeOverride xmlns:a="http://schemas.openxmlformats.org/drawingml/2006/main">
  <a:clrScheme name="Office">
    <a:dk1>
      <a:srgbClr val="000000"/>
    </a:dk1>
    <a:lt1>
      <a:srgbClr val="FFFFFF"/>
    </a:lt1>
    <a:dk2>
      <a:srgbClr val="FFFFFF"/>
    </a:dk2>
    <a:lt2>
      <a:srgbClr val="000000"/>
    </a:lt2>
    <a:accent1>
      <a:srgbClr val="7FD231"/>
    </a:accent1>
    <a:accent2>
      <a:srgbClr val="A0DF5A"/>
    </a:accent2>
    <a:accent3>
      <a:srgbClr val="C7F169"/>
    </a:accent3>
    <a:accent4>
      <a:srgbClr val="DDFE81"/>
    </a:accent4>
    <a:accent5>
      <a:srgbClr val="009900"/>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2.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3.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4.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5.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6.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7.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8.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9.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10.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11.xml><?xml version="1.0" encoding="utf-8"?>
<yoo_protection_data>\u007b\u0022\u0049\u0044\u0022\u003a\u0022\u0066\u0064\u0031\u0030\u0035\u0033\u0035\u0039\u0032\u0039\u0061\u0032\u0034\u0034\u0035\u0031\u0038\u0030\u0061\u0066\u0039\u0035\u0066\u0038\u0035\u0030\u0063\u0039\u0033\u0035\u0037\u0038\u0022\u002c\u0022\u0054\u0069\u006d\u0065\u0022\u003a\u0022\u0032\u0030\u0032\u0035\u002f\u0031\u0031\u002f\u0030\u0032\u0020\u0032\u0031\u003a\u0031\u0033\u003a\u0032\u0033\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Props1.xml><?xml version="1.0" encoding="utf-8"?>
<ds:datastoreItem xmlns:ds="http://schemas.openxmlformats.org/officeDocument/2006/customXml" ds:itemID="{25F1900E-8D2C-43F9-BCAE-EA5B52EFAD52}">
  <ds:schemaRefs/>
</ds:datastoreItem>
</file>

<file path=customXml/itemProps2.xml><?xml version="1.0" encoding="utf-8"?>
<ds:datastoreItem xmlns:ds="http://schemas.openxmlformats.org/officeDocument/2006/customXml" ds:itemID="{FE038F2C-F920-41DA-9269-75FE8C6DBE7B}">
  <ds:schemaRefs/>
</ds:datastoreItem>
</file>

<file path=customXml/itemProps3.xml><?xml version="1.0" encoding="utf-8"?>
<ds:datastoreItem xmlns:ds="http://schemas.openxmlformats.org/officeDocument/2006/customXml" ds:itemID="{E3D617B4-8329-46BE-95D0-915C62A792A0}">
  <ds:schemaRefs/>
</ds:datastoreItem>
</file>

<file path=customXml/itemProps4.xml><?xml version="1.0" encoding="utf-8"?>
<ds:datastoreItem xmlns:ds="http://schemas.openxmlformats.org/officeDocument/2006/customXml" ds:itemID="{0084E29A-6543-405D-8F0C-2AC3CF1064D2}">
  <ds:schemaRefs/>
</ds:datastoreItem>
</file>

<file path=customXml/itemProps5.xml><?xml version="1.0" encoding="utf-8"?>
<ds:datastoreItem xmlns:ds="http://schemas.openxmlformats.org/officeDocument/2006/customXml" ds:itemID="{AFDE7E94-27E3-4256-8862-3A4FE4588DE4}">
  <ds:schemaRefs/>
</ds:datastoreItem>
</file>

<file path=customXml/itemProps6.xml><?xml version="1.0" encoding="utf-8"?>
<ds:datastoreItem xmlns:ds="http://schemas.openxmlformats.org/officeDocument/2006/customXml" ds:itemID="{E1991A63-70F3-4AAD-858F-D50BFE68D98C}">
  <ds:schemaRefs/>
</ds:datastoreItem>
</file>

<file path=customXml/itemProps7.xml><?xml version="1.0" encoding="utf-8"?>
<ds:datastoreItem xmlns:ds="http://schemas.openxmlformats.org/officeDocument/2006/customXml" ds:itemID="{12A57492-BC96-4B2F-9A05-A2377D7373F1}">
  <ds:schemaRefs/>
</ds:datastoreItem>
</file>

<file path=customXml/itemProps8.xml><?xml version="1.0" encoding="utf-8"?>
<ds:datastoreItem xmlns:ds="http://schemas.openxmlformats.org/officeDocument/2006/customXml" ds:itemID="{7871E57D-81A1-4B7D-A3AE-8DD166E87F3B}">
  <ds:schemaRefs/>
</ds:datastoreItem>
</file>

<file path=customXml/itemProps9.xml><?xml version="1.0" encoding="utf-8"?>
<ds:datastoreItem xmlns:ds="http://schemas.openxmlformats.org/officeDocument/2006/customXml" ds:itemID="{41782EE4-8D76-4742-BF51-BAF76881A5C1}">
  <ds:schemaRefs/>
</ds:datastoreItem>
</file>

<file path=customXml/itemProps10.xml><?xml version="1.0" encoding="utf-8"?>
<ds:datastoreItem xmlns:ds="http://schemas.openxmlformats.org/officeDocument/2006/customXml" ds:itemID="{B43014C1-D81B-4B9B-AD06-4BCD56CB84A3}">
  <ds:schemaRefs/>
</ds:datastoreItem>
</file>

<file path=customXml/itemProps11.xml><?xml version="1.0" encoding="utf-8"?>
<ds:datastoreItem xmlns:ds="http://schemas.openxmlformats.org/officeDocument/2006/customXml" ds:itemID="{182EA0C2-8AE4-4BBA-8FBA-D2F88AF1BEDA}">
  <ds:schemaRefs/>
</ds:datastoreItem>
</file>

<file path=docProps/app.xml><?xml version="1.0" encoding="utf-8"?>
<Properties xmlns="http://schemas.openxmlformats.org/officeDocument/2006/extended-properties" xmlns:vt="http://schemas.openxmlformats.org/officeDocument/2006/docPropsVTypes">
  <Template>a62bbe416f06021167518afa6e767fc8_hqeydMnqFSyd</Template>
  <TotalTime>3</TotalTime>
  <Words>866</Words>
  <Application>Microsoft Office PowerPoint</Application>
  <PresentationFormat>宽屏</PresentationFormat>
  <Paragraphs>91</Paragraphs>
  <Slides>9</Slides>
  <Notes>9</Notes>
  <HiddenSlides>0</HiddenSlides>
  <MMClips>0</MMClips>
  <ScaleCrop>false</ScaleCrop>
  <HeadingPairs>
    <vt:vector size="6" baseType="variant">
      <vt:variant>
        <vt:lpstr>已用的字体</vt:lpstr>
      </vt:variant>
      <vt:variant>
        <vt:i4>6</vt:i4>
      </vt:variant>
      <vt:variant>
        <vt:lpstr>主题</vt:lpstr>
      </vt:variant>
      <vt:variant>
        <vt:i4>7</vt:i4>
      </vt:variant>
      <vt:variant>
        <vt:lpstr>幻灯片标题</vt:lpstr>
      </vt:variant>
      <vt:variant>
        <vt:i4>9</vt:i4>
      </vt:variant>
    </vt:vector>
  </HeadingPairs>
  <TitlesOfParts>
    <vt:vector size="22" baseType="lpstr">
      <vt:lpstr>等线</vt:lpstr>
      <vt:lpstr>等线 Light</vt:lpstr>
      <vt:lpstr>汉仪旗黑-55简</vt:lpstr>
      <vt:lpstr>思源宋体 CN Light</vt:lpstr>
      <vt:lpstr>微软雅黑</vt:lpstr>
      <vt:lpstr>Arial</vt:lpstr>
      <vt:lpstr>a62bbe416f06021167518afa6e767fc8_hqeydMnqFSyd</vt:lpstr>
      <vt:lpstr>Office 主题​​_1428950988</vt:lpstr>
      <vt:lpstr>Office 主题​​_1261052128</vt:lpstr>
      <vt:lpstr>Office 主题​​_-1699296068</vt:lpstr>
      <vt:lpstr>Office 主题​​_-1487283959</vt:lpstr>
      <vt:lpstr>Office 主题​​_-1627691655</vt:lpstr>
      <vt:lpstr>Office 主题​​_-340429296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俣豪 冯</dc:creator>
  <cp:keywords>AIGC生成内容仅供参考-2025/11/2 21:13:23 -908878</cp:keywords>
  <cp:lastModifiedBy>俣豪 冯</cp:lastModifiedBy>
  <cp:revision>1</cp:revision>
  <dcterms:created xsi:type="dcterms:W3CDTF">2025-11-02T13:13:23Z</dcterms:created>
  <dcterms:modified xsi:type="dcterms:W3CDTF">2025-11-02T13:16:34Z</dcterms:modified>
</cp:coreProperties>
</file>